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2" r:id="rId5"/>
    <p:sldId id="260" r:id="rId6"/>
    <p:sldId id="261" r:id="rId7"/>
    <p:sldId id="263" r:id="rId8"/>
    <p:sldId id="264" r:id="rId9"/>
    <p:sldId id="265" r:id="rId10"/>
    <p:sldId id="266" r:id="rId11"/>
    <p:sldId id="257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7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6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14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92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70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9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28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EF"/>
    <a:srgbClr val="FFFDFB"/>
    <a:srgbClr val="FFF6EF"/>
    <a:srgbClr val="4E5BE5"/>
    <a:srgbClr val="FDFBF9"/>
    <a:srgbClr val="F8F9ED"/>
    <a:srgbClr val="FFFFFF"/>
    <a:srgbClr val="5151EB"/>
    <a:srgbClr val="4D45BB"/>
    <a:srgbClr val="5C4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5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A8D1A-200C-4E7B-A87C-B32357E223B8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B3D2D2-3423-4F26-B8DD-677F6C7553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672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B3D2D2-3423-4F26-B8DD-677F6C7553F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7013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940A2-0272-425D-A129-2C9EC02CC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3BE693-A637-4991-B8A9-ABE73C3EEB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9" indent="0" algn="ctr">
              <a:buNone/>
              <a:defRPr sz="2000"/>
            </a:lvl2pPr>
            <a:lvl3pPr marL="914418" indent="0" algn="ctr">
              <a:buNone/>
              <a:defRPr sz="1800"/>
            </a:lvl3pPr>
            <a:lvl4pPr marL="1371627" indent="0" algn="ctr">
              <a:buNone/>
              <a:defRPr sz="1600"/>
            </a:lvl4pPr>
            <a:lvl5pPr marL="1828837" indent="0" algn="ctr">
              <a:buNone/>
              <a:defRPr sz="1600"/>
            </a:lvl5pPr>
            <a:lvl6pPr marL="2286046" indent="0" algn="ctr">
              <a:buNone/>
              <a:defRPr sz="1600"/>
            </a:lvl6pPr>
            <a:lvl7pPr marL="2743255" indent="0" algn="ctr">
              <a:buNone/>
              <a:defRPr sz="1600"/>
            </a:lvl7pPr>
            <a:lvl8pPr marL="3200464" indent="0" algn="ctr">
              <a:buNone/>
              <a:defRPr sz="1600"/>
            </a:lvl8pPr>
            <a:lvl9pPr marL="3657673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790AF1-5525-4FAC-9B97-E7F21BB5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5002-4F30-4928-8D05-794B3B332E7C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82F2B8-DBE1-4CBF-BA62-E81D7DBD9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73794B-8D7A-4AEE-9D8D-1970216A2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995F-1E89-4541-874A-3B46CF42E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82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A9F90-1676-4C13-8FCD-44E8DC80B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581D89-7B6D-48F0-A6EA-FB88CC022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C5ED07-A172-4345-A0E8-2BA9912B0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5002-4F30-4928-8D05-794B3B332E7C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EDC07F-4B2A-44AC-B676-495199CFD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E90538-CB5B-4026-983D-9822D3E74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995F-1E89-4541-874A-3B46CF42E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826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9FBBF-6337-4BD6-86F3-D7613C4CE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5BD09A-81E7-4AF8-8120-287AD9498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72C79D-9781-4F00-8016-E9CDB253A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5002-4F30-4928-8D05-794B3B332E7C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5B7DE5-8BD6-4EA0-B5D1-B1A794225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8D987B-1D68-4067-B56B-1A71FFE25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995F-1E89-4541-874A-3B46CF42E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85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0D8B73-8BB5-456E-A421-18F23D586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32AAC4-5AD9-4071-B045-027CAFAEB2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AC85A-05F4-4E7F-972E-899BD7638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34F5C9-3FE8-436D-82E8-742D15BEB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5002-4F30-4928-8D05-794B3B332E7C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61E883-495E-4361-AA64-DCFF2414C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494379-D19D-49BA-8D20-DEBBB9B4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995F-1E89-4541-874A-3B46CF42E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656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46FD29-564C-4ACC-9BD2-A0F664401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71E23E-6707-48CE-90F1-C10F87A83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A19BF2-5C3D-4444-A7F6-48CE77192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786C7DD-501C-4362-A320-C38B016D9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7EC10FF-9A80-46D8-85F5-292F5BEF1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14185C3-372D-4072-BEB9-C89000014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5002-4F30-4928-8D05-794B3B332E7C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543A591-9431-4DB9-A052-B78298E86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CA635BA-617E-4B38-A835-BB43BAEC3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995F-1E89-4541-874A-3B46CF42E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403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E03833-00E9-4825-8870-25A1293C9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F89F72-76CA-44F1-A3C7-1E6A2FE3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5002-4F30-4928-8D05-794B3B332E7C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21287F4-A909-4808-9EFE-DBEE8269B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7D29DA4-08CC-4B71-B122-BAE76E57F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995F-1E89-4541-874A-3B46CF42E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443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CA3795-30F6-4897-AE53-01EAA313B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5002-4F30-4928-8D05-794B3B332E7C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9EF2B05-0323-49A0-9541-153691602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9C6284-3EE0-4710-AD53-59EBC81E7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995F-1E89-4541-874A-3B46CF42E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083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F2745C-4A76-4691-9177-C6D85E3D9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8C2824-A267-48C7-9A09-5E6808169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2BE7FF-FB51-4826-89FF-0139C159C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E3304D-0AA0-4695-8288-5601FFC40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5002-4F30-4928-8D05-794B3B332E7C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78F0F5-CB3B-4BE9-8D63-52D2438FE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211340-87AF-4CD8-8B1A-1060CFB2B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995F-1E89-4541-874A-3B46CF42E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950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648ED-E352-47E7-95B0-B9BEE3B27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9A7E4CB-4369-4C48-9A2F-9040A67EBA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9" indent="0">
              <a:buNone/>
              <a:defRPr sz="2800"/>
            </a:lvl2pPr>
            <a:lvl3pPr marL="914418" indent="0">
              <a:buNone/>
              <a:defRPr sz="2400"/>
            </a:lvl3pPr>
            <a:lvl4pPr marL="1371627" indent="0">
              <a:buNone/>
              <a:defRPr sz="2000"/>
            </a:lvl4pPr>
            <a:lvl5pPr marL="1828837" indent="0">
              <a:buNone/>
              <a:defRPr sz="2000"/>
            </a:lvl5pPr>
            <a:lvl6pPr marL="2286046" indent="0">
              <a:buNone/>
              <a:defRPr sz="2000"/>
            </a:lvl6pPr>
            <a:lvl7pPr marL="2743255" indent="0">
              <a:buNone/>
              <a:defRPr sz="2000"/>
            </a:lvl7pPr>
            <a:lvl8pPr marL="3200464" indent="0">
              <a:buNone/>
              <a:defRPr sz="2000"/>
            </a:lvl8pPr>
            <a:lvl9pPr marL="3657673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39E01C-AC53-467B-89A7-F85D937E7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CBE627-2E96-49FD-B611-B79CF746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5002-4F30-4928-8D05-794B3B332E7C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53269D-DB73-4126-8E7A-146EE8B0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76A1C2-06C4-4002-9F98-641DBB920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995F-1E89-4541-874A-3B46CF42E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751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750B2-E9B1-4B6C-8ED3-1C1AEC552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8ABCCF-BCDD-4A2F-8FEF-AFCFEAE66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7BB488-0861-4236-8847-89DF0962F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5002-4F30-4928-8D05-794B3B332E7C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95081B-4BBB-4D7D-8470-2DAA03EE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DF814A-523E-4F87-86CE-F0DFC2365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995F-1E89-4541-874A-3B46CF42E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53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A49281-FD4A-401A-82FF-930B8F225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95BB0C-D828-4D3B-BF3F-B286776A5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E533D6-E1A6-4C74-8406-985CD7C63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75002-4F30-4928-8D05-794B3B332E7C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9EB3E9-C1ED-4F8C-9184-CD2B0E2F9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2B2B0B-3B33-4EC4-9C1F-B4900BA7B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2995F-1E89-4541-874A-3B46CF42E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885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5236E3F-CB57-48CF-86DE-B6B14234A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2BDD09-970B-4065-9246-CA5C61592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1250F4-7997-446C-8345-8899C5D0C7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75002-4F30-4928-8D05-794B3B332E7C}" type="datetimeFigureOut">
              <a:rPr lang="zh-CN" altLang="en-US" smtClean="0"/>
              <a:t>2022/4/1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F790D7-1479-49B1-80B7-6DBCA1405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4C9BD2-5BF9-4631-9528-3F56C93C7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2995F-1E89-4541-874A-3B46CF42E5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70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1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4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3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32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41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50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5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6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78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8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6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5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4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73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4FCCCD6-F273-49DE-9A3B-3B2B75BA4A1F}"/>
              </a:ext>
            </a:extLst>
          </p:cNvPr>
          <p:cNvSpPr/>
          <p:nvPr/>
        </p:nvSpPr>
        <p:spPr>
          <a:xfrm>
            <a:off x="0" y="0"/>
            <a:ext cx="12192000" cy="6888926"/>
          </a:xfrm>
          <a:prstGeom prst="rect">
            <a:avLst/>
          </a:prstGeom>
          <a:solidFill>
            <a:srgbClr val="FF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1CD511-204D-47FE-A89A-BEB0AD0DCF5F}"/>
              </a:ext>
            </a:extLst>
          </p:cNvPr>
          <p:cNvSpPr txBox="1"/>
          <p:nvPr/>
        </p:nvSpPr>
        <p:spPr>
          <a:xfrm>
            <a:off x="2514276" y="1257300"/>
            <a:ext cx="7863840" cy="4343400"/>
          </a:xfrm>
          <a:prstGeom prst="rect">
            <a:avLst/>
          </a:prstGeom>
          <a:noFill/>
          <a:ln w="60325" cap="rnd" cmpd="sng">
            <a:solidFill>
              <a:schemeClr val="bg1">
                <a:lumMod val="85000"/>
              </a:schemeClr>
            </a:solidFill>
            <a:prstDash val="solid"/>
            <a:round/>
          </a:ln>
          <a:effectLst>
            <a:glow>
              <a:schemeClr val="bg2">
                <a:lumMod val="90000"/>
                <a:alpha val="99000"/>
              </a:schemeClr>
            </a:glow>
          </a:effectLst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F86F440-001B-4ED0-B525-7CFC344C48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5F581AA-F0B9-4BE6-94BC-7BF817EF1A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5842" y="374474"/>
            <a:ext cx="1488965" cy="41360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3182750-92A1-42F5-91D6-2834F07CA8FC}"/>
              </a:ext>
            </a:extLst>
          </p:cNvPr>
          <p:cNvSpPr txBox="1"/>
          <p:nvPr/>
        </p:nvSpPr>
        <p:spPr>
          <a:xfrm>
            <a:off x="3478894" y="1991969"/>
            <a:ext cx="5934604" cy="1847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5400" dirty="0">
                <a:solidFill>
                  <a:srgbClr val="4D45BB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厦门大学 </a:t>
            </a:r>
            <a:r>
              <a:rPr lang="en-US" altLang="zh-CN" sz="5400" dirty="0">
                <a:solidFill>
                  <a:srgbClr val="4D45BB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PPT</a:t>
            </a:r>
            <a:r>
              <a:rPr lang="zh-CN" altLang="en-US" sz="5400" dirty="0">
                <a:solidFill>
                  <a:srgbClr val="4D45BB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模板</a:t>
            </a:r>
            <a:endParaRPr lang="en-US" altLang="zh-CN" sz="5400" dirty="0">
              <a:solidFill>
                <a:srgbClr val="4D45BB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algn="r">
              <a:lnSpc>
                <a:spcPct val="120000"/>
              </a:lnSpc>
            </a:pPr>
            <a:r>
              <a:rPr lang="en-US" altLang="zh-CN" sz="40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——</a:t>
            </a:r>
            <a:r>
              <a:rPr lang="zh-CN" altLang="en-US" sz="40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关于</a:t>
            </a:r>
            <a:r>
              <a:rPr lang="en-US" altLang="zh-CN" sz="40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XXX</a:t>
            </a:r>
            <a:r>
              <a:rPr lang="zh-CN" altLang="en-US" sz="40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主题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E17F2C3-BBB0-4568-B1A6-0615D3F19977}"/>
              </a:ext>
            </a:extLst>
          </p:cNvPr>
          <p:cNvSpPr txBox="1"/>
          <p:nvPr/>
        </p:nvSpPr>
        <p:spPr>
          <a:xfrm>
            <a:off x="5392730" y="4905716"/>
            <a:ext cx="2106930" cy="381964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4D45BB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汇 报 人 ：甲 乙 丙</a:t>
            </a:r>
          </a:p>
        </p:txBody>
      </p:sp>
    </p:spTree>
    <p:extLst>
      <p:ext uri="{BB962C8B-B14F-4D97-AF65-F5344CB8AC3E}">
        <p14:creationId xmlns:p14="http://schemas.microsoft.com/office/powerpoint/2010/main" val="314659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AB591375-BD56-412A-A7D5-FF53B22D0578}"/>
              </a:ext>
            </a:extLst>
          </p:cNvPr>
          <p:cNvSpPr/>
          <p:nvPr/>
        </p:nvSpPr>
        <p:spPr>
          <a:xfrm>
            <a:off x="0" y="0"/>
            <a:ext cx="12192000" cy="6888926"/>
          </a:xfrm>
          <a:prstGeom prst="rect">
            <a:avLst/>
          </a:prstGeom>
          <a:solidFill>
            <a:srgbClr val="FF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3B214AE-5627-47FE-91F4-A6C16C1A4D30}"/>
              </a:ext>
            </a:extLst>
          </p:cNvPr>
          <p:cNvSpPr txBox="1"/>
          <p:nvPr/>
        </p:nvSpPr>
        <p:spPr>
          <a:xfrm>
            <a:off x="2520314" y="1585610"/>
            <a:ext cx="9079820" cy="4445540"/>
          </a:xfrm>
          <a:prstGeom prst="rect">
            <a:avLst/>
          </a:prstGeom>
          <a:noFill/>
          <a:ln w="60325" cap="rnd" cmpd="sng">
            <a:solidFill>
              <a:schemeClr val="bg1">
                <a:lumMod val="85000"/>
              </a:schemeClr>
            </a:solidFill>
            <a:prstDash val="solid"/>
            <a:round/>
          </a:ln>
          <a:effectLst>
            <a:glow>
              <a:schemeClr val="bg2">
                <a:lumMod val="90000"/>
                <a:alpha val="99000"/>
              </a:schemeClr>
            </a:glow>
          </a:effectLst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4D1BE5-786E-459C-8496-4093F0861908}"/>
              </a:ext>
            </a:extLst>
          </p:cNvPr>
          <p:cNvSpPr txBox="1"/>
          <p:nvPr/>
        </p:nvSpPr>
        <p:spPr>
          <a:xfrm>
            <a:off x="591866" y="521173"/>
            <a:ext cx="50406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目</a:t>
            </a:r>
            <a:endParaRPr lang="en-US" altLang="zh-CN" sz="4000" dirty="0">
              <a:solidFill>
                <a:srgbClr val="4D45BB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40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录</a:t>
            </a:r>
            <a:r>
              <a:rPr lang="en-US" altLang="zh-CN" sz="40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---</a:t>
            </a:r>
            <a:endParaRPr lang="zh-CN" altLang="en-US" sz="4000" dirty="0">
              <a:solidFill>
                <a:srgbClr val="4D45BB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11596C-9014-44D0-BDA8-7CB775E1FAA8}"/>
              </a:ext>
            </a:extLst>
          </p:cNvPr>
          <p:cNvSpPr txBox="1"/>
          <p:nvPr/>
        </p:nvSpPr>
        <p:spPr>
          <a:xfrm>
            <a:off x="2474739" y="1099318"/>
            <a:ext cx="3527979" cy="41581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4D45BB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ABOUT</a:t>
            </a:r>
            <a:endParaRPr lang="zh-CN" altLang="en-US" sz="1600" dirty="0">
              <a:solidFill>
                <a:srgbClr val="4D45BB"/>
              </a:solidFill>
              <a:latin typeface="Segoe UI Emoji" panose="020B0502040204020203" pitchFamily="34" charset="0"/>
              <a:ea typeface="思源黑体 CN Light" panose="020B03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25FD0E-03B0-4CBA-B8E1-FBD3294EFEDF}"/>
              </a:ext>
            </a:extLst>
          </p:cNvPr>
          <p:cNvSpPr txBox="1"/>
          <p:nvPr/>
        </p:nvSpPr>
        <p:spPr>
          <a:xfrm>
            <a:off x="3546424" y="2043828"/>
            <a:ext cx="3527979" cy="748923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4D45BB"/>
                </a:solidFill>
                <a:latin typeface="Roboto" panose="02000000000000000000" pitchFamily="2" charset="0"/>
                <a:ea typeface="Segoe UI Emoji" panose="020B0502040204020203" pitchFamily="34" charset="0"/>
              </a:rPr>
              <a:t>0 1     </a:t>
            </a:r>
            <a:r>
              <a:rPr lang="zh-CN" altLang="en-US" sz="2400" dirty="0">
                <a:solidFill>
                  <a:srgbClr val="4D45BB"/>
                </a:solidFill>
                <a:latin typeface="思源黑体旧字形 Regular" panose="020B0500000000000000" pitchFamily="34" charset="-122"/>
                <a:ea typeface="思源黑体旧字形 Regular" panose="020B0500000000000000" pitchFamily="34" charset="-122"/>
              </a:rPr>
              <a:t>第一部分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4EF406-90DD-41CA-883C-07489DFB57BD}"/>
              </a:ext>
            </a:extLst>
          </p:cNvPr>
          <p:cNvSpPr txBox="1"/>
          <p:nvPr/>
        </p:nvSpPr>
        <p:spPr>
          <a:xfrm>
            <a:off x="3648618" y="1103106"/>
            <a:ext cx="3527979" cy="41581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4D45BB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A B O U T--</a:t>
            </a:r>
            <a:endParaRPr lang="zh-CN" altLang="en-US" sz="1600" dirty="0">
              <a:solidFill>
                <a:srgbClr val="4D45BB"/>
              </a:solidFill>
              <a:latin typeface="Segoe UI Emoji" panose="020B0502040204020203" pitchFamily="34" charset="0"/>
              <a:ea typeface="思源黑体 CN Light" panose="020B03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46B9166-2A6A-469E-80A6-98EE17D8055E}"/>
              </a:ext>
            </a:extLst>
          </p:cNvPr>
          <p:cNvSpPr txBox="1"/>
          <p:nvPr/>
        </p:nvSpPr>
        <p:spPr>
          <a:xfrm>
            <a:off x="3546424" y="3919616"/>
            <a:ext cx="3527979" cy="748923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4D45BB"/>
                </a:solidFill>
                <a:latin typeface="Roboto" panose="02000000000000000000" pitchFamily="2" charset="0"/>
                <a:ea typeface="Segoe UI Emoji" panose="020B0502040204020203" pitchFamily="34" charset="0"/>
              </a:rPr>
              <a:t>0 2     </a:t>
            </a:r>
            <a:r>
              <a:rPr lang="zh-CN" altLang="en-US" sz="2400" dirty="0">
                <a:solidFill>
                  <a:srgbClr val="4D45BB"/>
                </a:solidFill>
                <a:latin typeface="思源黑体旧字形 Regular" panose="020B0500000000000000" pitchFamily="34" charset="-122"/>
                <a:ea typeface="思源黑体旧字形 Regular" panose="020B0500000000000000" pitchFamily="34" charset="-122"/>
              </a:rPr>
              <a:t>第二部分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13CE47-3A01-4851-8665-D3567EB53329}"/>
              </a:ext>
            </a:extLst>
          </p:cNvPr>
          <p:cNvSpPr txBox="1"/>
          <p:nvPr/>
        </p:nvSpPr>
        <p:spPr>
          <a:xfrm>
            <a:off x="7572135" y="2040564"/>
            <a:ext cx="3527979" cy="748923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4D45BB"/>
                </a:solidFill>
                <a:latin typeface="Roboto" panose="02000000000000000000" pitchFamily="2" charset="0"/>
                <a:ea typeface="Segoe UI Emoji" panose="020B0502040204020203" pitchFamily="34" charset="0"/>
              </a:rPr>
              <a:t>0 3     </a:t>
            </a:r>
            <a:r>
              <a:rPr lang="zh-CN" altLang="en-US" sz="2400" dirty="0">
                <a:solidFill>
                  <a:srgbClr val="4D45BB"/>
                </a:solidFill>
                <a:latin typeface="思源黑体旧字形 Regular" panose="020B0500000000000000" pitchFamily="34" charset="-122"/>
                <a:ea typeface="思源黑体旧字形 Regular" panose="020B0500000000000000" pitchFamily="34" charset="-122"/>
              </a:rPr>
              <a:t>第三部分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D9A8569-62B1-4F59-B8CE-2F0ECAEA22DD}"/>
              </a:ext>
            </a:extLst>
          </p:cNvPr>
          <p:cNvSpPr txBox="1"/>
          <p:nvPr/>
        </p:nvSpPr>
        <p:spPr>
          <a:xfrm>
            <a:off x="7572136" y="3919617"/>
            <a:ext cx="3527979" cy="748923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4D45BB"/>
                </a:solidFill>
                <a:latin typeface="Roboto" panose="02000000000000000000" pitchFamily="2" charset="0"/>
                <a:ea typeface="Segoe UI Emoji" panose="020B0502040204020203" pitchFamily="34" charset="0"/>
              </a:rPr>
              <a:t>0 4     </a:t>
            </a:r>
            <a:r>
              <a:rPr lang="zh-CN" altLang="en-US" sz="2400" dirty="0">
                <a:solidFill>
                  <a:srgbClr val="4D45BB"/>
                </a:solidFill>
                <a:latin typeface="思源黑体旧字形 Regular" panose="020B0500000000000000" pitchFamily="34" charset="-122"/>
                <a:ea typeface="思源黑体旧字形 Regular" panose="020B0500000000000000" pitchFamily="34" charset="-122"/>
              </a:rPr>
              <a:t>第四部分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C45F3A6-ACE8-48DC-9428-F2606D8E8F8D}"/>
              </a:ext>
            </a:extLst>
          </p:cNvPr>
          <p:cNvSpPr txBox="1"/>
          <p:nvPr/>
        </p:nvSpPr>
        <p:spPr>
          <a:xfrm>
            <a:off x="4638310" y="2922620"/>
            <a:ext cx="3527979" cy="42255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思源黑体旧字形 Regular" panose="020B0500000000000000" pitchFamily="34" charset="-122"/>
                <a:ea typeface="思源黑体旧字形 Regular" panose="020B0500000000000000" pitchFamily="34" charset="-122"/>
              </a:rPr>
              <a:t>此处输入一段文本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09840FD-A543-481C-B712-AE825192B392}"/>
              </a:ext>
            </a:extLst>
          </p:cNvPr>
          <p:cNvSpPr txBox="1"/>
          <p:nvPr/>
        </p:nvSpPr>
        <p:spPr>
          <a:xfrm>
            <a:off x="8664020" y="2916846"/>
            <a:ext cx="3527979" cy="42255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思源黑体旧字形 Regular" panose="020B0500000000000000" pitchFamily="34" charset="-122"/>
                <a:ea typeface="思源黑体旧字形 Regular" panose="020B0500000000000000" pitchFamily="34" charset="-122"/>
              </a:rPr>
              <a:t>此处输入一段文本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89EAB6C-75FB-44C2-8C75-3EDB6080F820}"/>
              </a:ext>
            </a:extLst>
          </p:cNvPr>
          <p:cNvSpPr txBox="1"/>
          <p:nvPr/>
        </p:nvSpPr>
        <p:spPr>
          <a:xfrm>
            <a:off x="8664021" y="4849838"/>
            <a:ext cx="3527979" cy="42255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思源黑体旧字形 Regular" panose="020B0500000000000000" pitchFamily="34" charset="-122"/>
                <a:ea typeface="思源黑体旧字形 Regular" panose="020B0500000000000000" pitchFamily="34" charset="-122"/>
              </a:rPr>
              <a:t>此处输入一段文本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FA877F6-D76F-47D7-A084-38A817B8980E}"/>
              </a:ext>
            </a:extLst>
          </p:cNvPr>
          <p:cNvSpPr txBox="1"/>
          <p:nvPr/>
        </p:nvSpPr>
        <p:spPr>
          <a:xfrm>
            <a:off x="4638309" y="4902134"/>
            <a:ext cx="3527979" cy="42255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思源黑体旧字形 Regular" panose="020B0500000000000000" pitchFamily="34" charset="-122"/>
                <a:ea typeface="思源黑体旧字形 Regular" panose="020B0500000000000000" pitchFamily="34" charset="-122"/>
              </a:rPr>
              <a:t>此处输入一段文本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E8E8353D-5B54-4C24-8FD7-41768121E9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5842" y="374474"/>
            <a:ext cx="1488965" cy="41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88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F93ECC0-C98F-43AA-83AF-92A31BB295AD}"/>
              </a:ext>
            </a:extLst>
          </p:cNvPr>
          <p:cNvSpPr/>
          <p:nvPr/>
        </p:nvSpPr>
        <p:spPr>
          <a:xfrm>
            <a:off x="0" y="0"/>
            <a:ext cx="12192000" cy="6888926"/>
          </a:xfrm>
          <a:prstGeom prst="rect">
            <a:avLst/>
          </a:prstGeom>
          <a:solidFill>
            <a:srgbClr val="FF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3B214AE-5627-47FE-91F4-A6C16C1A4D30}"/>
              </a:ext>
            </a:extLst>
          </p:cNvPr>
          <p:cNvSpPr txBox="1"/>
          <p:nvPr/>
        </p:nvSpPr>
        <p:spPr>
          <a:xfrm>
            <a:off x="2094851" y="1257300"/>
            <a:ext cx="7863840" cy="4343400"/>
          </a:xfrm>
          <a:prstGeom prst="rect">
            <a:avLst/>
          </a:prstGeom>
          <a:noFill/>
          <a:ln w="60325" cap="rnd" cmpd="sng">
            <a:solidFill>
              <a:schemeClr val="bg1">
                <a:lumMod val="85000"/>
              </a:schemeClr>
            </a:solidFill>
            <a:prstDash val="solid"/>
            <a:round/>
          </a:ln>
          <a:effectLst>
            <a:glow>
              <a:schemeClr val="bg2">
                <a:lumMod val="90000"/>
                <a:alpha val="99000"/>
              </a:schemeClr>
            </a:glow>
          </a:effectLst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4D1BE5-786E-459C-8496-4093F0861908}"/>
              </a:ext>
            </a:extLst>
          </p:cNvPr>
          <p:cNvSpPr txBox="1"/>
          <p:nvPr/>
        </p:nvSpPr>
        <p:spPr>
          <a:xfrm>
            <a:off x="4489436" y="2794669"/>
            <a:ext cx="5040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第一部分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E93691-C8E2-457F-B071-495E5346D7F8}"/>
              </a:ext>
            </a:extLst>
          </p:cNvPr>
          <p:cNvSpPr txBox="1"/>
          <p:nvPr/>
        </p:nvSpPr>
        <p:spPr>
          <a:xfrm>
            <a:off x="8242485" y="5622918"/>
            <a:ext cx="2106930" cy="381964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4D45BB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--- </a:t>
            </a:r>
            <a:r>
              <a:rPr lang="zh-CN" altLang="en-US" sz="1400" dirty="0">
                <a:solidFill>
                  <a:srgbClr val="4D45BB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汇 报 人 ：甲 乙 丙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11596C-9014-44D0-BDA8-7CB775E1FAA8}"/>
              </a:ext>
            </a:extLst>
          </p:cNvPr>
          <p:cNvSpPr txBox="1"/>
          <p:nvPr/>
        </p:nvSpPr>
        <p:spPr>
          <a:xfrm>
            <a:off x="1988403" y="841482"/>
            <a:ext cx="988262" cy="415818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4D45BB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ABOUT</a:t>
            </a:r>
            <a:endParaRPr lang="zh-CN" altLang="en-US" sz="1600" dirty="0">
              <a:solidFill>
                <a:srgbClr val="4D45BB"/>
              </a:solidFill>
              <a:latin typeface="Segoe UI Emoji" panose="020B0502040204020203" pitchFamily="34" charset="0"/>
              <a:ea typeface="思源黑体 CN Light" panose="020B03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25FD0E-03B0-4CBA-B8E1-FBD3294EFEDF}"/>
              </a:ext>
            </a:extLst>
          </p:cNvPr>
          <p:cNvSpPr txBox="1"/>
          <p:nvPr/>
        </p:nvSpPr>
        <p:spPr>
          <a:xfrm>
            <a:off x="5245761" y="3902985"/>
            <a:ext cx="3527979" cy="46166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4D45BB"/>
                </a:solidFill>
                <a:latin typeface="Roboto" panose="02000000000000000000" pitchFamily="2" charset="0"/>
                <a:ea typeface="Segoe UI Emoji" panose="020B0502040204020203" pitchFamily="34" charset="0"/>
              </a:rPr>
              <a:t>P A R T    0 1</a:t>
            </a:r>
            <a:endParaRPr lang="zh-CN" altLang="en-US" dirty="0">
              <a:solidFill>
                <a:srgbClr val="4D45BB"/>
              </a:solidFill>
              <a:latin typeface="Roboto" panose="02000000000000000000" pitchFamily="2" charset="0"/>
              <a:ea typeface="思源黑体 CN Light" panose="020B03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4EF406-90DD-41CA-883C-07489DFB57BD}"/>
              </a:ext>
            </a:extLst>
          </p:cNvPr>
          <p:cNvSpPr txBox="1"/>
          <p:nvPr/>
        </p:nvSpPr>
        <p:spPr>
          <a:xfrm>
            <a:off x="3147642" y="841480"/>
            <a:ext cx="3527979" cy="41581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4D45BB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A B O U T---</a:t>
            </a:r>
            <a:endParaRPr lang="zh-CN" altLang="en-US" sz="1600" dirty="0">
              <a:solidFill>
                <a:srgbClr val="4D45BB"/>
              </a:solidFill>
              <a:latin typeface="Segoe UI Emoji" panose="020B0502040204020203" pitchFamily="34" charset="0"/>
              <a:ea typeface="思源黑体 CN Light" panose="020B0300000000000000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10A9BE5-77AD-4B45-8634-1136D262E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5842" y="374474"/>
            <a:ext cx="1488965" cy="41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47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36DCCC2A-AA3F-4DE4-A5DC-E810C93F01BB}"/>
              </a:ext>
            </a:extLst>
          </p:cNvPr>
          <p:cNvSpPr/>
          <p:nvPr/>
        </p:nvSpPr>
        <p:spPr>
          <a:xfrm>
            <a:off x="0" y="0"/>
            <a:ext cx="12192000" cy="6888926"/>
          </a:xfrm>
          <a:prstGeom prst="rect">
            <a:avLst/>
          </a:prstGeom>
          <a:solidFill>
            <a:srgbClr val="FF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4D1BE5-786E-459C-8496-4093F0861908}"/>
              </a:ext>
            </a:extLst>
          </p:cNvPr>
          <p:cNvSpPr txBox="1"/>
          <p:nvPr/>
        </p:nvSpPr>
        <p:spPr>
          <a:xfrm>
            <a:off x="4077611" y="725656"/>
            <a:ext cx="50406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此处</a:t>
            </a:r>
            <a:endParaRPr lang="en-US" altLang="zh-CN" sz="5400" dirty="0">
              <a:solidFill>
                <a:srgbClr val="4D45BB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54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输入大标题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E93691-C8E2-457F-B071-495E5346D7F8}"/>
              </a:ext>
            </a:extLst>
          </p:cNvPr>
          <p:cNvSpPr txBox="1"/>
          <p:nvPr/>
        </p:nvSpPr>
        <p:spPr>
          <a:xfrm>
            <a:off x="1688612" y="4540301"/>
            <a:ext cx="1745251" cy="381964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此处输入一段文本</a:t>
            </a:r>
            <a:endParaRPr lang="en-US" altLang="zh-CN" sz="14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25FD0E-03B0-4CBA-B8E1-FBD3294EFEDF}"/>
              </a:ext>
            </a:extLst>
          </p:cNvPr>
          <p:cNvSpPr txBox="1"/>
          <p:nvPr/>
        </p:nvSpPr>
        <p:spPr>
          <a:xfrm rot="5400000">
            <a:off x="-625042" y="625042"/>
            <a:ext cx="1670711" cy="420628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4D45BB"/>
                </a:solidFill>
                <a:latin typeface="Roboto" panose="02000000000000000000" pitchFamily="2" charset="0"/>
                <a:ea typeface="Segoe UI Emoji" panose="020B0502040204020203" pitchFamily="34" charset="0"/>
              </a:rPr>
              <a:t>P A R T    0 1</a:t>
            </a:r>
            <a:endParaRPr lang="zh-CN" altLang="en-US" sz="1600" dirty="0">
              <a:solidFill>
                <a:srgbClr val="4D45BB"/>
              </a:solidFill>
              <a:latin typeface="Roboto" panose="02000000000000000000" pitchFamily="2" charset="0"/>
              <a:ea typeface="思源黑体 CN Light" panose="020B03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4EF406-90DD-41CA-883C-07489DFB57BD}"/>
              </a:ext>
            </a:extLst>
          </p:cNvPr>
          <p:cNvSpPr txBox="1"/>
          <p:nvPr/>
        </p:nvSpPr>
        <p:spPr>
          <a:xfrm>
            <a:off x="5589667" y="761229"/>
            <a:ext cx="3527979" cy="41581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4D45BB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A B O U T---</a:t>
            </a:r>
            <a:endParaRPr lang="zh-CN" altLang="en-US" sz="1600" dirty="0">
              <a:solidFill>
                <a:srgbClr val="4D45BB"/>
              </a:solidFill>
              <a:latin typeface="Segoe UI Emoji" panose="020B0502040204020203" pitchFamily="34" charset="0"/>
              <a:ea typeface="思源黑体 CN Light" panose="020B0300000000000000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6588207-80C9-4B52-B8C9-3ED4B638A949}"/>
              </a:ext>
            </a:extLst>
          </p:cNvPr>
          <p:cNvSpPr/>
          <p:nvPr/>
        </p:nvSpPr>
        <p:spPr>
          <a:xfrm>
            <a:off x="1196501" y="3100679"/>
            <a:ext cx="2580273" cy="2580273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3C6C0EE-72F1-42C2-B930-F2C8BA9D0D9D}"/>
              </a:ext>
            </a:extLst>
          </p:cNvPr>
          <p:cNvSpPr/>
          <p:nvPr/>
        </p:nvSpPr>
        <p:spPr>
          <a:xfrm>
            <a:off x="4773384" y="3100679"/>
            <a:ext cx="2580273" cy="2580273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BC0015-B84C-440F-83AC-652DE5BDB92F}"/>
              </a:ext>
            </a:extLst>
          </p:cNvPr>
          <p:cNvSpPr/>
          <p:nvPr/>
        </p:nvSpPr>
        <p:spPr>
          <a:xfrm>
            <a:off x="8350267" y="3100679"/>
            <a:ext cx="2580273" cy="2580273"/>
          </a:xfrm>
          <a:prstGeom prst="ellipse">
            <a:avLst/>
          </a:prstGeom>
          <a:noFill/>
          <a:ln w="762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DE42E2-2F39-4474-B849-49783048FE6B}"/>
              </a:ext>
            </a:extLst>
          </p:cNvPr>
          <p:cNvSpPr txBox="1"/>
          <p:nvPr/>
        </p:nvSpPr>
        <p:spPr>
          <a:xfrm>
            <a:off x="5288637" y="4527505"/>
            <a:ext cx="1773644" cy="394760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此处输入一段文本</a:t>
            </a:r>
            <a:endParaRPr lang="en-US" altLang="zh-CN" sz="14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C41CD93-74BD-413A-91BB-1E41F31CA609}"/>
              </a:ext>
            </a:extLst>
          </p:cNvPr>
          <p:cNvSpPr txBox="1"/>
          <p:nvPr/>
        </p:nvSpPr>
        <p:spPr>
          <a:xfrm>
            <a:off x="8842379" y="4540301"/>
            <a:ext cx="1838592" cy="381964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此处输入一段文本</a:t>
            </a:r>
            <a:endParaRPr lang="en-US" altLang="zh-CN" sz="14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5EB25AB-70CB-4E31-AC68-A34F6FA552FA}"/>
              </a:ext>
            </a:extLst>
          </p:cNvPr>
          <p:cNvSpPr txBox="1"/>
          <p:nvPr/>
        </p:nvSpPr>
        <p:spPr>
          <a:xfrm>
            <a:off x="2235908" y="3538858"/>
            <a:ext cx="1061770" cy="46166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4D45BB"/>
                </a:solidFill>
                <a:latin typeface="Roboto" panose="02000000000000000000" pitchFamily="2" charset="0"/>
                <a:ea typeface="Segoe UI Emoji" panose="020B0502040204020203" pitchFamily="34" charset="0"/>
              </a:rPr>
              <a:t>0 1</a:t>
            </a:r>
            <a:endParaRPr lang="zh-CN" altLang="en-US" dirty="0">
              <a:solidFill>
                <a:srgbClr val="4D45BB"/>
              </a:solidFill>
              <a:latin typeface="Roboto" panose="02000000000000000000" pitchFamily="2" charset="0"/>
              <a:ea typeface="思源黑体 CN Light" panose="020B0300000000000000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6FC23B2-33B5-4BD1-8CE3-3D9639B9F866}"/>
              </a:ext>
            </a:extLst>
          </p:cNvPr>
          <p:cNvSpPr txBox="1"/>
          <p:nvPr/>
        </p:nvSpPr>
        <p:spPr>
          <a:xfrm>
            <a:off x="5822172" y="3538857"/>
            <a:ext cx="1061770" cy="46166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4D45BB"/>
                </a:solidFill>
                <a:latin typeface="Roboto" panose="02000000000000000000" pitchFamily="2" charset="0"/>
                <a:ea typeface="Segoe UI Emoji" panose="020B0502040204020203" pitchFamily="34" charset="0"/>
              </a:rPr>
              <a:t>0 2</a:t>
            </a:r>
            <a:endParaRPr lang="zh-CN" altLang="en-US" dirty="0">
              <a:solidFill>
                <a:srgbClr val="4D45BB"/>
              </a:solidFill>
              <a:latin typeface="Roboto" panose="02000000000000000000" pitchFamily="2" charset="0"/>
              <a:ea typeface="思源黑体 CN Light" panose="020B03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5C1749-60AA-45B7-B3E5-742EDCAAD39D}"/>
              </a:ext>
            </a:extLst>
          </p:cNvPr>
          <p:cNvSpPr txBox="1"/>
          <p:nvPr/>
        </p:nvSpPr>
        <p:spPr>
          <a:xfrm>
            <a:off x="9425207" y="3538857"/>
            <a:ext cx="1061770" cy="46166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4D45BB"/>
                </a:solidFill>
                <a:latin typeface="Roboto" panose="02000000000000000000" pitchFamily="2" charset="0"/>
                <a:ea typeface="Segoe UI Emoji" panose="020B0502040204020203" pitchFamily="34" charset="0"/>
              </a:rPr>
              <a:t>0 3</a:t>
            </a:r>
            <a:endParaRPr lang="zh-CN" altLang="en-US" dirty="0">
              <a:solidFill>
                <a:srgbClr val="4D45BB"/>
              </a:solidFill>
              <a:latin typeface="Roboto" panose="02000000000000000000" pitchFamily="2" charset="0"/>
              <a:ea typeface="思源黑体 CN Light" panose="020B03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0FB295D-A290-44CD-8805-89AB7566AF8A}"/>
              </a:ext>
            </a:extLst>
          </p:cNvPr>
          <p:cNvSpPr txBox="1"/>
          <p:nvPr/>
        </p:nvSpPr>
        <p:spPr>
          <a:xfrm>
            <a:off x="2031523" y="3997902"/>
            <a:ext cx="1745251" cy="381964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插入标题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E1087C0-EA4D-4294-967E-01AB35E4C2DF}"/>
              </a:ext>
            </a:extLst>
          </p:cNvPr>
          <p:cNvSpPr txBox="1"/>
          <p:nvPr/>
        </p:nvSpPr>
        <p:spPr>
          <a:xfrm>
            <a:off x="5608406" y="3997901"/>
            <a:ext cx="1745251" cy="381964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插入标题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CB17A97-74AB-40CA-A2B8-E51468C23FD6}"/>
              </a:ext>
            </a:extLst>
          </p:cNvPr>
          <p:cNvSpPr txBox="1"/>
          <p:nvPr/>
        </p:nvSpPr>
        <p:spPr>
          <a:xfrm>
            <a:off x="9250248" y="3992317"/>
            <a:ext cx="1745251" cy="381964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插入标题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3B1EDE40-77F7-4432-A629-2F4DA1DA84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5842" y="374474"/>
            <a:ext cx="1488965" cy="41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20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12E28DB6-357C-474D-B31E-3EBEBEB205CE}"/>
              </a:ext>
            </a:extLst>
          </p:cNvPr>
          <p:cNvSpPr/>
          <p:nvPr/>
        </p:nvSpPr>
        <p:spPr>
          <a:xfrm>
            <a:off x="0" y="0"/>
            <a:ext cx="12192000" cy="6888926"/>
          </a:xfrm>
          <a:prstGeom prst="rect">
            <a:avLst/>
          </a:prstGeom>
          <a:solidFill>
            <a:srgbClr val="FF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4D1BE5-786E-459C-8496-4093F0861908}"/>
              </a:ext>
            </a:extLst>
          </p:cNvPr>
          <p:cNvSpPr txBox="1"/>
          <p:nvPr/>
        </p:nvSpPr>
        <p:spPr>
          <a:xfrm>
            <a:off x="913548" y="626542"/>
            <a:ext cx="50406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此处</a:t>
            </a:r>
            <a:endParaRPr lang="en-US" altLang="zh-CN" sz="5400" dirty="0">
              <a:solidFill>
                <a:srgbClr val="4D45BB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54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输入大标题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E93691-C8E2-457F-B071-495E5346D7F8}"/>
              </a:ext>
            </a:extLst>
          </p:cNvPr>
          <p:cNvSpPr txBox="1"/>
          <p:nvPr/>
        </p:nvSpPr>
        <p:spPr>
          <a:xfrm>
            <a:off x="5787846" y="1984046"/>
            <a:ext cx="2280706" cy="102829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此处输入一段文本，</a:t>
            </a:r>
            <a:endParaRPr lang="en-US" altLang="zh-CN" sz="14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此处，插入一段文本此处，插入一段。</a:t>
            </a:r>
            <a:endParaRPr lang="en-US" altLang="zh-CN" sz="14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25FD0E-03B0-4CBA-B8E1-FBD3294EFEDF}"/>
              </a:ext>
            </a:extLst>
          </p:cNvPr>
          <p:cNvSpPr txBox="1"/>
          <p:nvPr/>
        </p:nvSpPr>
        <p:spPr>
          <a:xfrm rot="5400000">
            <a:off x="-625042" y="625042"/>
            <a:ext cx="1670711" cy="420628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4D45BB"/>
                </a:solidFill>
                <a:latin typeface="Roboto" panose="02000000000000000000" pitchFamily="2" charset="0"/>
                <a:ea typeface="Segoe UI Emoji" panose="020B0502040204020203" pitchFamily="34" charset="0"/>
              </a:rPr>
              <a:t>P A R T    0 1</a:t>
            </a:r>
            <a:endParaRPr lang="zh-CN" altLang="en-US" sz="1600" dirty="0">
              <a:solidFill>
                <a:srgbClr val="4D45BB"/>
              </a:solidFill>
              <a:latin typeface="Roboto" panose="02000000000000000000" pitchFamily="2" charset="0"/>
              <a:ea typeface="思源黑体 CN Light" panose="020B03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4EF406-90DD-41CA-883C-07489DFB57BD}"/>
              </a:ext>
            </a:extLst>
          </p:cNvPr>
          <p:cNvSpPr txBox="1"/>
          <p:nvPr/>
        </p:nvSpPr>
        <p:spPr>
          <a:xfrm>
            <a:off x="1002803" y="2267590"/>
            <a:ext cx="3527979" cy="41581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4D45BB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A B O U T---</a:t>
            </a:r>
            <a:endParaRPr lang="zh-CN" altLang="en-US" sz="1600" dirty="0">
              <a:solidFill>
                <a:srgbClr val="4D45BB"/>
              </a:solidFill>
              <a:latin typeface="Segoe UI Emoji" panose="020B0502040204020203" pitchFamily="34" charset="0"/>
              <a:ea typeface="思源黑体 CN Light" panose="020B03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5EB25AB-70CB-4E31-AC68-A34F6FA552FA}"/>
              </a:ext>
            </a:extLst>
          </p:cNvPr>
          <p:cNvSpPr txBox="1"/>
          <p:nvPr/>
        </p:nvSpPr>
        <p:spPr>
          <a:xfrm>
            <a:off x="5787846" y="782280"/>
            <a:ext cx="1641309" cy="880306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4D45BB"/>
                </a:solidFill>
                <a:latin typeface="Roboto" panose="02000000000000000000" pitchFamily="2" charset="0"/>
                <a:ea typeface="思源黑体 CN Normal" panose="020B0400000000000000" pitchFamily="34" charset="-122"/>
              </a:rPr>
              <a:t>01-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4D45BB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插入标题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0FB295D-A290-44CD-8805-89AB7566AF8A}"/>
              </a:ext>
            </a:extLst>
          </p:cNvPr>
          <p:cNvSpPr txBox="1"/>
          <p:nvPr/>
        </p:nvSpPr>
        <p:spPr>
          <a:xfrm>
            <a:off x="913548" y="3469463"/>
            <a:ext cx="3123717" cy="70512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插入一段文本插入一段文本插入一段文本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4BE21D3-D63B-4619-B652-9142EE806CC8}"/>
              </a:ext>
            </a:extLst>
          </p:cNvPr>
          <p:cNvSpPr txBox="1"/>
          <p:nvPr/>
        </p:nvSpPr>
        <p:spPr>
          <a:xfrm>
            <a:off x="9325616" y="1984046"/>
            <a:ext cx="2280706" cy="102829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此处输入一段文本，</a:t>
            </a:r>
            <a:endParaRPr lang="en-US" altLang="zh-CN" sz="14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此处，插入一段文本此处，插入一段。</a:t>
            </a:r>
            <a:endParaRPr lang="en-US" altLang="zh-CN" sz="14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E0655DA-5AF2-4B06-94B8-60ACF079D4FD}"/>
              </a:ext>
            </a:extLst>
          </p:cNvPr>
          <p:cNvSpPr txBox="1"/>
          <p:nvPr/>
        </p:nvSpPr>
        <p:spPr>
          <a:xfrm>
            <a:off x="5787846" y="5278542"/>
            <a:ext cx="2280706" cy="102829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此处输入一段文本，</a:t>
            </a:r>
            <a:endParaRPr lang="en-US" altLang="zh-CN" sz="14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此处，插入一段文本此处，插入一段。</a:t>
            </a:r>
            <a:endParaRPr lang="en-US" altLang="zh-CN" sz="14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7B1FD2F-9030-4424-9EE9-03BEA828ECE7}"/>
              </a:ext>
            </a:extLst>
          </p:cNvPr>
          <p:cNvSpPr txBox="1"/>
          <p:nvPr/>
        </p:nvSpPr>
        <p:spPr>
          <a:xfrm>
            <a:off x="9325616" y="5278541"/>
            <a:ext cx="2280706" cy="102829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此处输入一段文本，</a:t>
            </a:r>
            <a:endParaRPr lang="en-US" altLang="zh-CN" sz="14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此处，插入一段文本此处，插入一段。</a:t>
            </a:r>
            <a:endParaRPr lang="en-US" altLang="zh-CN" sz="14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1D39D16-7C3D-4CCC-827D-8985E82F8804}"/>
              </a:ext>
            </a:extLst>
          </p:cNvPr>
          <p:cNvSpPr txBox="1"/>
          <p:nvPr/>
        </p:nvSpPr>
        <p:spPr>
          <a:xfrm>
            <a:off x="9325616" y="790406"/>
            <a:ext cx="1641309" cy="880306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4D45BB"/>
                </a:solidFill>
                <a:latin typeface="Roboto" panose="02000000000000000000" pitchFamily="2" charset="0"/>
                <a:ea typeface="思源黑体 CN Normal" panose="020B0400000000000000" pitchFamily="34" charset="-122"/>
              </a:rPr>
              <a:t>02-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4D45BB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插入标题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60DADF7-E6D9-40B6-8507-3B86746F1B00}"/>
              </a:ext>
            </a:extLst>
          </p:cNvPr>
          <p:cNvSpPr txBox="1"/>
          <p:nvPr/>
        </p:nvSpPr>
        <p:spPr>
          <a:xfrm>
            <a:off x="5787846" y="4133475"/>
            <a:ext cx="1641309" cy="880306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4D45BB"/>
                </a:solidFill>
                <a:latin typeface="Roboto" panose="02000000000000000000" pitchFamily="2" charset="0"/>
                <a:ea typeface="思源黑体 CN Normal" panose="020B0400000000000000" pitchFamily="34" charset="-122"/>
              </a:rPr>
              <a:t>03-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4D45BB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插入标题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74CC0CE-F8AD-48AD-8D0E-08759F530D68}"/>
              </a:ext>
            </a:extLst>
          </p:cNvPr>
          <p:cNvSpPr txBox="1"/>
          <p:nvPr/>
        </p:nvSpPr>
        <p:spPr>
          <a:xfrm>
            <a:off x="9325616" y="4133475"/>
            <a:ext cx="1641309" cy="880306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4D45BB"/>
                </a:solidFill>
                <a:latin typeface="Roboto" panose="02000000000000000000" pitchFamily="2" charset="0"/>
                <a:ea typeface="思源黑体 CN Normal" panose="020B0400000000000000" pitchFamily="34" charset="-122"/>
              </a:rPr>
              <a:t>04-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4D45BB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插入标题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EF9E20E-39ED-46E9-A5E9-19046B404E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5842" y="374474"/>
            <a:ext cx="1488965" cy="41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642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8B76565-1A98-4BC4-AF03-0F4C02B05F35}"/>
              </a:ext>
            </a:extLst>
          </p:cNvPr>
          <p:cNvSpPr/>
          <p:nvPr/>
        </p:nvSpPr>
        <p:spPr>
          <a:xfrm>
            <a:off x="0" y="0"/>
            <a:ext cx="12192000" cy="6888926"/>
          </a:xfrm>
          <a:prstGeom prst="rect">
            <a:avLst/>
          </a:prstGeom>
          <a:solidFill>
            <a:srgbClr val="FF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4F73438-A817-45E1-8D9A-3289DD066C1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>
          <a:xfrm rot="10800000">
            <a:off x="0" y="0"/>
            <a:ext cx="12192006" cy="6858000"/>
          </a:xfrm>
          <a:prstGeom prst="rect">
            <a:avLst/>
          </a:prstGeom>
          <a:noFill/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14D1BE5-786E-459C-8496-4093F0861908}"/>
              </a:ext>
            </a:extLst>
          </p:cNvPr>
          <p:cNvSpPr txBox="1"/>
          <p:nvPr/>
        </p:nvSpPr>
        <p:spPr>
          <a:xfrm>
            <a:off x="4077611" y="1181313"/>
            <a:ext cx="50406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此处</a:t>
            </a:r>
            <a:endParaRPr lang="en-US" altLang="zh-CN" sz="5400" dirty="0">
              <a:solidFill>
                <a:srgbClr val="4D45BB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54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输入大标题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E93691-C8E2-457F-B071-495E5346D7F8}"/>
              </a:ext>
            </a:extLst>
          </p:cNvPr>
          <p:cNvSpPr txBox="1"/>
          <p:nvPr/>
        </p:nvSpPr>
        <p:spPr>
          <a:xfrm>
            <a:off x="4170019" y="2935639"/>
            <a:ext cx="4948222" cy="381964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此处输入一段文本此处输入一段文本，此处输入一段文本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11596C-9014-44D0-BDA8-7CB775E1FAA8}"/>
              </a:ext>
            </a:extLst>
          </p:cNvPr>
          <p:cNvSpPr txBox="1"/>
          <p:nvPr/>
        </p:nvSpPr>
        <p:spPr>
          <a:xfrm>
            <a:off x="1614035" y="3927019"/>
            <a:ext cx="3527979" cy="46467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4D45BB"/>
                </a:solidFill>
                <a:latin typeface="思源黑体旧字形 Light" panose="020B0300000000000000" pitchFamily="34" charset="-128"/>
                <a:ea typeface="思源黑体旧字形 Light" panose="020B0300000000000000" pitchFamily="34" charset="-128"/>
              </a:rPr>
              <a:t>小标题</a:t>
            </a:r>
            <a:r>
              <a:rPr lang="en-US" altLang="zh-CN" dirty="0">
                <a:solidFill>
                  <a:srgbClr val="4D45BB"/>
                </a:solidFill>
                <a:latin typeface="思源黑体旧字形 Light" panose="020B0300000000000000" pitchFamily="34" charset="-128"/>
                <a:ea typeface="思源黑体旧字形 Light" panose="020B0300000000000000" pitchFamily="34" charset="-128"/>
              </a:rPr>
              <a:t>--</a:t>
            </a:r>
            <a:endParaRPr lang="zh-CN" altLang="en-US" dirty="0">
              <a:solidFill>
                <a:srgbClr val="4D45BB"/>
              </a:solidFill>
              <a:latin typeface="思源黑体旧字形 Light" panose="020B0300000000000000" pitchFamily="34" charset="-128"/>
              <a:ea typeface="思源黑体旧字形 Light" panose="020B0300000000000000" pitchFamily="34" charset="-128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B9FD39D-B236-451E-9027-4651326D9E62}"/>
              </a:ext>
            </a:extLst>
          </p:cNvPr>
          <p:cNvSpPr txBox="1"/>
          <p:nvPr/>
        </p:nvSpPr>
        <p:spPr>
          <a:xfrm>
            <a:off x="1614035" y="4354319"/>
            <a:ext cx="8219921" cy="1674626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此处输入一段文本此处输入一段文本，此处输入一段文本，此处，插入一段文本文本文本，此处插入一段文本，此处插入一段文本此处插入一段文本，此处插入一段文本，插入一段文本。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此处，输入一段文本此处输入一，段文本此处输入一段文本，此处插入一段，文本文本文本此处插入一段文本，此处插入一段文本此处插入一段文本，此处插入一段文本插入一段文本。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14D99B5-0114-4848-AA7F-F8342F57A2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662" y="6160983"/>
            <a:ext cx="1672849" cy="46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71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B306C4F-975D-4096-A299-8DD5C83E9BDF}"/>
              </a:ext>
            </a:extLst>
          </p:cNvPr>
          <p:cNvSpPr/>
          <p:nvPr/>
        </p:nvSpPr>
        <p:spPr>
          <a:xfrm>
            <a:off x="0" y="0"/>
            <a:ext cx="12192000" cy="6888926"/>
          </a:xfrm>
          <a:prstGeom prst="rect">
            <a:avLst/>
          </a:prstGeom>
          <a:solidFill>
            <a:srgbClr val="FF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3B214AE-5627-47FE-91F4-A6C16C1A4D30}"/>
              </a:ext>
            </a:extLst>
          </p:cNvPr>
          <p:cNvSpPr txBox="1"/>
          <p:nvPr/>
        </p:nvSpPr>
        <p:spPr>
          <a:xfrm>
            <a:off x="2094851" y="1257300"/>
            <a:ext cx="7863840" cy="4343400"/>
          </a:xfrm>
          <a:prstGeom prst="rect">
            <a:avLst/>
          </a:prstGeom>
          <a:noFill/>
          <a:ln w="60325" cap="rnd" cmpd="sng">
            <a:solidFill>
              <a:schemeClr val="bg1">
                <a:lumMod val="85000"/>
              </a:schemeClr>
            </a:solidFill>
            <a:prstDash val="solid"/>
            <a:round/>
          </a:ln>
          <a:effectLst>
            <a:glow>
              <a:schemeClr val="bg2">
                <a:lumMod val="90000"/>
                <a:alpha val="99000"/>
              </a:schemeClr>
            </a:glow>
          </a:effectLst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4D1BE5-786E-459C-8496-4093F0861908}"/>
              </a:ext>
            </a:extLst>
          </p:cNvPr>
          <p:cNvSpPr txBox="1"/>
          <p:nvPr/>
        </p:nvSpPr>
        <p:spPr>
          <a:xfrm>
            <a:off x="4489436" y="2794669"/>
            <a:ext cx="5040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第二部分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E93691-C8E2-457F-B071-495E5346D7F8}"/>
              </a:ext>
            </a:extLst>
          </p:cNvPr>
          <p:cNvSpPr txBox="1"/>
          <p:nvPr/>
        </p:nvSpPr>
        <p:spPr>
          <a:xfrm>
            <a:off x="8242485" y="5622918"/>
            <a:ext cx="2106930" cy="381964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4D45BB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--- </a:t>
            </a:r>
            <a:r>
              <a:rPr lang="zh-CN" altLang="en-US" sz="1400" dirty="0">
                <a:solidFill>
                  <a:srgbClr val="4D45BB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汇 报 人 ：甲 乙 丙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11596C-9014-44D0-BDA8-7CB775E1FAA8}"/>
              </a:ext>
            </a:extLst>
          </p:cNvPr>
          <p:cNvSpPr txBox="1"/>
          <p:nvPr/>
        </p:nvSpPr>
        <p:spPr>
          <a:xfrm>
            <a:off x="1988402" y="841481"/>
            <a:ext cx="3527979" cy="41581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4D45BB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ABOUT</a:t>
            </a:r>
            <a:endParaRPr lang="zh-CN" altLang="en-US" sz="1600" dirty="0">
              <a:solidFill>
                <a:srgbClr val="4D45BB"/>
              </a:solidFill>
              <a:latin typeface="Segoe UI Emoji" panose="020B0502040204020203" pitchFamily="34" charset="0"/>
              <a:ea typeface="思源黑体 CN Light" panose="020B03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25FD0E-03B0-4CBA-B8E1-FBD3294EFEDF}"/>
              </a:ext>
            </a:extLst>
          </p:cNvPr>
          <p:cNvSpPr txBox="1"/>
          <p:nvPr/>
        </p:nvSpPr>
        <p:spPr>
          <a:xfrm>
            <a:off x="5245761" y="3902985"/>
            <a:ext cx="3527979" cy="46166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4D45BB"/>
                </a:solidFill>
                <a:latin typeface="Roboto" panose="02000000000000000000" pitchFamily="2" charset="0"/>
                <a:ea typeface="Segoe UI Emoji" panose="020B0502040204020203" pitchFamily="34" charset="0"/>
              </a:rPr>
              <a:t>P A R T    0 2</a:t>
            </a:r>
            <a:endParaRPr lang="zh-CN" altLang="en-US" dirty="0">
              <a:solidFill>
                <a:srgbClr val="4D45BB"/>
              </a:solidFill>
              <a:latin typeface="Roboto" panose="02000000000000000000" pitchFamily="2" charset="0"/>
              <a:ea typeface="思源黑体 CN Light" panose="020B03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4EF406-90DD-41CA-883C-07489DFB57BD}"/>
              </a:ext>
            </a:extLst>
          </p:cNvPr>
          <p:cNvSpPr txBox="1"/>
          <p:nvPr/>
        </p:nvSpPr>
        <p:spPr>
          <a:xfrm>
            <a:off x="3147642" y="841480"/>
            <a:ext cx="3527979" cy="41581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4D45BB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A B O U T---</a:t>
            </a:r>
            <a:endParaRPr lang="zh-CN" altLang="en-US" sz="1600" dirty="0">
              <a:solidFill>
                <a:srgbClr val="4D45BB"/>
              </a:solidFill>
              <a:latin typeface="Segoe UI Emoji" panose="020B0502040204020203" pitchFamily="34" charset="0"/>
              <a:ea typeface="思源黑体 CN Light" panose="020B0300000000000000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27E4014-2728-441F-9D19-81F9EF4A5C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5842" y="374474"/>
            <a:ext cx="1488965" cy="41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8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F08DFFA8-086D-49FD-8F94-494221655633}"/>
              </a:ext>
            </a:extLst>
          </p:cNvPr>
          <p:cNvSpPr/>
          <p:nvPr/>
        </p:nvSpPr>
        <p:spPr>
          <a:xfrm>
            <a:off x="0" y="0"/>
            <a:ext cx="12192000" cy="6888926"/>
          </a:xfrm>
          <a:prstGeom prst="rect">
            <a:avLst/>
          </a:prstGeom>
          <a:solidFill>
            <a:srgbClr val="FF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4D1BE5-786E-459C-8496-4093F0861908}"/>
              </a:ext>
            </a:extLst>
          </p:cNvPr>
          <p:cNvSpPr txBox="1"/>
          <p:nvPr/>
        </p:nvSpPr>
        <p:spPr>
          <a:xfrm>
            <a:off x="543266" y="1953921"/>
            <a:ext cx="504063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此处</a:t>
            </a:r>
            <a:endParaRPr lang="en-US" altLang="zh-CN" sz="5400" dirty="0">
              <a:solidFill>
                <a:srgbClr val="4D45BB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54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输入</a:t>
            </a:r>
            <a:endParaRPr lang="en-US" altLang="zh-CN" sz="5400" dirty="0">
              <a:solidFill>
                <a:srgbClr val="4D45BB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54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大标题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E93691-C8E2-457F-B071-495E5346D7F8}"/>
              </a:ext>
            </a:extLst>
          </p:cNvPr>
          <p:cNvSpPr txBox="1"/>
          <p:nvPr/>
        </p:nvSpPr>
        <p:spPr>
          <a:xfrm>
            <a:off x="5141930" y="2126093"/>
            <a:ext cx="1745251" cy="381964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此处输入一段文本</a:t>
            </a:r>
            <a:endParaRPr lang="en-US" altLang="zh-CN" sz="14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25FD0E-03B0-4CBA-B8E1-FBD3294EFEDF}"/>
              </a:ext>
            </a:extLst>
          </p:cNvPr>
          <p:cNvSpPr txBox="1"/>
          <p:nvPr/>
        </p:nvSpPr>
        <p:spPr>
          <a:xfrm rot="5400000">
            <a:off x="-625042" y="625042"/>
            <a:ext cx="1670711" cy="420628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4D45BB"/>
                </a:solidFill>
                <a:latin typeface="Roboto" panose="02000000000000000000" pitchFamily="2" charset="0"/>
                <a:ea typeface="Segoe UI Emoji" panose="020B0502040204020203" pitchFamily="34" charset="0"/>
              </a:rPr>
              <a:t>P A R T    0 2</a:t>
            </a:r>
            <a:endParaRPr lang="zh-CN" altLang="en-US" sz="1600" dirty="0">
              <a:solidFill>
                <a:srgbClr val="4D45BB"/>
              </a:solidFill>
              <a:latin typeface="Roboto" panose="02000000000000000000" pitchFamily="2" charset="0"/>
              <a:ea typeface="思源黑体 CN Light" panose="020B03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4EF406-90DD-41CA-883C-07489DFB57BD}"/>
              </a:ext>
            </a:extLst>
          </p:cNvPr>
          <p:cNvSpPr txBox="1"/>
          <p:nvPr/>
        </p:nvSpPr>
        <p:spPr>
          <a:xfrm>
            <a:off x="614043" y="4503907"/>
            <a:ext cx="3527979" cy="41581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4D45BB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A B O U T---</a:t>
            </a:r>
            <a:endParaRPr lang="zh-CN" altLang="en-US" sz="1600" dirty="0">
              <a:solidFill>
                <a:srgbClr val="4D45BB"/>
              </a:solidFill>
              <a:latin typeface="Segoe UI Emoji" panose="020B0502040204020203" pitchFamily="34" charset="0"/>
              <a:ea typeface="思源黑体 CN Light" panose="020B03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CDE42E2-2F39-4474-B849-49783048FE6B}"/>
              </a:ext>
            </a:extLst>
          </p:cNvPr>
          <p:cNvSpPr txBox="1"/>
          <p:nvPr/>
        </p:nvSpPr>
        <p:spPr>
          <a:xfrm>
            <a:off x="8977873" y="2099684"/>
            <a:ext cx="1773644" cy="394760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此处输入一段文本</a:t>
            </a:r>
            <a:endParaRPr lang="en-US" altLang="zh-CN" sz="14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C41CD93-74BD-413A-91BB-1E41F31CA609}"/>
              </a:ext>
            </a:extLst>
          </p:cNvPr>
          <p:cNvSpPr txBox="1"/>
          <p:nvPr/>
        </p:nvSpPr>
        <p:spPr>
          <a:xfrm>
            <a:off x="5076972" y="4640333"/>
            <a:ext cx="1838592" cy="381964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此处输入一段文本</a:t>
            </a:r>
            <a:endParaRPr lang="en-US" altLang="zh-CN" sz="14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5EB25AB-70CB-4E31-AC68-A34F6FA552FA}"/>
              </a:ext>
            </a:extLst>
          </p:cNvPr>
          <p:cNvSpPr txBox="1"/>
          <p:nvPr/>
        </p:nvSpPr>
        <p:spPr>
          <a:xfrm>
            <a:off x="5689226" y="1124650"/>
            <a:ext cx="1061770" cy="46166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4D45BB"/>
                </a:solidFill>
                <a:latin typeface="Roboto" panose="02000000000000000000" pitchFamily="2" charset="0"/>
                <a:ea typeface="Segoe UI Emoji" panose="020B0502040204020203" pitchFamily="34" charset="0"/>
              </a:rPr>
              <a:t>0 1</a:t>
            </a:r>
            <a:endParaRPr lang="zh-CN" altLang="en-US" dirty="0">
              <a:solidFill>
                <a:srgbClr val="4D45BB"/>
              </a:solidFill>
              <a:latin typeface="Roboto" panose="02000000000000000000" pitchFamily="2" charset="0"/>
              <a:ea typeface="思源黑体 CN Light" panose="020B0300000000000000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6FC23B2-33B5-4BD1-8CE3-3D9639B9F866}"/>
              </a:ext>
            </a:extLst>
          </p:cNvPr>
          <p:cNvSpPr txBox="1"/>
          <p:nvPr/>
        </p:nvSpPr>
        <p:spPr>
          <a:xfrm>
            <a:off x="9511408" y="1111036"/>
            <a:ext cx="1061770" cy="46166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4D45BB"/>
                </a:solidFill>
                <a:latin typeface="Roboto" panose="02000000000000000000" pitchFamily="2" charset="0"/>
                <a:ea typeface="Segoe UI Emoji" panose="020B0502040204020203" pitchFamily="34" charset="0"/>
              </a:rPr>
              <a:t>0 2</a:t>
            </a:r>
            <a:endParaRPr lang="zh-CN" altLang="en-US" dirty="0">
              <a:solidFill>
                <a:srgbClr val="4D45BB"/>
              </a:solidFill>
              <a:latin typeface="Roboto" panose="02000000000000000000" pitchFamily="2" charset="0"/>
              <a:ea typeface="思源黑体 CN Light" panose="020B03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5C1749-60AA-45B7-B3E5-742EDCAAD39D}"/>
              </a:ext>
            </a:extLst>
          </p:cNvPr>
          <p:cNvSpPr txBox="1"/>
          <p:nvPr/>
        </p:nvSpPr>
        <p:spPr>
          <a:xfrm>
            <a:off x="5659800" y="3638889"/>
            <a:ext cx="1061770" cy="46166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4D45BB"/>
                </a:solidFill>
                <a:latin typeface="Roboto" panose="02000000000000000000" pitchFamily="2" charset="0"/>
                <a:ea typeface="Segoe UI Emoji" panose="020B0502040204020203" pitchFamily="34" charset="0"/>
              </a:rPr>
              <a:t>0 3</a:t>
            </a:r>
            <a:endParaRPr lang="zh-CN" altLang="en-US" dirty="0">
              <a:solidFill>
                <a:srgbClr val="4D45BB"/>
              </a:solidFill>
              <a:latin typeface="Roboto" panose="02000000000000000000" pitchFamily="2" charset="0"/>
              <a:ea typeface="思源黑体 CN Light" panose="020B03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0FB295D-A290-44CD-8805-89AB7566AF8A}"/>
              </a:ext>
            </a:extLst>
          </p:cNvPr>
          <p:cNvSpPr txBox="1"/>
          <p:nvPr/>
        </p:nvSpPr>
        <p:spPr>
          <a:xfrm>
            <a:off x="5484841" y="1583694"/>
            <a:ext cx="1745251" cy="381964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插入标题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E1087C0-EA4D-4294-967E-01AB35E4C2DF}"/>
              </a:ext>
            </a:extLst>
          </p:cNvPr>
          <p:cNvSpPr txBox="1"/>
          <p:nvPr/>
        </p:nvSpPr>
        <p:spPr>
          <a:xfrm>
            <a:off x="9297642" y="1570080"/>
            <a:ext cx="1745251" cy="381964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插入标题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CB17A97-74AB-40CA-A2B8-E51468C23FD6}"/>
              </a:ext>
            </a:extLst>
          </p:cNvPr>
          <p:cNvSpPr txBox="1"/>
          <p:nvPr/>
        </p:nvSpPr>
        <p:spPr>
          <a:xfrm>
            <a:off x="5484841" y="4092349"/>
            <a:ext cx="1745251" cy="381964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插入标题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" name="流程图: 终止 1">
            <a:extLst>
              <a:ext uri="{FF2B5EF4-FFF2-40B4-BE49-F238E27FC236}">
                <a16:creationId xmlns:a16="http://schemas.microsoft.com/office/drawing/2014/main" id="{D4FF75DE-D366-4530-A87C-062B8022CA7E}"/>
              </a:ext>
            </a:extLst>
          </p:cNvPr>
          <p:cNvSpPr/>
          <p:nvPr/>
        </p:nvSpPr>
        <p:spPr>
          <a:xfrm>
            <a:off x="4450419" y="1130993"/>
            <a:ext cx="2905329" cy="1536970"/>
          </a:xfrm>
          <a:prstGeom prst="flowChartTerminator">
            <a:avLst/>
          </a:prstGeom>
          <a:noFill/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流程图: 终止 22">
            <a:extLst>
              <a:ext uri="{FF2B5EF4-FFF2-40B4-BE49-F238E27FC236}">
                <a16:creationId xmlns:a16="http://schemas.microsoft.com/office/drawing/2014/main" id="{C38442A3-1B1D-4402-BA3A-300E368270D8}"/>
              </a:ext>
            </a:extLst>
          </p:cNvPr>
          <p:cNvSpPr/>
          <p:nvPr/>
        </p:nvSpPr>
        <p:spPr>
          <a:xfrm>
            <a:off x="8277485" y="1124650"/>
            <a:ext cx="2905329" cy="1536970"/>
          </a:xfrm>
          <a:prstGeom prst="flowChartTerminator">
            <a:avLst/>
          </a:prstGeom>
          <a:noFill/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终止 23">
            <a:extLst>
              <a:ext uri="{FF2B5EF4-FFF2-40B4-BE49-F238E27FC236}">
                <a16:creationId xmlns:a16="http://schemas.microsoft.com/office/drawing/2014/main" id="{4EDB4750-061E-42DF-BE02-956C8E1CF77B}"/>
              </a:ext>
            </a:extLst>
          </p:cNvPr>
          <p:cNvSpPr/>
          <p:nvPr/>
        </p:nvSpPr>
        <p:spPr>
          <a:xfrm>
            <a:off x="4457833" y="3664789"/>
            <a:ext cx="2905329" cy="1536970"/>
          </a:xfrm>
          <a:prstGeom prst="flowChartTerminator">
            <a:avLst/>
          </a:prstGeom>
          <a:noFill/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流程图: 终止 24">
            <a:extLst>
              <a:ext uri="{FF2B5EF4-FFF2-40B4-BE49-F238E27FC236}">
                <a16:creationId xmlns:a16="http://schemas.microsoft.com/office/drawing/2014/main" id="{755D1C25-4B55-4414-951E-4ED7C5FE49BF}"/>
              </a:ext>
            </a:extLst>
          </p:cNvPr>
          <p:cNvSpPr/>
          <p:nvPr/>
        </p:nvSpPr>
        <p:spPr>
          <a:xfrm>
            <a:off x="8277485" y="3654606"/>
            <a:ext cx="2905329" cy="1536970"/>
          </a:xfrm>
          <a:prstGeom prst="flowChartTerminator">
            <a:avLst/>
          </a:prstGeom>
          <a:noFill/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9FC529B-9FF1-4DE7-AFCB-A5563D205AB0}"/>
              </a:ext>
            </a:extLst>
          </p:cNvPr>
          <p:cNvSpPr txBox="1"/>
          <p:nvPr/>
        </p:nvSpPr>
        <p:spPr>
          <a:xfrm>
            <a:off x="8909107" y="4669927"/>
            <a:ext cx="1838592" cy="381964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2">
                    <a:lumMod val="25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此处输入一段文本</a:t>
            </a:r>
            <a:endParaRPr lang="en-US" altLang="zh-CN" sz="1400" dirty="0">
              <a:solidFill>
                <a:schemeClr val="bg2">
                  <a:lumMod val="25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788DB7C-59FB-41FD-88AB-0A6E968A9499}"/>
              </a:ext>
            </a:extLst>
          </p:cNvPr>
          <p:cNvSpPr txBox="1"/>
          <p:nvPr/>
        </p:nvSpPr>
        <p:spPr>
          <a:xfrm>
            <a:off x="9491935" y="3668483"/>
            <a:ext cx="1061770" cy="46166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4D45BB"/>
                </a:solidFill>
                <a:latin typeface="Roboto" panose="02000000000000000000" pitchFamily="2" charset="0"/>
                <a:ea typeface="Segoe UI Emoji" panose="020B0502040204020203" pitchFamily="34" charset="0"/>
              </a:rPr>
              <a:t>0 4</a:t>
            </a:r>
            <a:endParaRPr lang="zh-CN" altLang="en-US" dirty="0">
              <a:solidFill>
                <a:srgbClr val="4D45BB"/>
              </a:solidFill>
              <a:latin typeface="Roboto" panose="02000000000000000000" pitchFamily="2" charset="0"/>
              <a:ea typeface="思源黑体 CN Light" panose="020B03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963A040-B118-43F7-94A3-FE3B153D5415}"/>
              </a:ext>
            </a:extLst>
          </p:cNvPr>
          <p:cNvSpPr txBox="1"/>
          <p:nvPr/>
        </p:nvSpPr>
        <p:spPr>
          <a:xfrm>
            <a:off x="9316976" y="4121943"/>
            <a:ext cx="1745251" cy="381964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插入标题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0639AD72-45E8-42D4-8FE3-D3C48BAD71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5842" y="374474"/>
            <a:ext cx="1488965" cy="41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114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8B8C962-A31A-45B5-9A87-8CD82404178C}"/>
              </a:ext>
            </a:extLst>
          </p:cNvPr>
          <p:cNvSpPr/>
          <p:nvPr/>
        </p:nvSpPr>
        <p:spPr>
          <a:xfrm>
            <a:off x="0" y="0"/>
            <a:ext cx="12192000" cy="6888926"/>
          </a:xfrm>
          <a:prstGeom prst="rect">
            <a:avLst/>
          </a:prstGeom>
          <a:solidFill>
            <a:srgbClr val="FF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4D1BE5-786E-459C-8496-4093F0861908}"/>
              </a:ext>
            </a:extLst>
          </p:cNvPr>
          <p:cNvSpPr txBox="1"/>
          <p:nvPr/>
        </p:nvSpPr>
        <p:spPr>
          <a:xfrm>
            <a:off x="1966988" y="228497"/>
            <a:ext cx="50406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此处</a:t>
            </a:r>
            <a:endParaRPr lang="en-US" altLang="zh-CN" sz="5400" dirty="0">
              <a:solidFill>
                <a:srgbClr val="4D45BB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54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输入大标题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25FD0E-03B0-4CBA-B8E1-FBD3294EFEDF}"/>
              </a:ext>
            </a:extLst>
          </p:cNvPr>
          <p:cNvSpPr txBox="1"/>
          <p:nvPr/>
        </p:nvSpPr>
        <p:spPr>
          <a:xfrm rot="5400000">
            <a:off x="-625042" y="625042"/>
            <a:ext cx="1670711" cy="420628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4D45BB"/>
                </a:solidFill>
                <a:latin typeface="Roboto" panose="02000000000000000000" pitchFamily="2" charset="0"/>
                <a:ea typeface="Segoe UI Emoji" panose="020B0502040204020203" pitchFamily="34" charset="0"/>
              </a:rPr>
              <a:t>P A R T    0 2</a:t>
            </a:r>
            <a:endParaRPr lang="zh-CN" altLang="en-US" sz="1600" dirty="0">
              <a:solidFill>
                <a:srgbClr val="4D45BB"/>
              </a:solidFill>
              <a:latin typeface="Roboto" panose="02000000000000000000" pitchFamily="2" charset="0"/>
              <a:ea typeface="思源黑体 CN Light" panose="020B03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4EF406-90DD-41CA-883C-07489DFB57BD}"/>
              </a:ext>
            </a:extLst>
          </p:cNvPr>
          <p:cNvSpPr txBox="1"/>
          <p:nvPr/>
        </p:nvSpPr>
        <p:spPr>
          <a:xfrm>
            <a:off x="689976" y="272374"/>
            <a:ext cx="3527979" cy="41581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4D45BB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A B O U T ---</a:t>
            </a:r>
            <a:endParaRPr lang="zh-CN" altLang="en-US" sz="1600" dirty="0">
              <a:solidFill>
                <a:srgbClr val="4D45BB"/>
              </a:solidFill>
              <a:latin typeface="Segoe UI Emoji" panose="020B0502040204020203" pitchFamily="34" charset="0"/>
              <a:ea typeface="思源黑体 CN Light" panose="020B03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EBBCBC4-DD83-4650-9FAD-07DB7755AFAB}"/>
              </a:ext>
            </a:extLst>
          </p:cNvPr>
          <p:cNvSpPr txBox="1"/>
          <p:nvPr/>
        </p:nvSpPr>
        <p:spPr>
          <a:xfrm>
            <a:off x="5684196" y="1462802"/>
            <a:ext cx="1160833" cy="41581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4D45BB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--- ABOUT</a:t>
            </a:r>
            <a:endParaRPr lang="zh-CN" altLang="en-US" sz="1600" dirty="0">
              <a:solidFill>
                <a:srgbClr val="4D45BB"/>
              </a:solidFill>
              <a:latin typeface="Segoe UI Emoji" panose="020B0502040204020203" pitchFamily="34" charset="0"/>
              <a:ea typeface="思源黑体 CN Light" panose="020B0300000000000000" pitchFamily="34" charset="-122"/>
            </a:endParaRPr>
          </a:p>
        </p:txBody>
      </p:sp>
      <p:sp>
        <p:nvSpPr>
          <p:cNvPr id="5" name="不完整圆 4">
            <a:extLst>
              <a:ext uri="{FF2B5EF4-FFF2-40B4-BE49-F238E27FC236}">
                <a16:creationId xmlns:a16="http://schemas.microsoft.com/office/drawing/2014/main" id="{4D9B0F19-8A9F-4A76-91EF-F210F4CB9069}"/>
              </a:ext>
            </a:extLst>
          </p:cNvPr>
          <p:cNvSpPr/>
          <p:nvPr/>
        </p:nvSpPr>
        <p:spPr>
          <a:xfrm>
            <a:off x="6404650" y="2724003"/>
            <a:ext cx="3488380" cy="3462789"/>
          </a:xfrm>
          <a:prstGeom prst="pie">
            <a:avLst/>
          </a:prstGeom>
          <a:solidFill>
            <a:srgbClr val="5151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A366B08-3F3E-49F8-98D1-E8930746204F}"/>
              </a:ext>
            </a:extLst>
          </p:cNvPr>
          <p:cNvSpPr txBox="1"/>
          <p:nvPr/>
        </p:nvSpPr>
        <p:spPr>
          <a:xfrm>
            <a:off x="1893045" y="2658391"/>
            <a:ext cx="2704289" cy="751296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思源黑体 CN Light" panose="020B0300000000000000" pitchFamily="34" charset="-122"/>
              </a:rPr>
              <a:t>01  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插入一段文本插入一段文本插入一段文本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0C46B10-951A-412A-BBAC-0467CB73F589}"/>
              </a:ext>
            </a:extLst>
          </p:cNvPr>
          <p:cNvCxnSpPr>
            <a:cxnSpLocks/>
          </p:cNvCxnSpPr>
          <p:nvPr/>
        </p:nvCxnSpPr>
        <p:spPr>
          <a:xfrm>
            <a:off x="5103779" y="2918298"/>
            <a:ext cx="1160834" cy="680936"/>
          </a:xfrm>
          <a:prstGeom prst="line">
            <a:avLst/>
          </a:prstGeom>
          <a:ln w="28575">
            <a:solidFill>
              <a:srgbClr val="5151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4130C13-A014-4DD5-9E80-D846F40BFF9D}"/>
              </a:ext>
            </a:extLst>
          </p:cNvPr>
          <p:cNvCxnSpPr>
            <a:cxnSpLocks/>
          </p:cNvCxnSpPr>
          <p:nvPr/>
        </p:nvCxnSpPr>
        <p:spPr>
          <a:xfrm flipV="1">
            <a:off x="5110922" y="5151965"/>
            <a:ext cx="1085597" cy="499805"/>
          </a:xfrm>
          <a:prstGeom prst="line">
            <a:avLst/>
          </a:prstGeom>
          <a:ln w="28575">
            <a:solidFill>
              <a:srgbClr val="5151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206B6433-01F6-460A-AE90-4D0CE5DD9F5F}"/>
              </a:ext>
            </a:extLst>
          </p:cNvPr>
          <p:cNvSpPr txBox="1"/>
          <p:nvPr/>
        </p:nvSpPr>
        <p:spPr>
          <a:xfrm>
            <a:off x="1893045" y="4541669"/>
            <a:ext cx="2704289" cy="2043957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思源黑体 CN Light" panose="020B0300000000000000" pitchFamily="34" charset="-122"/>
              </a:rPr>
              <a:t>02  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插入，一段文本插入一段文本，插入一段文本插入一段文本插入，一段文，本插入一段文本插入一段文本。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47ED516-59EE-402F-A726-DBD25F6462E8}"/>
              </a:ext>
            </a:extLst>
          </p:cNvPr>
          <p:cNvCxnSpPr>
            <a:cxnSpLocks/>
          </p:cNvCxnSpPr>
          <p:nvPr/>
        </p:nvCxnSpPr>
        <p:spPr>
          <a:xfrm flipV="1">
            <a:off x="9184175" y="2658391"/>
            <a:ext cx="708855" cy="940843"/>
          </a:xfrm>
          <a:prstGeom prst="line">
            <a:avLst/>
          </a:prstGeom>
          <a:ln w="28575">
            <a:solidFill>
              <a:srgbClr val="5151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E82189BB-0DCB-4152-A3D9-EF982E7FA143}"/>
              </a:ext>
            </a:extLst>
          </p:cNvPr>
          <p:cNvSpPr txBox="1"/>
          <p:nvPr/>
        </p:nvSpPr>
        <p:spPr>
          <a:xfrm>
            <a:off x="9184175" y="1439996"/>
            <a:ext cx="2704289" cy="751296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思源黑体 CN Light" panose="020B0300000000000000" pitchFamily="34" charset="-122"/>
              </a:rPr>
              <a:t>03  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插入一段文本插入一段文本插入一段文本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FF3D9E2-ED33-4AC2-88FA-D066D19102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5842" y="374474"/>
            <a:ext cx="1488965" cy="41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926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BF7A5CC4-3A21-4BC1-B9D2-AA7429E7BB86}"/>
              </a:ext>
            </a:extLst>
          </p:cNvPr>
          <p:cNvSpPr/>
          <p:nvPr/>
        </p:nvSpPr>
        <p:spPr>
          <a:xfrm>
            <a:off x="0" y="0"/>
            <a:ext cx="12192000" cy="6888926"/>
          </a:xfrm>
          <a:prstGeom prst="rect">
            <a:avLst/>
          </a:prstGeom>
          <a:solidFill>
            <a:srgbClr val="FF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4D1BE5-786E-459C-8496-4093F0861908}"/>
              </a:ext>
            </a:extLst>
          </p:cNvPr>
          <p:cNvSpPr txBox="1"/>
          <p:nvPr/>
        </p:nvSpPr>
        <p:spPr>
          <a:xfrm>
            <a:off x="567313" y="386572"/>
            <a:ext cx="689380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此处输入</a:t>
            </a:r>
            <a:endParaRPr lang="en-US" altLang="zh-CN" sz="5400" dirty="0">
              <a:solidFill>
                <a:srgbClr val="4D45BB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54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大标题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25FD0E-03B0-4CBA-B8E1-FBD3294EFEDF}"/>
              </a:ext>
            </a:extLst>
          </p:cNvPr>
          <p:cNvSpPr txBox="1"/>
          <p:nvPr/>
        </p:nvSpPr>
        <p:spPr>
          <a:xfrm rot="5400000">
            <a:off x="11146332" y="5955800"/>
            <a:ext cx="1670711" cy="420628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4D45BB"/>
                </a:solidFill>
                <a:latin typeface="Roboto" panose="02000000000000000000" pitchFamily="2" charset="0"/>
                <a:ea typeface="Segoe UI Emoji" panose="020B0502040204020203" pitchFamily="34" charset="0"/>
              </a:rPr>
              <a:t>P A R T    0 2</a:t>
            </a:r>
            <a:endParaRPr lang="zh-CN" altLang="en-US" sz="1600" dirty="0">
              <a:solidFill>
                <a:srgbClr val="4D45BB"/>
              </a:solidFill>
              <a:latin typeface="Roboto" panose="02000000000000000000" pitchFamily="2" charset="0"/>
              <a:ea typeface="思源黑体 CN Light" panose="020B0300000000000000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EBBCBC4-DD83-4650-9FAD-07DB7755AFAB}"/>
              </a:ext>
            </a:extLst>
          </p:cNvPr>
          <p:cNvSpPr txBox="1"/>
          <p:nvPr/>
        </p:nvSpPr>
        <p:spPr>
          <a:xfrm>
            <a:off x="567313" y="2228444"/>
            <a:ext cx="988262" cy="415818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4D45BB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ABOUT</a:t>
            </a:r>
            <a:endParaRPr lang="zh-CN" altLang="en-US" sz="1600" dirty="0">
              <a:solidFill>
                <a:srgbClr val="4D45BB"/>
              </a:solidFill>
              <a:latin typeface="Segoe UI Emoji" panose="020B0502040204020203" pitchFamily="34" charset="0"/>
              <a:ea typeface="思源黑体 CN Light" panose="020B03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0723273-43C7-4064-8924-17CB3FC75CB1}"/>
              </a:ext>
            </a:extLst>
          </p:cNvPr>
          <p:cNvSpPr txBox="1"/>
          <p:nvPr/>
        </p:nvSpPr>
        <p:spPr>
          <a:xfrm>
            <a:off x="3177504" y="2705725"/>
            <a:ext cx="68938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solidFill>
                  <a:srgbClr val="4D45BB"/>
                </a:solidFill>
                <a:latin typeface="Arial Black" panose="020B0A04020102020204" pitchFamily="34" charset="0"/>
                <a:ea typeface="思源黑体 CN Regular" panose="020B0500000000000000" pitchFamily="34" charset="-122"/>
              </a:rPr>
              <a:t>19210406</a:t>
            </a:r>
            <a:endParaRPr lang="zh-CN" altLang="en-US" sz="8800" dirty="0">
              <a:solidFill>
                <a:srgbClr val="4D45BB"/>
              </a:solidFill>
              <a:latin typeface="Arial Black" panose="020B0A04020102020204" pitchFamily="34" charset="0"/>
              <a:ea typeface="思源黑体 CN Regular" panose="020B05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C53ED64-A240-451C-9B02-6571FF2B5C2D}"/>
              </a:ext>
            </a:extLst>
          </p:cNvPr>
          <p:cNvSpPr txBox="1"/>
          <p:nvPr/>
        </p:nvSpPr>
        <p:spPr>
          <a:xfrm>
            <a:off x="1555575" y="5137819"/>
            <a:ext cx="8219921" cy="102829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此处输入一段文本此处输入一段文本，此处输入一段文本，此处，插入一段文本文本文本，此处插入一段文本，此处插入一段文本此处插入一段文本，此处插入一段文本，插入一段文本。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78A5761-6F89-4F2B-8CC4-5F7CDAF621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5842" y="374474"/>
            <a:ext cx="1488965" cy="41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03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F2FB4A10-8E33-4127-9FAE-AC1B8B2B0BBC}"/>
              </a:ext>
            </a:extLst>
          </p:cNvPr>
          <p:cNvSpPr/>
          <p:nvPr/>
        </p:nvSpPr>
        <p:spPr>
          <a:xfrm>
            <a:off x="0" y="0"/>
            <a:ext cx="12192000" cy="6888926"/>
          </a:xfrm>
          <a:prstGeom prst="rect">
            <a:avLst/>
          </a:prstGeom>
          <a:solidFill>
            <a:srgbClr val="FF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5AB381-9B47-4792-9C5F-1FC4903CEEE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0DE103C-A879-4432-AECC-EDB0C3EA2BDB}"/>
              </a:ext>
            </a:extLst>
          </p:cNvPr>
          <p:cNvSpPr txBox="1"/>
          <p:nvPr/>
        </p:nvSpPr>
        <p:spPr>
          <a:xfrm>
            <a:off x="1392777" y="4410896"/>
            <a:ext cx="50406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此处</a:t>
            </a:r>
            <a:endParaRPr lang="en-US" altLang="zh-CN" sz="5400" dirty="0">
              <a:solidFill>
                <a:srgbClr val="4D45BB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54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输入大标题</a:t>
            </a:r>
            <a:r>
              <a:rPr lang="en-US" altLang="zh-CN" sz="54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---</a:t>
            </a:r>
            <a:endParaRPr lang="zh-CN" altLang="en-US" sz="5400" dirty="0">
              <a:solidFill>
                <a:srgbClr val="4D45BB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5CF909-FA63-4E58-AE8B-7AB1353AF382}"/>
              </a:ext>
            </a:extLst>
          </p:cNvPr>
          <p:cNvSpPr txBox="1"/>
          <p:nvPr/>
        </p:nvSpPr>
        <p:spPr>
          <a:xfrm>
            <a:off x="1392777" y="621347"/>
            <a:ext cx="8219921" cy="2967287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此处输入一段文本此处输入一段文本，此处输入一段文本，此处，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插入一段文本文本文本，此处插入一段文本，此处插入一段文本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此处插入一段文本，此处插入一段文本，插入一段文本。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此处，输入一段文本此处输入一，段文本此处输入一段文本，此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处插入一段，文本文本文本此处插入一段文本，此处插入一段文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本此处插入一段文本，此处插入一段文本插入一段文本。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AD1FCB-6415-479A-B5A6-F81FF0C51820}"/>
              </a:ext>
            </a:extLst>
          </p:cNvPr>
          <p:cNvSpPr txBox="1"/>
          <p:nvPr/>
        </p:nvSpPr>
        <p:spPr>
          <a:xfrm>
            <a:off x="4203544" y="5974240"/>
            <a:ext cx="3784912" cy="381964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插入一段文本插入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latin typeface="思源黑体 CN ExtraLight" panose="020B0200000000000000" pitchFamily="34" charset="-122"/>
              <a:ea typeface="思源黑体 CN ExtraLight" panose="020B0200000000000000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C1C2FA2-7F4A-435D-BADA-24725B8520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0992" y="414546"/>
            <a:ext cx="1488965" cy="41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54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A5F585B-310D-4851-AB9E-975D369C9BC3}"/>
              </a:ext>
            </a:extLst>
          </p:cNvPr>
          <p:cNvSpPr/>
          <p:nvPr/>
        </p:nvSpPr>
        <p:spPr>
          <a:xfrm>
            <a:off x="0" y="0"/>
            <a:ext cx="12192000" cy="6888926"/>
          </a:xfrm>
          <a:prstGeom prst="rect">
            <a:avLst/>
          </a:prstGeom>
          <a:solidFill>
            <a:srgbClr val="FFF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3B214AE-5627-47FE-91F4-A6C16C1A4D30}"/>
              </a:ext>
            </a:extLst>
          </p:cNvPr>
          <p:cNvSpPr txBox="1"/>
          <p:nvPr/>
        </p:nvSpPr>
        <p:spPr>
          <a:xfrm>
            <a:off x="2094851" y="1257300"/>
            <a:ext cx="7863840" cy="4343400"/>
          </a:xfrm>
          <a:prstGeom prst="rect">
            <a:avLst/>
          </a:prstGeom>
          <a:noFill/>
          <a:ln w="60325" cap="rnd" cmpd="sng">
            <a:solidFill>
              <a:schemeClr val="bg1">
                <a:lumMod val="85000"/>
              </a:schemeClr>
            </a:solidFill>
            <a:prstDash val="solid"/>
            <a:round/>
          </a:ln>
          <a:effectLst>
            <a:glow>
              <a:schemeClr val="bg2">
                <a:lumMod val="90000"/>
                <a:alpha val="99000"/>
              </a:schemeClr>
            </a:glow>
          </a:effectLst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4D1BE5-786E-459C-8496-4093F0861908}"/>
              </a:ext>
            </a:extLst>
          </p:cNvPr>
          <p:cNvSpPr txBox="1"/>
          <p:nvPr/>
        </p:nvSpPr>
        <p:spPr>
          <a:xfrm>
            <a:off x="4538074" y="2713380"/>
            <a:ext cx="5040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4D45BB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感谢观看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E93691-C8E2-457F-B071-495E5346D7F8}"/>
              </a:ext>
            </a:extLst>
          </p:cNvPr>
          <p:cNvSpPr txBox="1"/>
          <p:nvPr/>
        </p:nvSpPr>
        <p:spPr>
          <a:xfrm>
            <a:off x="8242485" y="5622918"/>
            <a:ext cx="2106930" cy="381964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4D45BB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--- </a:t>
            </a:r>
            <a:r>
              <a:rPr lang="zh-CN" altLang="en-US" sz="1400" dirty="0">
                <a:solidFill>
                  <a:srgbClr val="4D45BB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汇 报 人 ：甲 乙 丙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11596C-9014-44D0-BDA8-7CB775E1FAA8}"/>
              </a:ext>
            </a:extLst>
          </p:cNvPr>
          <p:cNvSpPr txBox="1"/>
          <p:nvPr/>
        </p:nvSpPr>
        <p:spPr>
          <a:xfrm>
            <a:off x="1988402" y="841481"/>
            <a:ext cx="3527979" cy="41581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4D45BB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ABOUT</a:t>
            </a:r>
            <a:endParaRPr lang="zh-CN" altLang="en-US" sz="1600" dirty="0">
              <a:solidFill>
                <a:srgbClr val="4D45BB"/>
              </a:solidFill>
              <a:latin typeface="Segoe UI Emoji" panose="020B0502040204020203" pitchFamily="34" charset="0"/>
              <a:ea typeface="思源黑体 CN Light" panose="020B03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25FD0E-03B0-4CBA-B8E1-FBD3294EFEDF}"/>
              </a:ext>
            </a:extLst>
          </p:cNvPr>
          <p:cNvSpPr txBox="1"/>
          <p:nvPr/>
        </p:nvSpPr>
        <p:spPr>
          <a:xfrm>
            <a:off x="3656381" y="3963565"/>
            <a:ext cx="4740780" cy="45621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rgbClr val="4D45BB"/>
                </a:solidFill>
                <a:latin typeface="Segoe UI Semilight" panose="020B0402040204020203" pitchFamily="34" charset="0"/>
                <a:ea typeface="Segoe UI Emoji" panose="020B0502040204020203" pitchFamily="34" charset="0"/>
                <a:cs typeface="Segoe UI Semilight" panose="020B0402040204020203" pitchFamily="34" charset="0"/>
              </a:rPr>
              <a:t>THANKS       FOR        WATCHING</a:t>
            </a:r>
            <a:endParaRPr lang="zh-CN" altLang="en-US" dirty="0">
              <a:solidFill>
                <a:srgbClr val="4D45BB"/>
              </a:solidFill>
              <a:latin typeface="Segoe UI Semilight" panose="020B0402040204020203" pitchFamily="34" charset="0"/>
              <a:ea typeface="思源黑体 CN Light" panose="020B0300000000000000" pitchFamily="34" charset="-122"/>
              <a:cs typeface="Segoe UI Semilight" panose="020B0402040204020203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4EF406-90DD-41CA-883C-07489DFB57BD}"/>
              </a:ext>
            </a:extLst>
          </p:cNvPr>
          <p:cNvSpPr txBox="1"/>
          <p:nvPr/>
        </p:nvSpPr>
        <p:spPr>
          <a:xfrm>
            <a:off x="3147642" y="841480"/>
            <a:ext cx="3527979" cy="41581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4D45BB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A B O U T---</a:t>
            </a:r>
            <a:endParaRPr lang="zh-CN" altLang="en-US" sz="1600" dirty="0">
              <a:solidFill>
                <a:srgbClr val="4D45BB"/>
              </a:solidFill>
              <a:latin typeface="Segoe UI Emoji" panose="020B0502040204020203" pitchFamily="34" charset="0"/>
              <a:ea typeface="思源黑体 CN Light" panose="020B0300000000000000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EEF32DA-AB4D-4573-887B-10C1FD3E47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5842" y="374474"/>
            <a:ext cx="1488965" cy="41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476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370</TotalTime>
  <Words>641</Words>
  <Application>Microsoft Office PowerPoint</Application>
  <PresentationFormat>宽屏</PresentationFormat>
  <Paragraphs>113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等线</vt:lpstr>
      <vt:lpstr>思源黑体 CN ExtraLight</vt:lpstr>
      <vt:lpstr>思源黑体 CN Medium</vt:lpstr>
      <vt:lpstr>等线 Light</vt:lpstr>
      <vt:lpstr>思源黑体旧字形 Light</vt:lpstr>
      <vt:lpstr>Roboto</vt:lpstr>
      <vt:lpstr>思源黑体 CN Regular</vt:lpstr>
      <vt:lpstr>Segoe UI Semilight</vt:lpstr>
      <vt:lpstr>Segoe UI Emoji</vt:lpstr>
      <vt:lpstr>思源黑体旧字形 Regular</vt:lpstr>
      <vt:lpstr>思源黑体 CN Light</vt:lpstr>
      <vt:lpstr>思源黑体 CN Normal</vt:lpstr>
      <vt:lpstr>Arial Black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annieguo2019@outlook.com</dc:creator>
  <cp:lastModifiedBy>Lu Shiying</cp:lastModifiedBy>
  <cp:revision>23</cp:revision>
  <dcterms:created xsi:type="dcterms:W3CDTF">2022-03-10T13:35:45Z</dcterms:created>
  <dcterms:modified xsi:type="dcterms:W3CDTF">2022-04-01T15:04:53Z</dcterms:modified>
</cp:coreProperties>
</file>