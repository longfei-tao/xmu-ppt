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5"/>
  </p:notesMasterIdLst>
  <p:sldIdLst>
    <p:sldId id="289" r:id="rId4"/>
    <p:sldId id="276" r:id="rId6"/>
    <p:sldId id="261" r:id="rId7"/>
    <p:sldId id="280" r:id="rId8"/>
    <p:sldId id="263" r:id="rId9"/>
    <p:sldId id="277" r:id="rId10"/>
    <p:sldId id="283" r:id="rId11"/>
    <p:sldId id="288" r:id="rId12"/>
    <p:sldId id="295" r:id="rId13"/>
    <p:sldId id="285" r:id="rId14"/>
    <p:sldId id="296" r:id="rId15"/>
    <p:sldId id="297" r:id="rId16"/>
    <p:sldId id="293" r:id="rId17"/>
    <p:sldId id="259" r:id="rId18"/>
    <p:sldId id="292" r:id="rId19"/>
    <p:sldId id="294" r:id="rId20"/>
    <p:sldId id="298" r:id="rId21"/>
    <p:sldId id="29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47F5E"/>
    <a:srgbClr val="003C88"/>
    <a:srgbClr val="77201E"/>
    <a:srgbClr val="478B8A"/>
    <a:srgbClr val="438D5F"/>
    <a:srgbClr val="DBB757"/>
    <a:srgbClr val="DECE7F"/>
    <a:srgbClr val="BED1D4"/>
    <a:srgbClr val="DEDFD7"/>
    <a:srgbClr val="D5AE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88" autoAdjust="0"/>
    <p:restoredTop sz="94660"/>
  </p:normalViewPr>
  <p:slideViewPr>
    <p:cSldViewPr snapToGrid="0" showGuides="1">
      <p:cViewPr>
        <p:scale>
          <a:sx n="66" d="100"/>
          <a:sy n="66" d="100"/>
        </p:scale>
        <p:origin x="984" y="8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5525C4-F53F-4E93-92A9-B0A13E7504E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ECD6D2-6CFC-4D5D-BDC8-03D6434D3DE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41A8E1-6B7B-410B-AE59-8F33499EF4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403683-4861-453A-8A4D-9B35769F0A0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1A8E1-6B7B-410B-AE59-8F33499EF42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403683-4861-453A-8A4D-9B35769F0A0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1A8E1-6B7B-410B-AE59-8F33499EF42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403683-4861-453A-8A4D-9B35769F0A0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3.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tags" Target="../tags/tag1.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png"/><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tags" Target="../tags/tag9.xml"/><Relationship Id="rId4" Type="http://schemas.openxmlformats.org/officeDocument/2006/relationships/image" Target="../media/image7.jpeg"/><Relationship Id="rId3" Type="http://schemas.openxmlformats.org/officeDocument/2006/relationships/tags" Target="../tags/tag8.xml"/><Relationship Id="rId2" Type="http://schemas.openxmlformats.org/officeDocument/2006/relationships/image" Target="../media/image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2.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image" Target="../media/image8.jpeg"/><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image" Target="../media/image2.png"/><Relationship Id="rId10" Type="http://schemas.openxmlformats.org/officeDocument/2006/relationships/slideLayout" Target="../slideLayouts/slideLayout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19.xml"/><Relationship Id="rId4" Type="http://schemas.openxmlformats.org/officeDocument/2006/relationships/image" Target="../media/image2.png"/><Relationship Id="rId3" Type="http://schemas.openxmlformats.org/officeDocument/2006/relationships/image" Target="../media/image10.jpeg"/><Relationship Id="rId2" Type="http://schemas.openxmlformats.org/officeDocument/2006/relationships/tags" Target="../tags/tag18.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8.jpeg"/><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image" Target="../media/image2.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image" Target="../media/image12.png"/><Relationship Id="rId3" Type="http://schemas.openxmlformats.org/officeDocument/2006/relationships/tags" Target="../tags/tag22.xml"/><Relationship Id="rId2"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image" Target="../media/image2.png"/><Relationship Id="rId11" Type="http://schemas.openxmlformats.org/officeDocument/2006/relationships/slideLayout" Target="../slideLayouts/slideLayout13.xml"/><Relationship Id="rId10" Type="http://schemas.openxmlformats.org/officeDocument/2006/relationships/image" Target="../media/image8.jpe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tags" Target="../tags/tag38.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标题 1"/>
          <p:cNvSpPr txBox="1"/>
          <p:nvPr/>
        </p:nvSpPr>
        <p:spPr>
          <a:xfrm>
            <a:off x="1862368" y="2296909"/>
            <a:ext cx="9144000" cy="10912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zh-CN" altLang="en-US" sz="100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答辩大标题</a:t>
            </a:r>
            <a:endParaRPr lang="zh-CN" altLang="en-US" sz="10000" b="1" dirty="0">
              <a:solidFill>
                <a:schemeClr val="tx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5" name="副标题 2"/>
          <p:cNvSpPr txBox="1"/>
          <p:nvPr/>
        </p:nvSpPr>
        <p:spPr>
          <a:xfrm>
            <a:off x="9451340" y="4530090"/>
            <a:ext cx="1639570" cy="1655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zh-CN" altLang="en-US" sz="1600" dirty="0"/>
              <a:t>姓名</a:t>
            </a:r>
            <a:endParaRPr lang="en-US" altLang="zh-CN" sz="1600" dirty="0"/>
          </a:p>
          <a:p>
            <a:pPr marL="0" indent="0" algn="r">
              <a:buNone/>
            </a:pPr>
            <a:r>
              <a:rPr lang="zh-CN" altLang="en-US" sz="1600" dirty="0"/>
              <a:t>指导老师等</a:t>
            </a:r>
            <a:endParaRPr lang="zh-CN" altLang="en-US" sz="1600" dirty="0"/>
          </a:p>
        </p:txBody>
      </p:sp>
      <p:sp>
        <p:nvSpPr>
          <p:cNvPr id="7" name="副标题 2"/>
          <p:cNvSpPr txBox="1"/>
          <p:nvPr/>
        </p:nvSpPr>
        <p:spPr>
          <a:xfrm>
            <a:off x="1862368" y="1374021"/>
            <a:ext cx="9144000" cy="64549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zh-CN" altLang="en-US" sz="3000" dirty="0">
                <a:solidFill>
                  <a:schemeClr val="tx1"/>
                </a:solidFill>
                <a:latin typeface="华文中宋" panose="02010600040101010101" pitchFamily="2" charset="-122"/>
                <a:ea typeface="华文中宋" panose="02010600040101010101" pitchFamily="2" charset="-122"/>
              </a:rPr>
              <a:t>单击此处添加副标题</a:t>
            </a:r>
            <a:endParaRPr lang="zh-CN" altLang="en-US" sz="3000" dirty="0">
              <a:solidFill>
                <a:schemeClr val="tx1"/>
              </a:solidFill>
              <a:latin typeface="华文中宋" panose="02010600040101010101" pitchFamily="2" charset="-122"/>
              <a:ea typeface="华文中宋" panose="02010600040101010101" pitchFamily="2" charset="-122"/>
            </a:endParaRPr>
          </a:p>
        </p:txBody>
      </p:sp>
      <p:cxnSp>
        <p:nvCxnSpPr>
          <p:cNvPr id="8" name="直接连接符 7"/>
          <p:cNvCxnSpPr/>
          <p:nvPr/>
        </p:nvCxnSpPr>
        <p:spPr>
          <a:xfrm>
            <a:off x="9581990" y="4430439"/>
            <a:ext cx="1378274" cy="0"/>
          </a:xfrm>
          <a:prstGeom prst="line">
            <a:avLst/>
          </a:prstGeom>
          <a:ln w="12700">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pic>
        <p:nvPicPr>
          <p:cNvPr id="15" name="图片 14"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pic>
        <p:nvPicPr>
          <p:cNvPr id="2" name="图片 1" descr="电脑萤幕画面&#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rcRect l="10921" b="18167"/>
          <a:stretch>
            <a:fillRect/>
          </a:stretch>
        </p:blipFill>
        <p:spPr>
          <a:xfrm>
            <a:off x="0" y="2604135"/>
            <a:ext cx="9420225" cy="4253865"/>
          </a:xfrm>
          <a:prstGeom prst="rect">
            <a:avLst/>
          </a:prstGeom>
        </p:spPr>
      </p:pic>
      <p:pic>
        <p:nvPicPr>
          <p:cNvPr id="10" name="图片 9" descr="图片包含 黑暗, 建筑, 站, 男人&#10;&#10;AI 生成的内容可能不正确。"/>
          <p:cNvPicPr>
            <a:picLocks noChangeAspect="1"/>
          </p:cNvPicPr>
          <p:nvPr/>
        </p:nvPicPr>
        <p:blipFill>
          <a:blip r:embed="rId4">
            <a:extLst>
              <a:ext uri="{28A0092B-C50C-407E-A947-70E740481C1C}">
                <a14:useLocalDpi xmlns:a14="http://schemas.microsoft.com/office/drawing/2010/main" val="0"/>
              </a:ext>
            </a:extLst>
          </a:blip>
          <a:srcRect b="33036"/>
          <a:stretch>
            <a:fillRect/>
          </a:stretch>
        </p:blipFill>
        <p:spPr>
          <a:xfrm>
            <a:off x="676910" y="2265680"/>
            <a:ext cx="2984500" cy="4592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7" name="文本框 46"/>
          <p:cNvSpPr txBox="1"/>
          <p:nvPr/>
        </p:nvSpPr>
        <p:spPr>
          <a:xfrm>
            <a:off x="735965" y="2005330"/>
            <a:ext cx="4070350" cy="1630045"/>
          </a:xfrm>
          <a:prstGeom prst="rect">
            <a:avLst/>
          </a:prstGeom>
          <a:noFill/>
        </p:spPr>
        <p:txBody>
          <a:bodyPr wrap="square" rtlCol="0">
            <a:spAutoFit/>
          </a:bodyPr>
          <a:lstStyle/>
          <a:p>
            <a:r>
              <a:rPr lang="en-US" altLang="zh-CN" sz="10000" dirty="0">
                <a:solidFill>
                  <a:schemeClr val="bg1">
                    <a:lumMod val="95000"/>
                  </a:schemeClr>
                </a:solidFill>
                <a:effectLst>
                  <a:outerShdw blurRad="50800" dist="38100" dir="2700000" sx="91000" sy="91000" algn="tl">
                    <a:srgbClr val="000000">
                      <a:alpha val="55000"/>
                    </a:srgbClr>
                  </a:outerShdw>
                </a:effectLst>
                <a:latin typeface="Palace Script MT" panose="030303020206070C0B05" pitchFamily="66" charset="0"/>
              </a:rPr>
              <a:t>Content page</a:t>
            </a:r>
            <a:endParaRPr lang="zh-CN" altLang="en-US" sz="10000" dirty="0">
              <a:solidFill>
                <a:schemeClr val="bg1">
                  <a:lumMod val="95000"/>
                </a:schemeClr>
              </a:solidFill>
              <a:effectLst>
                <a:outerShdw blurRad="50800" dist="38100" dir="2700000" sx="91000" sy="91000" algn="tl">
                  <a:srgbClr val="000000">
                    <a:alpha val="55000"/>
                  </a:srgbClr>
                </a:outerShdw>
              </a:effectLst>
              <a:latin typeface="Palace Script MT" panose="030303020206070C0B05" pitchFamily="66" charset="0"/>
            </a:endParaRPr>
          </a:p>
        </p:txBody>
      </p:sp>
      <p:sp>
        <p:nvSpPr>
          <p:cNvPr id="17" name="文本框 16"/>
          <p:cNvSpPr txBox="1"/>
          <p:nvPr/>
        </p:nvSpPr>
        <p:spPr>
          <a:xfrm>
            <a:off x="1783407" y="2536272"/>
            <a:ext cx="4118707" cy="2400657"/>
          </a:xfrm>
          <a:prstGeom prst="rect">
            <a:avLst/>
          </a:prstGeom>
          <a:noFill/>
        </p:spPr>
        <p:txBody>
          <a:bodyPr wrap="square" rtlCol="0">
            <a:spAutoFit/>
          </a:bodyPr>
          <a:lstStyle/>
          <a:p>
            <a:r>
              <a:rPr lang="zh-CN" altLang="en-US" sz="15000" b="1" dirty="0">
                <a:solidFill>
                  <a:schemeClr val="tx1">
                    <a:lumMod val="95000"/>
                    <a:lumOff val="5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目录</a:t>
            </a:r>
            <a:endParaRPr lang="zh-CN" altLang="en-US" sz="15000" b="1" dirty="0">
              <a:solidFill>
                <a:schemeClr val="tx1">
                  <a:lumMod val="95000"/>
                  <a:lumOff val="5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pic>
        <p:nvPicPr>
          <p:cNvPr id="2" name="图片 1"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3" name="文本框 2"/>
          <p:cNvSpPr txBox="1"/>
          <p:nvPr/>
        </p:nvSpPr>
        <p:spPr>
          <a:xfrm>
            <a:off x="7322743" y="594308"/>
            <a:ext cx="1446352" cy="707886"/>
          </a:xfrm>
          <a:prstGeom prst="rect">
            <a:avLst/>
          </a:prstGeom>
          <a:noFill/>
        </p:spPr>
        <p:txBody>
          <a:bodyPr wrap="square" rtlCol="0">
            <a:spAutoFit/>
          </a:bodyPr>
          <a:lstStyle/>
          <a:p>
            <a:r>
              <a:rPr lang="en-US" altLang="zh-CN" sz="4000" dirty="0">
                <a:solidFill>
                  <a:srgbClr val="D37820"/>
                </a:solidFill>
                <a:latin typeface="Forte" panose="03060902040502070203" pitchFamily="66" charset="0"/>
              </a:rPr>
              <a:t>01</a:t>
            </a:r>
            <a:endParaRPr lang="zh-CN" altLang="en-US" sz="4000" dirty="0">
              <a:solidFill>
                <a:srgbClr val="D37820"/>
              </a:solidFill>
              <a:latin typeface="Forte" panose="03060902040502070203" pitchFamily="66" charset="0"/>
            </a:endParaRPr>
          </a:p>
        </p:txBody>
      </p:sp>
      <p:sp>
        <p:nvSpPr>
          <p:cNvPr id="4" name="文本框 3"/>
          <p:cNvSpPr txBox="1"/>
          <p:nvPr/>
        </p:nvSpPr>
        <p:spPr>
          <a:xfrm>
            <a:off x="9875737" y="594308"/>
            <a:ext cx="1446352" cy="707886"/>
          </a:xfrm>
          <a:prstGeom prst="rect">
            <a:avLst/>
          </a:prstGeom>
          <a:noFill/>
        </p:spPr>
        <p:txBody>
          <a:bodyPr wrap="square" rtlCol="0">
            <a:spAutoFit/>
          </a:bodyPr>
          <a:lstStyle/>
          <a:p>
            <a:r>
              <a:rPr lang="en-US" altLang="zh-CN" sz="4000" dirty="0">
                <a:solidFill>
                  <a:srgbClr val="D37820"/>
                </a:solidFill>
                <a:latin typeface="Forte" panose="03060902040502070203" pitchFamily="66" charset="0"/>
              </a:rPr>
              <a:t>02</a:t>
            </a:r>
            <a:endParaRPr lang="zh-CN" altLang="en-US" sz="4000" dirty="0">
              <a:solidFill>
                <a:srgbClr val="D37820"/>
              </a:solidFill>
              <a:latin typeface="Forte" panose="03060902040502070203" pitchFamily="66" charset="0"/>
            </a:endParaRPr>
          </a:p>
        </p:txBody>
      </p:sp>
      <p:sp>
        <p:nvSpPr>
          <p:cNvPr id="5" name="文本框 4"/>
          <p:cNvSpPr txBox="1"/>
          <p:nvPr/>
        </p:nvSpPr>
        <p:spPr>
          <a:xfrm>
            <a:off x="7322743" y="2210912"/>
            <a:ext cx="1446352" cy="707886"/>
          </a:xfrm>
          <a:prstGeom prst="rect">
            <a:avLst/>
          </a:prstGeom>
          <a:noFill/>
        </p:spPr>
        <p:txBody>
          <a:bodyPr wrap="square" rtlCol="0">
            <a:spAutoFit/>
          </a:bodyPr>
          <a:lstStyle/>
          <a:p>
            <a:r>
              <a:rPr lang="en-US" altLang="zh-CN" sz="4000" dirty="0">
                <a:solidFill>
                  <a:srgbClr val="D37820"/>
                </a:solidFill>
                <a:latin typeface="Forte" panose="03060902040502070203" pitchFamily="66" charset="0"/>
              </a:rPr>
              <a:t>03</a:t>
            </a:r>
            <a:endParaRPr lang="zh-CN" altLang="en-US" sz="4000" dirty="0">
              <a:solidFill>
                <a:srgbClr val="D37820"/>
              </a:solidFill>
              <a:latin typeface="Forte" panose="03060902040502070203" pitchFamily="66" charset="0"/>
            </a:endParaRPr>
          </a:p>
        </p:txBody>
      </p:sp>
      <p:sp>
        <p:nvSpPr>
          <p:cNvPr id="6" name="文本框 5"/>
          <p:cNvSpPr txBox="1"/>
          <p:nvPr/>
        </p:nvSpPr>
        <p:spPr>
          <a:xfrm>
            <a:off x="9873340" y="2210912"/>
            <a:ext cx="1446352" cy="707886"/>
          </a:xfrm>
          <a:prstGeom prst="rect">
            <a:avLst/>
          </a:prstGeom>
          <a:noFill/>
        </p:spPr>
        <p:txBody>
          <a:bodyPr wrap="square" rtlCol="0">
            <a:spAutoFit/>
          </a:bodyPr>
          <a:lstStyle/>
          <a:p>
            <a:r>
              <a:rPr lang="en-US" altLang="zh-CN" sz="4000" dirty="0">
                <a:solidFill>
                  <a:srgbClr val="D37820"/>
                </a:solidFill>
                <a:latin typeface="Forte" panose="03060902040502070203" pitchFamily="66" charset="0"/>
              </a:rPr>
              <a:t>04</a:t>
            </a:r>
            <a:endParaRPr lang="zh-CN" altLang="en-US" sz="4000" dirty="0">
              <a:solidFill>
                <a:srgbClr val="D37820"/>
              </a:solidFill>
              <a:latin typeface="Forte" panose="03060902040502070203" pitchFamily="66" charset="0"/>
            </a:endParaRPr>
          </a:p>
        </p:txBody>
      </p:sp>
      <p:sp>
        <p:nvSpPr>
          <p:cNvPr id="7" name="文本框 6"/>
          <p:cNvSpPr txBox="1"/>
          <p:nvPr/>
        </p:nvSpPr>
        <p:spPr>
          <a:xfrm>
            <a:off x="7343579" y="1174636"/>
            <a:ext cx="2246353" cy="338554"/>
          </a:xfrm>
          <a:prstGeom prst="rect">
            <a:avLst/>
          </a:prstGeom>
          <a:noFill/>
        </p:spPr>
        <p:txBody>
          <a:bodyPr wrap="square" rtlCol="0">
            <a:spAutoFit/>
          </a:bodyPr>
          <a:lstStyle/>
          <a:p>
            <a:r>
              <a:rPr lang="en-US" altLang="zh-CN" sz="1600" b="0" i="0" dirty="0">
                <a:solidFill>
                  <a:schemeClr val="tx1">
                    <a:lumMod val="95000"/>
                    <a:lumOff val="5000"/>
                  </a:schemeClr>
                </a:solidFill>
                <a:effectLst/>
                <a:latin typeface="Arial Nova" panose="020B0504020202020204" pitchFamily="34" charset="0"/>
                <a:ea typeface="Microsoft Himalaya" panose="01010100010101010101" pitchFamily="2" charset="0"/>
                <a:cs typeface="Microsoft Himalaya" panose="01010100010101010101" pitchFamily="2" charset="0"/>
              </a:rPr>
              <a:t>Little  </a:t>
            </a:r>
            <a:r>
              <a:rPr lang="en-US" altLang="zh-CN" sz="1600" dirty="0">
                <a:solidFill>
                  <a:schemeClr val="tx1">
                    <a:lumMod val="95000"/>
                    <a:lumOff val="5000"/>
                  </a:schemeClr>
                </a:solidFill>
                <a:latin typeface="Arial Nova" panose="020B0504020202020204" pitchFamily="34" charset="0"/>
                <a:ea typeface="Microsoft Himalaya" panose="01010100010101010101" pitchFamily="2" charset="0"/>
                <a:cs typeface="Microsoft Himalaya" panose="01010100010101010101" pitchFamily="2" charset="0"/>
              </a:rPr>
              <a:t>Description</a:t>
            </a:r>
            <a:endParaRPr lang="zh-CN" altLang="en-US" sz="1600" dirty="0">
              <a:solidFill>
                <a:schemeClr val="tx1">
                  <a:lumMod val="95000"/>
                  <a:lumOff val="5000"/>
                </a:schemeClr>
              </a:solidFill>
              <a:latin typeface="Arial Nova" panose="020B0504020202020204" pitchFamily="34" charset="0"/>
              <a:ea typeface="Cascadia Code" panose="020B0609020000020004" pitchFamily="49" charset="0"/>
              <a:cs typeface="Microsoft Himalaya" panose="01010100010101010101" pitchFamily="2" charset="0"/>
            </a:endParaRPr>
          </a:p>
        </p:txBody>
      </p:sp>
      <p:sp>
        <p:nvSpPr>
          <p:cNvPr id="8" name="文本框 7"/>
          <p:cNvSpPr txBox="1"/>
          <p:nvPr/>
        </p:nvSpPr>
        <p:spPr>
          <a:xfrm>
            <a:off x="9875737" y="1174636"/>
            <a:ext cx="2246353" cy="338554"/>
          </a:xfrm>
          <a:prstGeom prst="rect">
            <a:avLst/>
          </a:prstGeom>
          <a:noFill/>
        </p:spPr>
        <p:txBody>
          <a:bodyPr wrap="square" rtlCol="0">
            <a:spAutoFit/>
          </a:bodyPr>
          <a:lstStyle/>
          <a:p>
            <a:r>
              <a:rPr lang="en-US" altLang="zh-CN" sz="1600" dirty="0">
                <a:solidFill>
                  <a:schemeClr val="tx1">
                    <a:lumMod val="95000"/>
                    <a:lumOff val="5000"/>
                  </a:schemeClr>
                </a:solidFill>
                <a:latin typeface="Arial Nova" panose="020B0504020202020204" pitchFamily="34" charset="0"/>
                <a:ea typeface="Microsoft Himalaya" panose="01010100010101010101" pitchFamily="2" charset="0"/>
                <a:cs typeface="Microsoft Himalaya" panose="01010100010101010101" pitchFamily="2" charset="0"/>
              </a:rPr>
              <a:t>Little  Description</a:t>
            </a:r>
            <a:endParaRPr lang="zh-CN" altLang="en-US" sz="1600" dirty="0">
              <a:solidFill>
                <a:schemeClr val="tx1">
                  <a:lumMod val="95000"/>
                  <a:lumOff val="5000"/>
                </a:schemeClr>
              </a:solidFill>
              <a:latin typeface="Arial Nova" panose="020B0504020202020204" pitchFamily="34" charset="0"/>
              <a:cs typeface="Microsoft Himalaya" panose="01010100010101010101" pitchFamily="2" charset="0"/>
            </a:endParaRPr>
          </a:p>
        </p:txBody>
      </p:sp>
      <p:sp>
        <p:nvSpPr>
          <p:cNvPr id="9" name="文本框 8"/>
          <p:cNvSpPr txBox="1"/>
          <p:nvPr/>
        </p:nvSpPr>
        <p:spPr>
          <a:xfrm>
            <a:off x="7343579" y="2782104"/>
            <a:ext cx="2246353" cy="338554"/>
          </a:xfrm>
          <a:prstGeom prst="rect">
            <a:avLst/>
          </a:prstGeom>
          <a:noFill/>
        </p:spPr>
        <p:txBody>
          <a:bodyPr wrap="square" rtlCol="0">
            <a:spAutoFit/>
          </a:bodyPr>
          <a:lstStyle/>
          <a:p>
            <a:r>
              <a:rPr lang="en-US" altLang="zh-CN" sz="1600" dirty="0">
                <a:solidFill>
                  <a:schemeClr val="tx1">
                    <a:lumMod val="95000"/>
                    <a:lumOff val="5000"/>
                  </a:schemeClr>
                </a:solidFill>
                <a:latin typeface="Arial Nova" panose="020B0504020202020204" pitchFamily="34" charset="0"/>
                <a:ea typeface="Microsoft Himalaya" panose="01010100010101010101" pitchFamily="2" charset="0"/>
                <a:cs typeface="Microsoft Himalaya" panose="01010100010101010101" pitchFamily="2" charset="0"/>
              </a:rPr>
              <a:t>Little  Description</a:t>
            </a:r>
            <a:endParaRPr lang="zh-CN" altLang="en-US" sz="1600" dirty="0">
              <a:solidFill>
                <a:schemeClr val="tx1">
                  <a:lumMod val="95000"/>
                  <a:lumOff val="5000"/>
                </a:schemeClr>
              </a:solidFill>
              <a:latin typeface="Arial Nova" panose="020B0504020202020204" pitchFamily="34" charset="0"/>
              <a:cs typeface="Microsoft Himalaya" panose="01010100010101010101" pitchFamily="2" charset="0"/>
            </a:endParaRPr>
          </a:p>
        </p:txBody>
      </p:sp>
      <p:sp>
        <p:nvSpPr>
          <p:cNvPr id="10" name="文本框 9"/>
          <p:cNvSpPr txBox="1"/>
          <p:nvPr/>
        </p:nvSpPr>
        <p:spPr>
          <a:xfrm>
            <a:off x="9873340" y="2782104"/>
            <a:ext cx="2246353" cy="338554"/>
          </a:xfrm>
          <a:prstGeom prst="rect">
            <a:avLst/>
          </a:prstGeom>
          <a:noFill/>
        </p:spPr>
        <p:txBody>
          <a:bodyPr wrap="square" rtlCol="0">
            <a:spAutoFit/>
          </a:bodyPr>
          <a:lstStyle/>
          <a:p>
            <a:r>
              <a:rPr lang="en-US" altLang="zh-CN" sz="1600" dirty="0">
                <a:solidFill>
                  <a:schemeClr val="tx1">
                    <a:lumMod val="95000"/>
                    <a:lumOff val="5000"/>
                  </a:schemeClr>
                </a:solidFill>
                <a:latin typeface="Arial Nova" panose="020B0504020202020204" pitchFamily="34" charset="0"/>
                <a:ea typeface="Microsoft Himalaya" panose="01010100010101010101" pitchFamily="2" charset="0"/>
                <a:cs typeface="Microsoft Himalaya" panose="01010100010101010101" pitchFamily="2" charset="0"/>
              </a:rPr>
              <a:t>Little  Description</a:t>
            </a:r>
            <a:endParaRPr lang="zh-CN" altLang="en-US" sz="1600" dirty="0">
              <a:solidFill>
                <a:schemeClr val="tx1">
                  <a:lumMod val="95000"/>
                  <a:lumOff val="5000"/>
                </a:schemeClr>
              </a:solidFill>
              <a:latin typeface="Arial Nova" panose="020B0504020202020204" pitchFamily="34" charset="0"/>
              <a:cs typeface="Microsoft Himalaya" panose="01010100010101010101" pitchFamily="2" charset="0"/>
            </a:endParaRPr>
          </a:p>
        </p:txBody>
      </p:sp>
      <p:sp>
        <p:nvSpPr>
          <p:cNvPr id="11" name="文本框 10"/>
          <p:cNvSpPr txBox="1"/>
          <p:nvPr/>
        </p:nvSpPr>
        <p:spPr>
          <a:xfrm>
            <a:off x="7322743" y="3815243"/>
            <a:ext cx="1446352" cy="707886"/>
          </a:xfrm>
          <a:prstGeom prst="rect">
            <a:avLst/>
          </a:prstGeom>
          <a:noFill/>
        </p:spPr>
        <p:txBody>
          <a:bodyPr wrap="square" rtlCol="0">
            <a:spAutoFit/>
          </a:bodyPr>
          <a:lstStyle/>
          <a:p>
            <a:r>
              <a:rPr lang="en-US" altLang="zh-CN" sz="4000" dirty="0">
                <a:solidFill>
                  <a:srgbClr val="D37820"/>
                </a:solidFill>
                <a:latin typeface="Forte" panose="03060902040502070203" pitchFamily="66" charset="0"/>
              </a:rPr>
              <a:t>05</a:t>
            </a:r>
            <a:endParaRPr lang="zh-CN" altLang="en-US" sz="4000" dirty="0">
              <a:solidFill>
                <a:srgbClr val="D37820"/>
              </a:solidFill>
              <a:latin typeface="Forte" panose="03060902040502070203" pitchFamily="66" charset="0"/>
            </a:endParaRPr>
          </a:p>
        </p:txBody>
      </p:sp>
      <p:sp>
        <p:nvSpPr>
          <p:cNvPr id="13" name="文本框 12"/>
          <p:cNvSpPr txBox="1"/>
          <p:nvPr/>
        </p:nvSpPr>
        <p:spPr>
          <a:xfrm>
            <a:off x="9873340" y="3815243"/>
            <a:ext cx="1446352" cy="707886"/>
          </a:xfrm>
          <a:prstGeom prst="rect">
            <a:avLst/>
          </a:prstGeom>
          <a:noFill/>
        </p:spPr>
        <p:txBody>
          <a:bodyPr wrap="square" rtlCol="0">
            <a:spAutoFit/>
          </a:bodyPr>
          <a:lstStyle/>
          <a:p>
            <a:r>
              <a:rPr lang="en-US" altLang="zh-CN" sz="4000" dirty="0">
                <a:solidFill>
                  <a:srgbClr val="D37820"/>
                </a:solidFill>
                <a:latin typeface="Forte" panose="03060902040502070203" pitchFamily="66" charset="0"/>
              </a:rPr>
              <a:t>06</a:t>
            </a:r>
            <a:endParaRPr lang="zh-CN" altLang="en-US" sz="4000" dirty="0">
              <a:solidFill>
                <a:srgbClr val="D37820"/>
              </a:solidFill>
              <a:latin typeface="Forte" panose="03060902040502070203" pitchFamily="66" charset="0"/>
            </a:endParaRPr>
          </a:p>
        </p:txBody>
      </p:sp>
      <p:sp>
        <p:nvSpPr>
          <p:cNvPr id="14" name="文本框 13"/>
          <p:cNvSpPr txBox="1"/>
          <p:nvPr/>
        </p:nvSpPr>
        <p:spPr>
          <a:xfrm>
            <a:off x="7343579" y="4386435"/>
            <a:ext cx="2246353" cy="338554"/>
          </a:xfrm>
          <a:prstGeom prst="rect">
            <a:avLst/>
          </a:prstGeom>
          <a:noFill/>
        </p:spPr>
        <p:txBody>
          <a:bodyPr wrap="square" rtlCol="0">
            <a:spAutoFit/>
          </a:bodyPr>
          <a:lstStyle/>
          <a:p>
            <a:r>
              <a:rPr lang="en-US" altLang="zh-CN" sz="1600" dirty="0">
                <a:solidFill>
                  <a:schemeClr val="tx1">
                    <a:lumMod val="95000"/>
                    <a:lumOff val="5000"/>
                  </a:schemeClr>
                </a:solidFill>
                <a:latin typeface="Arial Nova" panose="020B0504020202020204" pitchFamily="34" charset="0"/>
                <a:ea typeface="Microsoft Himalaya" panose="01010100010101010101" pitchFamily="2" charset="0"/>
                <a:cs typeface="Microsoft Himalaya" panose="01010100010101010101" pitchFamily="2" charset="0"/>
              </a:rPr>
              <a:t>Little  Description</a:t>
            </a:r>
            <a:endParaRPr lang="zh-CN" altLang="en-US" sz="1600" dirty="0">
              <a:solidFill>
                <a:schemeClr val="tx1">
                  <a:lumMod val="95000"/>
                  <a:lumOff val="5000"/>
                </a:schemeClr>
              </a:solidFill>
              <a:latin typeface="Arial Nova" panose="020B0504020202020204" pitchFamily="34" charset="0"/>
              <a:cs typeface="Microsoft Himalaya" panose="01010100010101010101" pitchFamily="2" charset="0"/>
            </a:endParaRPr>
          </a:p>
        </p:txBody>
      </p:sp>
      <p:sp>
        <p:nvSpPr>
          <p:cNvPr id="15" name="文本框 14"/>
          <p:cNvSpPr txBox="1"/>
          <p:nvPr/>
        </p:nvSpPr>
        <p:spPr>
          <a:xfrm>
            <a:off x="9873340" y="4386435"/>
            <a:ext cx="2246353" cy="338554"/>
          </a:xfrm>
          <a:prstGeom prst="rect">
            <a:avLst/>
          </a:prstGeom>
          <a:noFill/>
        </p:spPr>
        <p:txBody>
          <a:bodyPr wrap="square" rtlCol="0">
            <a:spAutoFit/>
          </a:bodyPr>
          <a:lstStyle/>
          <a:p>
            <a:r>
              <a:rPr lang="en-US" altLang="zh-CN" sz="1600" dirty="0">
                <a:solidFill>
                  <a:schemeClr val="tx1">
                    <a:lumMod val="95000"/>
                    <a:lumOff val="5000"/>
                  </a:schemeClr>
                </a:solidFill>
                <a:latin typeface="Arial Nova" panose="020B0504020202020204" pitchFamily="34" charset="0"/>
                <a:ea typeface="Microsoft Himalaya" panose="01010100010101010101" pitchFamily="2" charset="0"/>
                <a:cs typeface="Microsoft Himalaya" panose="01010100010101010101" pitchFamily="2" charset="0"/>
              </a:rPr>
              <a:t>Little  Description</a:t>
            </a:r>
            <a:endParaRPr lang="zh-CN" altLang="en-US" sz="1600" dirty="0">
              <a:solidFill>
                <a:schemeClr val="tx1">
                  <a:lumMod val="95000"/>
                  <a:lumOff val="5000"/>
                </a:schemeClr>
              </a:solidFill>
              <a:latin typeface="Arial Nova" panose="020B0504020202020204" pitchFamily="34" charset="0"/>
              <a:cs typeface="Microsoft Himalaya" panose="01010100010101010101" pitchFamily="2" charset="0"/>
            </a:endParaRPr>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rcRect b="8111"/>
          <a:stretch>
            <a:fillRect/>
          </a:stretch>
        </p:blipFill>
        <p:spPr>
          <a:xfrm>
            <a:off x="185420" y="5655310"/>
            <a:ext cx="11783060" cy="12026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1758347" y="1715648"/>
            <a:ext cx="4218384" cy="2400657"/>
          </a:xfrm>
          <a:prstGeom prst="rect">
            <a:avLst/>
          </a:prstGeom>
          <a:noFill/>
        </p:spPr>
        <p:txBody>
          <a:bodyPr wrap="square" rtlCol="0">
            <a:spAutoFit/>
          </a:bodyPr>
          <a:lstStyle/>
          <a:p>
            <a:r>
              <a:rPr lang="zh-CN" altLang="en-US" sz="15000" dirty="0">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重点</a:t>
            </a:r>
            <a:endParaRPr lang="zh-CN" altLang="en-US" sz="15000" dirty="0">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7" name="文本框 6"/>
          <p:cNvSpPr txBox="1"/>
          <p:nvPr/>
        </p:nvSpPr>
        <p:spPr>
          <a:xfrm>
            <a:off x="1855959" y="4768947"/>
            <a:ext cx="4120772" cy="460375"/>
          </a:xfrm>
          <a:prstGeom prst="rect">
            <a:avLst/>
          </a:prstGeom>
          <a:noFill/>
        </p:spPr>
        <p:txBody>
          <a:bodyPr wrap="square" rtlCol="0">
            <a:spAutoFit/>
          </a:bodyPr>
          <a:lstStyle/>
          <a:p>
            <a:pPr algn="just"/>
            <a:r>
              <a:rPr lang="zh-CN" altLang="en-US" sz="1200" dirty="0">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Microsoft Himalaya" panose="01010100010101010101" pitchFamily="2" charset="0"/>
              </a:rPr>
              <a:t>这一页可以写重点或者介绍</a:t>
            </a:r>
            <a:endParaRPr lang="zh-CN" altLang="en-US" sz="1200" dirty="0">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Microsoft Himalaya" panose="01010100010101010101" pitchFamily="2" charset="0"/>
            </a:endParaRPr>
          </a:p>
          <a:p>
            <a:pPr algn="just"/>
            <a:r>
              <a:rPr lang="zh-CN" altLang="en-US" sz="1200" dirty="0">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Microsoft Himalaya" panose="01010100010101010101" pitchFamily="2" charset="0"/>
              </a:rPr>
              <a:t>无论是大段文字还是图片、图表，这里都可以放哦</a:t>
            </a:r>
            <a:r>
              <a:rPr lang="en-US" altLang="zh-CN" sz="1200" dirty="0">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Microsoft Himalaya" panose="01010100010101010101" pitchFamily="2" charset="0"/>
              </a:rPr>
              <a:t>~</a:t>
            </a:r>
            <a:endParaRPr lang="zh-CN" altLang="en-US" sz="1200" dirty="0">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cs typeface="Microsoft Himalaya" panose="01010100010101010101" pitchFamily="2" charset="0"/>
            </a:endParaRPr>
          </a:p>
        </p:txBody>
      </p:sp>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pic>
        <p:nvPicPr>
          <p:cNvPr id="19" name="图片 18"/>
          <p:cNvPicPr>
            <a:picLocks noChangeAspect="1"/>
          </p:cNvPicPr>
          <p:nvPr/>
        </p:nvPicPr>
        <p:blipFill>
          <a:blip r:embed="rId3">
            <a:extLst>
              <a:ext uri="{28A0092B-C50C-407E-A947-70E740481C1C}">
                <a14:useLocalDpi xmlns:a14="http://schemas.microsoft.com/office/drawing/2010/main" val="0"/>
              </a:ext>
            </a:extLst>
          </a:blip>
          <a:srcRect b="8111"/>
          <a:stretch>
            <a:fillRect/>
          </a:stretch>
        </p:blipFill>
        <p:spPr>
          <a:xfrm>
            <a:off x="185420" y="5655310"/>
            <a:ext cx="11783060" cy="1202690"/>
          </a:xfrm>
          <a:prstGeom prst="rect">
            <a:avLst/>
          </a:prstGeom>
        </p:spPr>
      </p:pic>
      <p:pic>
        <p:nvPicPr>
          <p:cNvPr id="9" name="图片 8" descr="DSCF1899"/>
          <p:cNvPicPr>
            <a:picLocks noChangeAspect="1"/>
          </p:cNvPicPr>
          <p:nvPr>
            <p:custDataLst>
              <p:tags r:id="rId4"/>
            </p:custDataLst>
          </p:nvPr>
        </p:nvPicPr>
        <p:blipFill>
          <a:blip r:embed="rId5"/>
          <a:stretch>
            <a:fillRect/>
          </a:stretch>
        </p:blipFill>
        <p:spPr>
          <a:xfrm>
            <a:off x="6096000" y="1715770"/>
            <a:ext cx="4871085" cy="32473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 name="图片 1" descr="电脑萤幕画面&#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rcRect l="8729" b="18167"/>
          <a:stretch>
            <a:fillRect/>
          </a:stretch>
        </p:blipFill>
        <p:spPr>
          <a:xfrm>
            <a:off x="0" y="2604406"/>
            <a:ext cx="9651825" cy="4253594"/>
          </a:xfrm>
          <a:prstGeom prst="rect">
            <a:avLst/>
          </a:prstGeom>
        </p:spPr>
      </p:pic>
      <p:pic>
        <p:nvPicPr>
          <p:cNvPr id="12" name="图片 11" descr="卡通人物&#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grpSp>
        <p:nvGrpSpPr>
          <p:cNvPr id="11" name="组合 10"/>
          <p:cNvGrpSpPr/>
          <p:nvPr/>
        </p:nvGrpSpPr>
        <p:grpSpPr>
          <a:xfrm>
            <a:off x="7726836" y="1136682"/>
            <a:ext cx="4068445" cy="3212492"/>
            <a:chOff x="3174965" y="2132330"/>
            <a:chExt cx="4068445" cy="3212492"/>
          </a:xfrm>
        </p:grpSpPr>
        <p:sp>
          <p:nvSpPr>
            <p:cNvPr id="5" name="文本框 4"/>
            <p:cNvSpPr txBox="1"/>
            <p:nvPr/>
          </p:nvSpPr>
          <p:spPr>
            <a:xfrm>
              <a:off x="3174965" y="3865245"/>
              <a:ext cx="4068445" cy="666115"/>
            </a:xfrm>
            <a:prstGeom prst="rect">
              <a:avLst/>
            </a:prstGeom>
            <a:noFill/>
          </p:spPr>
          <p:txBody>
            <a:bodyPr wrap="square" rtlCol="0">
              <a:spAutoFit/>
            </a:bodyPr>
            <a:lstStyle/>
            <a:p>
              <a:pPr>
                <a:defRPr/>
              </a:pPr>
              <a:r>
                <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rPr>
                <a:t>添加目录标题文字</a:t>
              </a:r>
              <a:endPar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6" name="矩形 5"/>
            <p:cNvSpPr/>
            <p:nvPr/>
          </p:nvSpPr>
          <p:spPr>
            <a:xfrm>
              <a:off x="3279775" y="5020310"/>
              <a:ext cx="3869690" cy="324512"/>
            </a:xfrm>
            <a:prstGeom prst="rect">
              <a:avLst/>
            </a:prstGeom>
          </p:spPr>
          <p:txBody>
            <a:bodyPr wrap="square">
              <a:spAutoFit/>
            </a:bodyPr>
            <a:lstStyle/>
            <a:p>
              <a:pPr algn="r">
                <a:lnSpc>
                  <a:spcPct val="150000"/>
                </a:lnSpc>
                <a:defRPr/>
              </a:pPr>
              <a:r>
                <a:rPr lang="zh-CN" altLang="en-US" sz="1140" dirty="0">
                  <a:latin typeface="微软雅黑" panose="020B0503020204020204" pitchFamily="34" charset="-122"/>
                  <a:ea typeface="微软雅黑" panose="020B0503020204020204" pitchFamily="34" charset="-122"/>
                  <a:sym typeface="微软雅黑" panose="020B0503020204020204" pitchFamily="34" charset="-122"/>
                </a:rPr>
                <a:t>添加</a:t>
              </a:r>
              <a:r>
                <a:rPr lang="zh-CN" altLang="en-US"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简介</a:t>
              </a:r>
              <a:endParaRPr lang="en-US" altLang="zh-CN"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nvSpPr>
          <p:spPr>
            <a:xfrm>
              <a:off x="3886200" y="2132330"/>
              <a:ext cx="3356610" cy="1732915"/>
            </a:xfrm>
            <a:prstGeom prst="rect">
              <a:avLst/>
            </a:prstGeom>
            <a:noFill/>
          </p:spPr>
          <p:txBody>
            <a:bodyPr wrap="square" rtlCol="0">
              <a:spAutoFit/>
            </a:bodyPr>
            <a:lstStyle/>
            <a:p>
              <a:pPr>
                <a:defRPr/>
              </a:pPr>
              <a:r>
                <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rPr>
                <a:t>ONE</a:t>
              </a:r>
              <a:endPar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7" name="文本框 26"/>
          <p:cNvSpPr txBox="1"/>
          <p:nvPr>
            <p:custDataLst>
              <p:tags r:id="rId2"/>
            </p:custDataLst>
          </p:nvPr>
        </p:nvSpPr>
        <p:spPr>
          <a:xfrm>
            <a:off x="8956637" y="683208"/>
            <a:ext cx="1446352" cy="707886"/>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01</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28" name="文本框 27"/>
          <p:cNvSpPr txBox="1"/>
          <p:nvPr>
            <p:custDataLst>
              <p:tags r:id="rId3"/>
            </p:custDataLst>
          </p:nvPr>
        </p:nvSpPr>
        <p:spPr>
          <a:xfrm>
            <a:off x="8977473" y="1263536"/>
            <a:ext cx="2736060" cy="460375"/>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p:txBody>
      </p:sp>
      <p:sp>
        <p:nvSpPr>
          <p:cNvPr id="29" name="文本框 28"/>
          <p:cNvSpPr txBox="1"/>
          <p:nvPr>
            <p:custDataLst>
              <p:tags r:id="rId4"/>
            </p:custDataLst>
          </p:nvPr>
        </p:nvSpPr>
        <p:spPr>
          <a:xfrm>
            <a:off x="8956637" y="2768298"/>
            <a:ext cx="1446352" cy="707886"/>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02</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30" name="文本框 29"/>
          <p:cNvSpPr txBox="1"/>
          <p:nvPr>
            <p:custDataLst>
              <p:tags r:id="rId5"/>
            </p:custDataLst>
          </p:nvPr>
        </p:nvSpPr>
        <p:spPr>
          <a:xfrm>
            <a:off x="8977473" y="3348626"/>
            <a:ext cx="2736060" cy="27559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31" name="文本框 30"/>
          <p:cNvSpPr txBox="1"/>
          <p:nvPr>
            <p:custDataLst>
              <p:tags r:id="rId6"/>
            </p:custDataLst>
          </p:nvPr>
        </p:nvSpPr>
        <p:spPr>
          <a:xfrm>
            <a:off x="8956637" y="4898450"/>
            <a:ext cx="1446352" cy="707886"/>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03</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32" name="文本框 31"/>
          <p:cNvSpPr txBox="1"/>
          <p:nvPr>
            <p:custDataLst>
              <p:tags r:id="rId7"/>
            </p:custDataLst>
          </p:nvPr>
        </p:nvSpPr>
        <p:spPr>
          <a:xfrm>
            <a:off x="8977473" y="5478778"/>
            <a:ext cx="2736060" cy="27559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2" name="文本框 1"/>
          <p:cNvSpPr txBox="1"/>
          <p:nvPr/>
        </p:nvSpPr>
        <p:spPr>
          <a:xfrm>
            <a:off x="596482" y="1786459"/>
            <a:ext cx="6048158" cy="923330"/>
          </a:xfrm>
          <a:prstGeom prst="rect">
            <a:avLst/>
          </a:prstGeom>
          <a:noFill/>
        </p:spPr>
        <p:txBody>
          <a:bodyPr wrap="square" rtlCol="0">
            <a:spAutoFit/>
          </a:bodyPr>
          <a:lstStyle/>
          <a:p>
            <a:r>
              <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在这里写个大标题！</a:t>
            </a:r>
            <a:endPar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7" name="文本框 6"/>
          <p:cNvSpPr txBox="1"/>
          <p:nvPr/>
        </p:nvSpPr>
        <p:spPr>
          <a:xfrm>
            <a:off x="596482" y="5478778"/>
            <a:ext cx="6916838" cy="646331"/>
          </a:xfrm>
          <a:prstGeom prst="rect">
            <a:avLst/>
          </a:prstGeom>
          <a:noFill/>
        </p:spPr>
        <p:txBody>
          <a:bodyPr wrap="square" rtlCol="0">
            <a:spAutoFit/>
          </a:bodyPr>
          <a:lstStyle/>
          <a:p>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在这里写一些简介在这里写一些简介在这里写一些简介在这里写一些简介在这里写一些简介在这里写一些简介在这里写一些简介在这里写一些简介在这里写一些简介在这里写一些简介在这里写一些简介在这里写一些简介在这里写一些简介在这里写一些简介在这里写一些简介在这里写一些简介</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pic>
        <p:nvPicPr>
          <p:cNvPr id="4" name="图片 3" descr="卡通人物&#10;&#10;AI 生成的内容可能不正确。"/>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6" name="文本框 5"/>
          <p:cNvSpPr txBox="1"/>
          <p:nvPr/>
        </p:nvSpPr>
        <p:spPr>
          <a:xfrm>
            <a:off x="675919" y="2961318"/>
            <a:ext cx="6048158" cy="553998"/>
          </a:xfrm>
          <a:prstGeom prst="rect">
            <a:avLst/>
          </a:prstGeom>
          <a:noFill/>
        </p:spPr>
        <p:txBody>
          <a:bodyPr wrap="square" rtlCol="0">
            <a:spAutoFit/>
          </a:bodyPr>
          <a:lstStyle/>
          <a:p>
            <a:r>
              <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这里写一个副标题</a:t>
            </a:r>
            <a:r>
              <a:rPr lang="en-US" altLang="zh-CN"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or ENGLISH</a:t>
            </a:r>
            <a:endPar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3071921" y="1820107"/>
            <a:ext cx="6048158" cy="923330"/>
          </a:xfrm>
          <a:prstGeom prst="rect">
            <a:avLst/>
          </a:prstGeom>
          <a:noFill/>
        </p:spPr>
        <p:txBody>
          <a:bodyPr wrap="square" rtlCol="0">
            <a:spAutoFit/>
          </a:bodyPr>
          <a:lstStyle/>
          <a:p>
            <a:r>
              <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在这里写个大标题！</a:t>
            </a:r>
            <a:endPar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11" name="文本框 10"/>
          <p:cNvSpPr txBox="1"/>
          <p:nvPr/>
        </p:nvSpPr>
        <p:spPr>
          <a:xfrm>
            <a:off x="9607828" y="3291841"/>
            <a:ext cx="1842050" cy="2677656"/>
          </a:xfrm>
          <a:prstGeom prst="rect">
            <a:avLst/>
          </a:prstGeom>
          <a:noFill/>
        </p:spPr>
        <p:txBody>
          <a:bodyPr wrap="square" rtlCol="0">
            <a:spAutoFit/>
          </a:bodyPr>
          <a:lstStyle/>
          <a:p>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在这里写一些简介在这里写一些简介在这里写一些简介在这里写一些简介在这里写一些简介在这里写一些简介</a:t>
            </a:r>
            <a:endParaRPr lang="en-US" altLang="zh-CN"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endParaRPr>
          </a:p>
          <a:p>
            <a:endPar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a:p>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在这里写一些简介在这里写一些简介在这里写一些简介在这里写一些简介在这里写一些简介</a:t>
            </a:r>
            <a:endParaRPr lang="en-US" altLang="zh-CN"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endParaRPr>
          </a:p>
          <a:p>
            <a:endPar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a:p>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在这里写一些简介在这里写一些简介在这里写一些简介</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19" name="文本框 18"/>
          <p:cNvSpPr txBox="1"/>
          <p:nvPr/>
        </p:nvSpPr>
        <p:spPr>
          <a:xfrm>
            <a:off x="10707874" y="337765"/>
            <a:ext cx="1842050" cy="276999"/>
          </a:xfrm>
          <a:prstGeom prst="rect">
            <a:avLst/>
          </a:prstGeom>
          <a:noFill/>
        </p:spPr>
        <p:txBody>
          <a:bodyPr wrap="square" rtlCol="0">
            <a:spAutoFit/>
          </a:bodyPr>
          <a:lstStyle/>
          <a:p>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一些小的关键词</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20" name="文本框 19"/>
          <p:cNvSpPr txBox="1"/>
          <p:nvPr/>
        </p:nvSpPr>
        <p:spPr>
          <a:xfrm>
            <a:off x="5174975" y="337765"/>
            <a:ext cx="1842050" cy="276999"/>
          </a:xfrm>
          <a:prstGeom prst="rect">
            <a:avLst/>
          </a:prstGeom>
          <a:noFill/>
        </p:spPr>
        <p:txBody>
          <a:bodyPr wrap="square" rtlCol="0">
            <a:spAutoFit/>
          </a:bodyPr>
          <a:lstStyle/>
          <a:p>
            <a:pPr algn="ctr"/>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一些小的关键词</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pic>
        <p:nvPicPr>
          <p:cNvPr id="12" name="图片 11" descr="郝泽+(2)"/>
          <p:cNvPicPr>
            <a:picLocks noChangeAspect="1"/>
          </p:cNvPicPr>
          <p:nvPr>
            <p:custDataLst>
              <p:tags r:id="rId3"/>
            </p:custDataLst>
          </p:nvPr>
        </p:nvPicPr>
        <p:blipFill>
          <a:blip r:embed="rId4"/>
          <a:stretch>
            <a:fillRect/>
          </a:stretch>
        </p:blipFill>
        <p:spPr>
          <a:xfrm>
            <a:off x="1527175" y="3119755"/>
            <a:ext cx="4762500" cy="3175000"/>
          </a:xfrm>
          <a:prstGeom prst="rect">
            <a:avLst/>
          </a:prstGeom>
        </p:spPr>
      </p:pic>
      <p:pic>
        <p:nvPicPr>
          <p:cNvPr id="13" name="图片 12" descr="20220730-IMG_4162"/>
          <p:cNvPicPr>
            <a:picLocks noChangeAspect="1"/>
          </p:cNvPicPr>
          <p:nvPr>
            <p:custDataLst>
              <p:tags r:id="rId5"/>
            </p:custDataLst>
          </p:nvPr>
        </p:nvPicPr>
        <p:blipFill>
          <a:blip r:embed="rId6"/>
          <a:stretch>
            <a:fillRect/>
          </a:stretch>
        </p:blipFill>
        <p:spPr>
          <a:xfrm>
            <a:off x="6624955" y="3119755"/>
            <a:ext cx="2489835" cy="3174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 name="图片 1" descr="电脑萤幕画面&#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rcRect l="8729" b="18167"/>
          <a:stretch>
            <a:fillRect/>
          </a:stretch>
        </p:blipFill>
        <p:spPr>
          <a:xfrm>
            <a:off x="0" y="2604406"/>
            <a:ext cx="9651825" cy="4253594"/>
          </a:xfrm>
          <a:prstGeom prst="rect">
            <a:avLst/>
          </a:prstGeom>
        </p:spPr>
      </p:pic>
      <p:pic>
        <p:nvPicPr>
          <p:cNvPr id="12" name="图片 11" descr="卡通人物&#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grpSp>
        <p:nvGrpSpPr>
          <p:cNvPr id="11" name="组合 10"/>
          <p:cNvGrpSpPr/>
          <p:nvPr/>
        </p:nvGrpSpPr>
        <p:grpSpPr>
          <a:xfrm>
            <a:off x="7726836" y="1136682"/>
            <a:ext cx="4105910" cy="3212492"/>
            <a:chOff x="3174965" y="2132330"/>
            <a:chExt cx="4105910" cy="3212492"/>
          </a:xfrm>
        </p:grpSpPr>
        <p:sp>
          <p:nvSpPr>
            <p:cNvPr id="5" name="文本框 4"/>
            <p:cNvSpPr txBox="1"/>
            <p:nvPr/>
          </p:nvSpPr>
          <p:spPr>
            <a:xfrm>
              <a:off x="3174965" y="3865245"/>
              <a:ext cx="4068445" cy="666115"/>
            </a:xfrm>
            <a:prstGeom prst="rect">
              <a:avLst/>
            </a:prstGeom>
            <a:noFill/>
          </p:spPr>
          <p:txBody>
            <a:bodyPr wrap="square" rtlCol="0">
              <a:spAutoFit/>
            </a:bodyPr>
            <a:lstStyle/>
            <a:p>
              <a:pPr>
                <a:defRPr/>
              </a:pPr>
              <a:r>
                <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rPr>
                <a:t>添加目录标题文字</a:t>
              </a:r>
              <a:endPar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6" name="矩形 5"/>
            <p:cNvSpPr/>
            <p:nvPr/>
          </p:nvSpPr>
          <p:spPr>
            <a:xfrm>
              <a:off x="3279775" y="5020310"/>
              <a:ext cx="3869690" cy="324512"/>
            </a:xfrm>
            <a:prstGeom prst="rect">
              <a:avLst/>
            </a:prstGeom>
          </p:spPr>
          <p:txBody>
            <a:bodyPr wrap="square">
              <a:spAutoFit/>
            </a:bodyPr>
            <a:lstStyle/>
            <a:p>
              <a:pPr algn="r">
                <a:lnSpc>
                  <a:spcPct val="150000"/>
                </a:lnSpc>
                <a:defRPr/>
              </a:pPr>
              <a:r>
                <a:rPr lang="zh-CN" altLang="en-US"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添加简介</a:t>
              </a:r>
              <a:endParaRPr lang="en-US" altLang="zh-CN"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nvSpPr>
          <p:spPr>
            <a:xfrm>
              <a:off x="3597240" y="2132330"/>
              <a:ext cx="3683635" cy="1732915"/>
            </a:xfrm>
            <a:prstGeom prst="rect">
              <a:avLst/>
            </a:prstGeom>
            <a:noFill/>
          </p:spPr>
          <p:txBody>
            <a:bodyPr wrap="square" rtlCol="0">
              <a:spAutoFit/>
            </a:bodyPr>
            <a:lstStyle/>
            <a:p>
              <a:pPr>
                <a:defRPr/>
              </a:pPr>
              <a:r>
                <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rPr>
                <a:t>TWO</a:t>
              </a:r>
              <a:endPar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5" name="文本框 4"/>
          <p:cNvSpPr txBox="1"/>
          <p:nvPr/>
        </p:nvSpPr>
        <p:spPr>
          <a:xfrm>
            <a:off x="596482" y="5107502"/>
            <a:ext cx="6048158" cy="923330"/>
          </a:xfrm>
          <a:prstGeom prst="rect">
            <a:avLst/>
          </a:prstGeom>
          <a:noFill/>
        </p:spPr>
        <p:txBody>
          <a:bodyPr wrap="square" rtlCol="0">
            <a:spAutoFit/>
          </a:bodyPr>
          <a:lstStyle/>
          <a:p>
            <a:r>
              <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在这里写个大标题！</a:t>
            </a:r>
            <a:endPar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28" name="文本框 27"/>
          <p:cNvSpPr txBox="1"/>
          <p:nvPr>
            <p:custDataLst>
              <p:tags r:id="rId3"/>
            </p:custDataLst>
          </p:nvPr>
        </p:nvSpPr>
        <p:spPr>
          <a:xfrm>
            <a:off x="1029970" y="3898900"/>
            <a:ext cx="3429000" cy="64516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pic>
        <p:nvPicPr>
          <p:cNvPr id="7" name="图片 6" descr="d614c2abf5e9628a211d9a0866075b6"/>
          <p:cNvPicPr>
            <a:picLocks noChangeAspect="1"/>
          </p:cNvPicPr>
          <p:nvPr>
            <p:custDataLst>
              <p:tags r:id="rId4"/>
            </p:custDataLst>
          </p:nvPr>
        </p:nvPicPr>
        <p:blipFill>
          <a:blip r:embed="rId5"/>
          <a:srcRect t="3203" b="9956"/>
          <a:stretch>
            <a:fillRect/>
          </a:stretch>
        </p:blipFill>
        <p:spPr>
          <a:xfrm>
            <a:off x="4637405" y="1271905"/>
            <a:ext cx="6490335" cy="31680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28" name="文本框 27"/>
          <p:cNvSpPr txBox="1"/>
          <p:nvPr>
            <p:custDataLst>
              <p:tags r:id="rId3"/>
            </p:custDataLst>
          </p:nvPr>
        </p:nvSpPr>
        <p:spPr>
          <a:xfrm>
            <a:off x="564515" y="5495925"/>
            <a:ext cx="3429000" cy="64516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16" name="文本框 15"/>
          <p:cNvSpPr txBox="1"/>
          <p:nvPr>
            <p:custDataLst>
              <p:tags r:id="rId4"/>
            </p:custDataLst>
          </p:nvPr>
        </p:nvSpPr>
        <p:spPr>
          <a:xfrm>
            <a:off x="4457700" y="5495925"/>
            <a:ext cx="3429000" cy="64516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17" name="文本框 16"/>
          <p:cNvSpPr txBox="1"/>
          <p:nvPr>
            <p:custDataLst>
              <p:tags r:id="rId5"/>
            </p:custDataLst>
          </p:nvPr>
        </p:nvSpPr>
        <p:spPr>
          <a:xfrm>
            <a:off x="8341360" y="5495925"/>
            <a:ext cx="3429000" cy="64516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pic>
        <p:nvPicPr>
          <p:cNvPr id="22" name="图片 21" descr="20220730-IMG_4162"/>
          <p:cNvPicPr>
            <a:picLocks noChangeAspect="1"/>
          </p:cNvPicPr>
          <p:nvPr>
            <p:custDataLst>
              <p:tags r:id="rId6"/>
            </p:custDataLst>
          </p:nvPr>
        </p:nvPicPr>
        <p:blipFill>
          <a:blip r:embed="rId7"/>
          <a:srcRect l="1694" r="4284"/>
          <a:stretch>
            <a:fillRect/>
          </a:stretch>
        </p:blipFill>
        <p:spPr>
          <a:xfrm>
            <a:off x="683260" y="1264285"/>
            <a:ext cx="2996565" cy="4064000"/>
          </a:xfrm>
          <a:prstGeom prst="rect">
            <a:avLst/>
          </a:prstGeom>
        </p:spPr>
      </p:pic>
      <p:pic>
        <p:nvPicPr>
          <p:cNvPr id="23" name="图片 22" descr="20220730-IMG_4162"/>
          <p:cNvPicPr>
            <a:picLocks noChangeAspect="1"/>
          </p:cNvPicPr>
          <p:nvPr>
            <p:custDataLst>
              <p:tags r:id="rId8"/>
            </p:custDataLst>
          </p:nvPr>
        </p:nvPicPr>
        <p:blipFill>
          <a:blip r:embed="rId7"/>
          <a:srcRect l="1694" r="4284"/>
          <a:stretch>
            <a:fillRect/>
          </a:stretch>
        </p:blipFill>
        <p:spPr>
          <a:xfrm>
            <a:off x="8439785" y="1264285"/>
            <a:ext cx="2996565" cy="4064000"/>
          </a:xfrm>
          <a:prstGeom prst="rect">
            <a:avLst/>
          </a:prstGeom>
        </p:spPr>
      </p:pic>
      <p:pic>
        <p:nvPicPr>
          <p:cNvPr id="25" name="图片 24" descr="20220730-IMG_4162"/>
          <p:cNvPicPr>
            <a:picLocks noChangeAspect="1"/>
          </p:cNvPicPr>
          <p:nvPr>
            <p:custDataLst>
              <p:tags r:id="rId9"/>
            </p:custDataLst>
          </p:nvPr>
        </p:nvPicPr>
        <p:blipFill>
          <a:blip r:embed="rId7"/>
          <a:srcRect l="1694" r="4284"/>
          <a:stretch>
            <a:fillRect/>
          </a:stretch>
        </p:blipFill>
        <p:spPr>
          <a:xfrm>
            <a:off x="4561205" y="1264285"/>
            <a:ext cx="2996565" cy="406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 name="图片 1" descr="电脑萤幕画面&#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rcRect l="8729" b="18167"/>
          <a:stretch>
            <a:fillRect/>
          </a:stretch>
        </p:blipFill>
        <p:spPr>
          <a:xfrm>
            <a:off x="0" y="2604406"/>
            <a:ext cx="9651825" cy="4253594"/>
          </a:xfrm>
          <a:prstGeom prst="rect">
            <a:avLst/>
          </a:prstGeom>
        </p:spPr>
      </p:pic>
      <p:pic>
        <p:nvPicPr>
          <p:cNvPr id="12" name="图片 11" descr="卡通人物&#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grpSp>
        <p:nvGrpSpPr>
          <p:cNvPr id="11" name="组合 10"/>
          <p:cNvGrpSpPr/>
          <p:nvPr/>
        </p:nvGrpSpPr>
        <p:grpSpPr>
          <a:xfrm>
            <a:off x="6593996" y="1136682"/>
            <a:ext cx="5248910" cy="3212492"/>
            <a:chOff x="2042125" y="2132330"/>
            <a:chExt cx="5248910" cy="3212492"/>
          </a:xfrm>
        </p:grpSpPr>
        <p:sp>
          <p:nvSpPr>
            <p:cNvPr id="5" name="文本框 4"/>
            <p:cNvSpPr txBox="1"/>
            <p:nvPr/>
          </p:nvSpPr>
          <p:spPr>
            <a:xfrm>
              <a:off x="3174965" y="3865245"/>
              <a:ext cx="4068445" cy="666115"/>
            </a:xfrm>
            <a:prstGeom prst="rect">
              <a:avLst/>
            </a:prstGeom>
            <a:noFill/>
          </p:spPr>
          <p:txBody>
            <a:bodyPr wrap="square" rtlCol="0">
              <a:spAutoFit/>
            </a:bodyPr>
            <a:lstStyle/>
            <a:p>
              <a:pPr>
                <a:defRPr/>
              </a:pPr>
              <a:r>
                <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rPr>
                <a:t>添加目录标题文字</a:t>
              </a:r>
              <a:endPar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6" name="矩形 5"/>
            <p:cNvSpPr/>
            <p:nvPr/>
          </p:nvSpPr>
          <p:spPr>
            <a:xfrm>
              <a:off x="3279775" y="5020310"/>
              <a:ext cx="3869690" cy="324512"/>
            </a:xfrm>
            <a:prstGeom prst="rect">
              <a:avLst/>
            </a:prstGeom>
          </p:spPr>
          <p:txBody>
            <a:bodyPr wrap="square">
              <a:spAutoFit/>
            </a:bodyPr>
            <a:lstStyle/>
            <a:p>
              <a:pPr algn="r">
                <a:lnSpc>
                  <a:spcPct val="150000"/>
                </a:lnSpc>
                <a:defRPr/>
              </a:pPr>
              <a:r>
                <a:rPr lang="zh-CN" altLang="en-US" sz="1140" dirty="0">
                  <a:latin typeface="微软雅黑" panose="020B0503020204020204" pitchFamily="34" charset="-122"/>
                  <a:ea typeface="微软雅黑" panose="020B0503020204020204" pitchFamily="34" charset="-122"/>
                  <a:sym typeface="微软雅黑" panose="020B0503020204020204" pitchFamily="34" charset="-122"/>
                </a:rPr>
                <a:t>添加</a:t>
              </a:r>
              <a:r>
                <a:rPr lang="zh-CN" altLang="en-US"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简介</a:t>
              </a:r>
              <a:endParaRPr lang="en-US" altLang="zh-CN"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nvSpPr>
          <p:spPr>
            <a:xfrm>
              <a:off x="2042125" y="2132330"/>
              <a:ext cx="5248910" cy="1732915"/>
            </a:xfrm>
            <a:prstGeom prst="rect">
              <a:avLst/>
            </a:prstGeom>
            <a:noFill/>
          </p:spPr>
          <p:txBody>
            <a:bodyPr wrap="square" rtlCol="0">
              <a:spAutoFit/>
            </a:bodyPr>
            <a:lstStyle/>
            <a:p>
              <a:pPr>
                <a:defRPr/>
              </a:pPr>
              <a:r>
                <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rPr>
                <a:t>THREE</a:t>
              </a:r>
              <a:endPar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9" name="图片 8" descr="DSCF1440"/>
          <p:cNvPicPr>
            <a:picLocks noChangeAspect="1"/>
          </p:cNvPicPr>
          <p:nvPr>
            <p:custDataLst>
              <p:tags r:id="rId2"/>
            </p:custDataLst>
          </p:nvPr>
        </p:nvPicPr>
        <p:blipFill>
          <a:blip r:embed="rId3"/>
          <a:stretch>
            <a:fillRect/>
          </a:stretch>
        </p:blipFill>
        <p:spPr>
          <a:xfrm flipH="1">
            <a:off x="3949700" y="1296670"/>
            <a:ext cx="6663690" cy="4265295"/>
          </a:xfrm>
          <a:prstGeom prst="rect">
            <a:avLst/>
          </a:prstGeom>
        </p:spPr>
      </p:pic>
      <p:pic>
        <p:nvPicPr>
          <p:cNvPr id="6" name="图片 5" descr="卡通人物&#10;&#10;AI 生成的内容可能不正确。"/>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2" name="文本框 1"/>
          <p:cNvSpPr txBox="1"/>
          <p:nvPr/>
        </p:nvSpPr>
        <p:spPr>
          <a:xfrm>
            <a:off x="346927" y="2654497"/>
            <a:ext cx="6048158" cy="923330"/>
          </a:xfrm>
          <a:prstGeom prst="rect">
            <a:avLst/>
          </a:prstGeom>
          <a:noFill/>
        </p:spPr>
        <p:txBody>
          <a:bodyPr wrap="square" rtlCol="0">
            <a:spAutoFit/>
          </a:bodyPr>
          <a:lstStyle/>
          <a:p>
            <a:r>
              <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在这里写个大标题！</a:t>
            </a:r>
            <a:endPar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3" name="文本框 2"/>
          <p:cNvSpPr txBox="1"/>
          <p:nvPr/>
        </p:nvSpPr>
        <p:spPr>
          <a:xfrm>
            <a:off x="426364" y="1825503"/>
            <a:ext cx="6048158" cy="553998"/>
          </a:xfrm>
          <a:prstGeom prst="rect">
            <a:avLst/>
          </a:prstGeom>
          <a:noFill/>
        </p:spPr>
        <p:txBody>
          <a:bodyPr wrap="square" rtlCol="0">
            <a:spAutoFit/>
          </a:bodyPr>
          <a:lstStyle/>
          <a:p>
            <a:r>
              <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这里写一个副标题</a:t>
            </a:r>
            <a:r>
              <a:rPr lang="en-US" altLang="zh-CN"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or ENGLISH</a:t>
            </a:r>
            <a:endParaRPr lang="zh-CN" altLang="en-US" sz="54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17" name="文本框 16"/>
          <p:cNvSpPr txBox="1"/>
          <p:nvPr>
            <p:custDataLst>
              <p:tags r:id="rId5"/>
            </p:custDataLst>
          </p:nvPr>
        </p:nvSpPr>
        <p:spPr>
          <a:xfrm>
            <a:off x="9658350" y="5561965"/>
            <a:ext cx="1899285" cy="1139190"/>
          </a:xfrm>
          <a:prstGeom prst="rect">
            <a:avLst/>
          </a:prstGeom>
          <a:noFill/>
        </p:spPr>
        <p:txBody>
          <a:bodyPr wrap="square" rtlCol="0">
            <a:noAutofit/>
          </a:bodyPr>
          <a:lstStyle/>
          <a:p>
            <a:pPr indent="0" fontAlgn="auto">
              <a:lnSpc>
                <a:spcPct val="125000"/>
              </a:lnSpc>
            </a:pPr>
            <a:r>
              <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indent="0" fontAlgn="auto">
              <a:lnSpc>
                <a:spcPct val="125000"/>
              </a:lnSpc>
            </a:pPr>
            <a:r>
              <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indent="0" fontAlgn="auto">
              <a:lnSpc>
                <a:spcPct val="125000"/>
              </a:lnSpc>
            </a:pPr>
            <a:r>
              <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indent="0" fontAlgn="auto">
              <a:lnSpc>
                <a:spcPct val="125000"/>
              </a:lnSpc>
            </a:pPr>
            <a:endParaRPr lang="zh-CN" altLang="en-US" sz="16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cxnSp>
        <p:nvCxnSpPr>
          <p:cNvPr id="8" name="直接连接符 7"/>
          <p:cNvCxnSpPr/>
          <p:nvPr/>
        </p:nvCxnSpPr>
        <p:spPr>
          <a:xfrm>
            <a:off x="2468245" y="5871845"/>
            <a:ext cx="394335" cy="0"/>
          </a:xfrm>
          <a:prstGeom prst="line">
            <a:avLst/>
          </a:prstGeom>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3" name="文本框 2"/>
          <p:cNvSpPr txBox="1"/>
          <p:nvPr/>
        </p:nvSpPr>
        <p:spPr>
          <a:xfrm>
            <a:off x="2654935" y="1264285"/>
            <a:ext cx="4885055" cy="3510915"/>
          </a:xfrm>
          <a:prstGeom prst="rect">
            <a:avLst/>
          </a:prstGeom>
          <a:noFill/>
        </p:spPr>
        <p:txBody>
          <a:bodyPr wrap="square" rtlCol="0">
            <a:noAutofit/>
          </a:bodyPr>
          <a:lstStyle/>
          <a:p>
            <a:pPr indent="0" fontAlgn="auto">
              <a:lnSpc>
                <a:spcPct val="150000"/>
              </a:lnSpc>
            </a:pPr>
            <a:r>
              <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在这写一点比较重要的东西</a:t>
            </a:r>
            <a:endPar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a:p>
            <a:pPr indent="0" fontAlgn="auto">
              <a:lnSpc>
                <a:spcPct val="150000"/>
              </a:lnSpc>
            </a:pPr>
            <a:r>
              <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sym typeface="+mn-ea"/>
              </a:rPr>
              <a:t>在这写一点比较重要的东西</a:t>
            </a:r>
            <a:endPar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a:p>
            <a:pPr indent="0" fontAlgn="auto">
              <a:lnSpc>
                <a:spcPct val="150000"/>
              </a:lnSpc>
            </a:pPr>
            <a:r>
              <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sym typeface="+mn-ea"/>
              </a:rPr>
              <a:t>在这写一点比较重要的东西</a:t>
            </a:r>
            <a:endPar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a:p>
            <a:pPr indent="0" fontAlgn="auto">
              <a:lnSpc>
                <a:spcPct val="150000"/>
              </a:lnSpc>
            </a:pPr>
            <a:r>
              <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sym typeface="+mn-ea"/>
              </a:rPr>
              <a:t>在这写一点比较重要的东西</a:t>
            </a:r>
            <a:endParaRPr lang="zh-CN" altLang="en-US" sz="3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28" name="文本框 27"/>
          <p:cNvSpPr txBox="1"/>
          <p:nvPr>
            <p:custDataLst>
              <p:tags r:id="rId3"/>
            </p:custDataLst>
          </p:nvPr>
        </p:nvSpPr>
        <p:spPr>
          <a:xfrm>
            <a:off x="941070" y="5013960"/>
            <a:ext cx="3429000" cy="1014730"/>
          </a:xfrm>
          <a:prstGeom prst="rect">
            <a:avLst/>
          </a:prstGeom>
          <a:noFill/>
        </p:spPr>
        <p:txBody>
          <a:bodyPr wrap="square" rtlCol="0">
            <a:spAutoFit/>
          </a:bodyPr>
          <a:lstStyle/>
          <a:p>
            <a:pPr indent="0" fontAlgn="auto">
              <a:lnSpc>
                <a:spcPct val="125000"/>
              </a:lnSpc>
            </a:pPr>
            <a:r>
              <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indent="0" fontAlgn="auto">
              <a:lnSpc>
                <a:spcPct val="125000"/>
              </a:lnSpc>
            </a:pPr>
            <a:r>
              <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indent="0" fontAlgn="auto">
              <a:lnSpc>
                <a:spcPct val="125000"/>
              </a:lnSpc>
            </a:pPr>
            <a:r>
              <a:rPr lang="zh-CN" altLang="en-US" sz="16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6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cxnSp>
        <p:nvCxnSpPr>
          <p:cNvPr id="8" name="直接连接符 7"/>
          <p:cNvCxnSpPr/>
          <p:nvPr/>
        </p:nvCxnSpPr>
        <p:spPr>
          <a:xfrm>
            <a:off x="2343150" y="4894580"/>
            <a:ext cx="1905000" cy="0"/>
          </a:xfrm>
          <a:prstGeom prst="line">
            <a:avLst/>
          </a:prstGeom>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cxnSp>
      <p:pic>
        <p:nvPicPr>
          <p:cNvPr id="25" name="图片 24" descr="20220730-IMG_4162"/>
          <p:cNvPicPr>
            <a:picLocks noChangeAspect="1"/>
          </p:cNvPicPr>
          <p:nvPr>
            <p:custDataLst>
              <p:tags r:id="rId4"/>
            </p:custDataLst>
          </p:nvPr>
        </p:nvPicPr>
        <p:blipFill>
          <a:blip r:embed="rId5"/>
          <a:srcRect l="1694" r="4284"/>
          <a:stretch>
            <a:fillRect/>
          </a:stretch>
        </p:blipFill>
        <p:spPr>
          <a:xfrm>
            <a:off x="7745730" y="1397000"/>
            <a:ext cx="2996565" cy="406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 name="图片 1" descr="电脑萤幕画面&#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rcRect l="8729" b="18167"/>
          <a:stretch>
            <a:fillRect/>
          </a:stretch>
        </p:blipFill>
        <p:spPr>
          <a:xfrm>
            <a:off x="0" y="2604406"/>
            <a:ext cx="9651825" cy="4253594"/>
          </a:xfrm>
          <a:prstGeom prst="rect">
            <a:avLst/>
          </a:prstGeom>
        </p:spPr>
      </p:pic>
      <p:pic>
        <p:nvPicPr>
          <p:cNvPr id="12" name="图片 11" descr="卡通人物&#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grpSp>
        <p:nvGrpSpPr>
          <p:cNvPr id="11" name="组合 10"/>
          <p:cNvGrpSpPr/>
          <p:nvPr/>
        </p:nvGrpSpPr>
        <p:grpSpPr>
          <a:xfrm>
            <a:off x="7437276" y="1136682"/>
            <a:ext cx="4377055" cy="3212492"/>
            <a:chOff x="2885405" y="2132330"/>
            <a:chExt cx="4377055" cy="3212492"/>
          </a:xfrm>
        </p:grpSpPr>
        <p:sp>
          <p:nvSpPr>
            <p:cNvPr id="5" name="文本框 4"/>
            <p:cNvSpPr txBox="1"/>
            <p:nvPr/>
          </p:nvSpPr>
          <p:spPr>
            <a:xfrm>
              <a:off x="3174965" y="3865245"/>
              <a:ext cx="4068445" cy="666115"/>
            </a:xfrm>
            <a:prstGeom prst="rect">
              <a:avLst/>
            </a:prstGeom>
            <a:noFill/>
          </p:spPr>
          <p:txBody>
            <a:bodyPr wrap="square" rtlCol="0">
              <a:spAutoFit/>
            </a:bodyPr>
            <a:lstStyle/>
            <a:p>
              <a:pPr>
                <a:defRPr/>
              </a:pPr>
              <a:r>
                <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rPr>
                <a:t>添加目录标题文字</a:t>
              </a:r>
              <a:endPar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6" name="矩形 5"/>
            <p:cNvSpPr/>
            <p:nvPr/>
          </p:nvSpPr>
          <p:spPr>
            <a:xfrm>
              <a:off x="3279775" y="5020310"/>
              <a:ext cx="3869690" cy="324512"/>
            </a:xfrm>
            <a:prstGeom prst="rect">
              <a:avLst/>
            </a:prstGeom>
          </p:spPr>
          <p:txBody>
            <a:bodyPr wrap="square">
              <a:spAutoFit/>
            </a:bodyPr>
            <a:lstStyle/>
            <a:p>
              <a:pPr algn="r">
                <a:lnSpc>
                  <a:spcPct val="150000"/>
                </a:lnSpc>
                <a:defRPr/>
              </a:pPr>
              <a:r>
                <a:rPr lang="zh-CN" altLang="en-US" sz="1140" dirty="0">
                  <a:latin typeface="微软雅黑" panose="020B0503020204020204" pitchFamily="34" charset="-122"/>
                  <a:ea typeface="微软雅黑" panose="020B0503020204020204" pitchFamily="34" charset="-122"/>
                  <a:sym typeface="微软雅黑" panose="020B0503020204020204" pitchFamily="34" charset="-122"/>
                </a:rPr>
                <a:t>添加</a:t>
              </a:r>
              <a:r>
                <a:rPr lang="zh-CN" altLang="en-US"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简介</a:t>
              </a:r>
              <a:endParaRPr lang="en-US" altLang="zh-CN" sz="114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nvSpPr>
          <p:spPr>
            <a:xfrm>
              <a:off x="2885405" y="2132330"/>
              <a:ext cx="4377055" cy="1732280"/>
            </a:xfrm>
            <a:prstGeom prst="rect">
              <a:avLst/>
            </a:prstGeom>
            <a:noFill/>
          </p:spPr>
          <p:txBody>
            <a:bodyPr wrap="square" rtlCol="0">
              <a:noAutofit/>
            </a:bodyPr>
            <a:lstStyle/>
            <a:p>
              <a:pPr>
                <a:defRPr/>
              </a:pPr>
              <a:r>
                <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rPr>
                <a:t>FOUR</a:t>
              </a:r>
              <a:endPar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 name="图片 1"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6" name="文本框 5"/>
          <p:cNvSpPr txBox="1"/>
          <p:nvPr/>
        </p:nvSpPr>
        <p:spPr>
          <a:xfrm>
            <a:off x="325268" y="1125502"/>
            <a:ext cx="6048158" cy="707886"/>
          </a:xfrm>
          <a:prstGeom prst="rect">
            <a:avLst/>
          </a:prstGeom>
          <a:noFill/>
        </p:spPr>
        <p:txBody>
          <a:bodyPr wrap="square" rtlCol="0">
            <a:spAutoFit/>
          </a:bodyPr>
          <a:lstStyle/>
          <a:p>
            <a:pPr algn="ctr"/>
            <a:r>
              <a:rPr lang="zh-CN" altLang="en-US" sz="4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在这里写个大标题！</a:t>
            </a:r>
            <a:endParaRPr lang="zh-CN" altLang="en-US" sz="4000" dirty="0">
              <a:solidFill>
                <a:schemeClr val="tx1">
                  <a:lumMod val="95000"/>
                  <a:lumOff val="5000"/>
                </a:schemeClr>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10" name="文本框 9"/>
          <p:cNvSpPr txBox="1"/>
          <p:nvPr/>
        </p:nvSpPr>
        <p:spPr>
          <a:xfrm>
            <a:off x="9420191" y="3482010"/>
            <a:ext cx="2248965" cy="1670073"/>
          </a:xfrm>
          <a:prstGeom prst="rect">
            <a:avLst/>
          </a:prstGeom>
          <a:noFill/>
        </p:spPr>
        <p:txBody>
          <a:bodyPr wrap="square" rtlCol="0">
            <a:spAutoFit/>
          </a:bodyPr>
          <a:lstStyle/>
          <a:p>
            <a:pPr>
              <a:lnSpc>
                <a:spcPct val="15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在这里添加您的描述吧！</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在这里添加您的描述吧！</a:t>
            </a:r>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在这里添加您的描述吧！</a:t>
            </a:r>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在这里添加您的描述吧！</a:t>
            </a:r>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在这里添加您的描述吧！</a:t>
            </a:r>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pic>
        <p:nvPicPr>
          <p:cNvPr id="5" name="图片 4" descr="图表, 折线图&#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rcRect t="-1701" b="-1"/>
          <a:stretch>
            <a:fillRect/>
          </a:stretch>
        </p:blipFill>
        <p:spPr>
          <a:xfrm>
            <a:off x="745811" y="2358189"/>
            <a:ext cx="8315165" cy="36120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pic>
        <p:nvPicPr>
          <p:cNvPr id="4" name="图片 3" descr="fenghuanghua"/>
          <p:cNvPicPr>
            <a:picLocks noChangeAspect="1"/>
          </p:cNvPicPr>
          <p:nvPr>
            <p:custDataLst>
              <p:tags r:id="rId3"/>
            </p:custDataLst>
          </p:nvPr>
        </p:nvPicPr>
        <p:blipFill>
          <a:blip r:embed="rId4"/>
          <a:stretch>
            <a:fillRect/>
          </a:stretch>
        </p:blipFill>
        <p:spPr>
          <a:xfrm>
            <a:off x="3470275" y="1400175"/>
            <a:ext cx="5196205" cy="5172075"/>
          </a:xfrm>
          <a:prstGeom prst="rect">
            <a:avLst/>
          </a:prstGeom>
        </p:spPr>
      </p:pic>
      <p:sp>
        <p:nvSpPr>
          <p:cNvPr id="18" name="文本框 17"/>
          <p:cNvSpPr txBox="1"/>
          <p:nvPr>
            <p:custDataLst>
              <p:tags r:id="rId5"/>
            </p:custDataLst>
          </p:nvPr>
        </p:nvSpPr>
        <p:spPr>
          <a:xfrm>
            <a:off x="2372957" y="1750008"/>
            <a:ext cx="1446352" cy="707886"/>
          </a:xfrm>
          <a:prstGeom prst="rect">
            <a:avLst/>
          </a:prstGeom>
          <a:noFill/>
        </p:spPr>
        <p:txBody>
          <a:bodyPr wrap="square" rtlCol="0">
            <a:spAutoFit/>
          </a:bodyPr>
          <a:lstStyle/>
          <a:p>
            <a:pPr algn="r"/>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01</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19" name="文本框 18"/>
          <p:cNvSpPr txBox="1"/>
          <p:nvPr>
            <p:custDataLst>
              <p:tags r:id="rId6"/>
            </p:custDataLst>
          </p:nvPr>
        </p:nvSpPr>
        <p:spPr>
          <a:xfrm>
            <a:off x="1083153" y="2330336"/>
            <a:ext cx="2736060" cy="645160"/>
          </a:xfrm>
          <a:prstGeom prst="rect">
            <a:avLst/>
          </a:prstGeom>
          <a:noFill/>
        </p:spPr>
        <p:txBody>
          <a:bodyPr wrap="square" rtlCol="0">
            <a:spAutoFit/>
          </a:bodyPr>
          <a:lstStyle/>
          <a:p>
            <a:pPr algn="r"/>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algn="r"/>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algn="r"/>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27" name="文本框 26"/>
          <p:cNvSpPr txBox="1"/>
          <p:nvPr>
            <p:custDataLst>
              <p:tags r:id="rId7"/>
            </p:custDataLst>
          </p:nvPr>
        </p:nvSpPr>
        <p:spPr>
          <a:xfrm>
            <a:off x="8276552" y="1750008"/>
            <a:ext cx="1446352" cy="706755"/>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02</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28" name="文本框 27"/>
          <p:cNvSpPr txBox="1"/>
          <p:nvPr>
            <p:custDataLst>
              <p:tags r:id="rId8"/>
            </p:custDataLst>
          </p:nvPr>
        </p:nvSpPr>
        <p:spPr>
          <a:xfrm>
            <a:off x="8297388" y="2330336"/>
            <a:ext cx="2736060" cy="64516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7" name="文本框 6"/>
          <p:cNvSpPr txBox="1"/>
          <p:nvPr>
            <p:custDataLst>
              <p:tags r:id="rId9"/>
            </p:custDataLst>
          </p:nvPr>
        </p:nvSpPr>
        <p:spPr>
          <a:xfrm>
            <a:off x="1908137" y="4077918"/>
            <a:ext cx="1446352" cy="706755"/>
          </a:xfrm>
          <a:prstGeom prst="rect">
            <a:avLst/>
          </a:prstGeom>
          <a:noFill/>
        </p:spPr>
        <p:txBody>
          <a:bodyPr wrap="square" rtlCol="0">
            <a:spAutoFit/>
          </a:bodyPr>
          <a:lstStyle/>
          <a:p>
            <a:pPr algn="r"/>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03</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8" name="文本框 7"/>
          <p:cNvSpPr txBox="1"/>
          <p:nvPr>
            <p:custDataLst>
              <p:tags r:id="rId10"/>
            </p:custDataLst>
          </p:nvPr>
        </p:nvSpPr>
        <p:spPr>
          <a:xfrm>
            <a:off x="618333" y="4658246"/>
            <a:ext cx="2736060" cy="645160"/>
          </a:xfrm>
          <a:prstGeom prst="rect">
            <a:avLst/>
          </a:prstGeom>
          <a:noFill/>
        </p:spPr>
        <p:txBody>
          <a:bodyPr wrap="square" rtlCol="0">
            <a:spAutoFit/>
          </a:bodyPr>
          <a:lstStyle/>
          <a:p>
            <a:pPr algn="r"/>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algn="r"/>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pPr algn="r"/>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9" name="文本框 8"/>
          <p:cNvSpPr txBox="1"/>
          <p:nvPr>
            <p:custDataLst>
              <p:tags r:id="rId11"/>
            </p:custDataLst>
          </p:nvPr>
        </p:nvSpPr>
        <p:spPr>
          <a:xfrm>
            <a:off x="8772487" y="4077283"/>
            <a:ext cx="1446352" cy="706755"/>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04</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10" name="文本框 9"/>
          <p:cNvSpPr txBox="1"/>
          <p:nvPr>
            <p:custDataLst>
              <p:tags r:id="rId12"/>
            </p:custDataLst>
          </p:nvPr>
        </p:nvSpPr>
        <p:spPr>
          <a:xfrm>
            <a:off x="8793323" y="4657611"/>
            <a:ext cx="2736060" cy="645160"/>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22" name="文本框 21"/>
          <p:cNvSpPr txBox="1"/>
          <p:nvPr/>
        </p:nvSpPr>
        <p:spPr>
          <a:xfrm>
            <a:off x="10468479" y="337765"/>
            <a:ext cx="1842050" cy="276999"/>
          </a:xfrm>
          <a:prstGeom prst="rect">
            <a:avLst/>
          </a:prstGeom>
          <a:noFill/>
        </p:spPr>
        <p:txBody>
          <a:bodyPr wrap="square" rtlCol="0">
            <a:spAutoFit/>
          </a:bodyPr>
          <a:lstStyle/>
          <a:p>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一些小的关键词</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
        <p:nvSpPr>
          <p:cNvPr id="23" name="文本框 22"/>
          <p:cNvSpPr txBox="1"/>
          <p:nvPr/>
        </p:nvSpPr>
        <p:spPr>
          <a:xfrm>
            <a:off x="4935580" y="337765"/>
            <a:ext cx="1842050" cy="276999"/>
          </a:xfrm>
          <a:prstGeom prst="rect">
            <a:avLst/>
          </a:prstGeom>
          <a:noFill/>
        </p:spPr>
        <p:txBody>
          <a:bodyPr wrap="square" rtlCol="0">
            <a:spAutoFit/>
          </a:bodyPr>
          <a:lstStyle/>
          <a:p>
            <a:pPr algn="ctr"/>
            <a:r>
              <a:rPr lang="zh-CN" altLang="en-US" sz="1200" b="0" i="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rPr>
              <a:t>一些小的关键词</a:t>
            </a:r>
            <a:endPar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cs typeface="Microsoft Himalaya" panose="01010100010101010101"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 name="图片 1" descr="电脑萤幕画面&#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rcRect l="8729" b="18167"/>
          <a:stretch>
            <a:fillRect/>
          </a:stretch>
        </p:blipFill>
        <p:spPr>
          <a:xfrm>
            <a:off x="0" y="2604406"/>
            <a:ext cx="9651825" cy="4253594"/>
          </a:xfrm>
          <a:prstGeom prst="rect">
            <a:avLst/>
          </a:prstGeom>
        </p:spPr>
      </p:pic>
      <p:pic>
        <p:nvPicPr>
          <p:cNvPr id="12" name="图片 11" descr="卡通人物&#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grpSp>
        <p:nvGrpSpPr>
          <p:cNvPr id="11" name="组合 10"/>
          <p:cNvGrpSpPr/>
          <p:nvPr/>
        </p:nvGrpSpPr>
        <p:grpSpPr>
          <a:xfrm>
            <a:off x="7726836" y="1136682"/>
            <a:ext cx="4116070" cy="2399030"/>
            <a:chOff x="3174965" y="2132330"/>
            <a:chExt cx="4116070" cy="2399030"/>
          </a:xfrm>
        </p:grpSpPr>
        <p:sp>
          <p:nvSpPr>
            <p:cNvPr id="5" name="文本框 4"/>
            <p:cNvSpPr txBox="1"/>
            <p:nvPr/>
          </p:nvSpPr>
          <p:spPr>
            <a:xfrm>
              <a:off x="3174965" y="3865245"/>
              <a:ext cx="4068445" cy="666115"/>
            </a:xfrm>
            <a:prstGeom prst="rect">
              <a:avLst/>
            </a:prstGeom>
            <a:noFill/>
          </p:spPr>
          <p:txBody>
            <a:bodyPr wrap="square" rtlCol="0">
              <a:spAutoFit/>
            </a:bodyPr>
            <a:lstStyle/>
            <a:p>
              <a:pPr algn="r">
                <a:defRPr/>
              </a:pPr>
              <a:r>
                <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rPr>
                <a:t>结语</a:t>
              </a:r>
              <a:endParaRPr kumimoji="1" lang="zh-CN" altLang="en-US" sz="3735" dirty="0">
                <a:solidFill>
                  <a:schemeClr val="tx1"/>
                </a:solidFill>
                <a:latin typeface="华文中宋" panose="02010600040101010101" pitchFamily="2" charset="-122"/>
                <a:ea typeface="华文中宋" panose="02010600040101010101" pitchFamily="2" charset="-122"/>
                <a:sym typeface="微软雅黑" panose="020B0503020204020204" pitchFamily="34" charset="-122"/>
              </a:endParaRPr>
            </a:p>
          </p:txBody>
        </p:sp>
        <p:sp>
          <p:nvSpPr>
            <p:cNvPr id="7" name="文本框 6"/>
            <p:cNvSpPr txBox="1"/>
            <p:nvPr/>
          </p:nvSpPr>
          <p:spPr>
            <a:xfrm>
              <a:off x="3675345" y="2132330"/>
              <a:ext cx="3615690" cy="1732915"/>
            </a:xfrm>
            <a:prstGeom prst="rect">
              <a:avLst/>
            </a:prstGeom>
            <a:noFill/>
          </p:spPr>
          <p:txBody>
            <a:bodyPr wrap="square" rtlCol="0">
              <a:spAutoFit/>
            </a:bodyPr>
            <a:lstStyle/>
            <a:p>
              <a:pPr>
                <a:defRPr/>
              </a:pPr>
              <a:r>
                <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rPr>
                <a:t>FIVE</a:t>
              </a:r>
              <a:endParaRPr kumimoji="1" lang="en-US" altLang="zh-CN" sz="10665" b="1" dirty="0">
                <a:solidFill>
                  <a:schemeClr val="tx1"/>
                </a:solidFill>
                <a:latin typeface="FOT-Matisse Pro EB" panose="02020900000000000000" charset="-128"/>
                <a:ea typeface="FOT-Matisse Pro EB" panose="02020900000000000000" charset="-128"/>
                <a:cs typeface="Calisto MT" panose="02040603050505030304" charset="0"/>
                <a:sym typeface="微软雅黑" panose="020B0503020204020204" pitchFamily="3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6" name="图片 5" descr="卡通人物&#10;&#10;AI 生成的内容可能不正确。"/>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sp>
        <p:nvSpPr>
          <p:cNvPr id="27" name="文本框 26"/>
          <p:cNvSpPr txBox="1"/>
          <p:nvPr>
            <p:custDataLst>
              <p:tags r:id="rId3"/>
            </p:custDataLst>
          </p:nvPr>
        </p:nvSpPr>
        <p:spPr>
          <a:xfrm>
            <a:off x="1038187" y="1478228"/>
            <a:ext cx="1446352" cy="707886"/>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01</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9" name="文本框 8"/>
          <p:cNvSpPr txBox="1"/>
          <p:nvPr>
            <p:custDataLst>
              <p:tags r:id="rId4"/>
            </p:custDataLst>
          </p:nvPr>
        </p:nvSpPr>
        <p:spPr>
          <a:xfrm>
            <a:off x="1059023" y="2058556"/>
            <a:ext cx="2736060" cy="460375"/>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p:txBody>
      </p:sp>
      <p:sp>
        <p:nvSpPr>
          <p:cNvPr id="10" name="文本框 9"/>
          <p:cNvSpPr txBox="1"/>
          <p:nvPr>
            <p:custDataLst>
              <p:tags r:id="rId5"/>
            </p:custDataLst>
          </p:nvPr>
        </p:nvSpPr>
        <p:spPr>
          <a:xfrm>
            <a:off x="1038187" y="3283533"/>
            <a:ext cx="1446352" cy="706755"/>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02</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11" name="文本框 10"/>
          <p:cNvSpPr txBox="1"/>
          <p:nvPr>
            <p:custDataLst>
              <p:tags r:id="rId6"/>
            </p:custDataLst>
          </p:nvPr>
        </p:nvSpPr>
        <p:spPr>
          <a:xfrm>
            <a:off x="1059023" y="3863861"/>
            <a:ext cx="2736060" cy="460375"/>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p:txBody>
      </p:sp>
      <p:sp>
        <p:nvSpPr>
          <p:cNvPr id="12" name="文本框 11"/>
          <p:cNvSpPr txBox="1"/>
          <p:nvPr>
            <p:custDataLst>
              <p:tags r:id="rId7"/>
            </p:custDataLst>
          </p:nvPr>
        </p:nvSpPr>
        <p:spPr>
          <a:xfrm>
            <a:off x="1038187" y="5072328"/>
            <a:ext cx="1446352" cy="706755"/>
          </a:xfrm>
          <a:prstGeom prst="rect">
            <a:avLst/>
          </a:prstGeom>
          <a:noFill/>
        </p:spPr>
        <p:txBody>
          <a:bodyPr wrap="square" rtlCol="0">
            <a:spAutoFit/>
          </a:bodyPr>
          <a:lstStyle/>
          <a:p>
            <a:r>
              <a:rPr lang="en-US" altLang="zh-CN" sz="4000" dirty="0">
                <a:solidFill>
                  <a:schemeClr val="tx1">
                    <a:lumMod val="95000"/>
                    <a:lumOff val="5000"/>
                  </a:schemeClr>
                </a:solidFill>
                <a:latin typeface="Lucida Sans Unicode" panose="020B0602030504020204" pitchFamily="34" charset="0"/>
                <a:cs typeface="Lucida Sans Unicode" panose="020B0602030504020204" pitchFamily="34" charset="0"/>
              </a:rPr>
              <a:t>03</a:t>
            </a:r>
            <a:endParaRPr lang="zh-CN" altLang="en-US" sz="4000" dirty="0">
              <a:solidFill>
                <a:schemeClr val="tx1">
                  <a:lumMod val="95000"/>
                  <a:lumOff val="5000"/>
                </a:schemeClr>
              </a:solidFill>
              <a:latin typeface="Lucida Sans Unicode" panose="020B0602030504020204" pitchFamily="34" charset="0"/>
              <a:cs typeface="Lucida Sans Unicode" panose="020B0602030504020204" pitchFamily="34" charset="0"/>
            </a:endParaRPr>
          </a:p>
        </p:txBody>
      </p:sp>
      <p:sp>
        <p:nvSpPr>
          <p:cNvPr id="13" name="文本框 12"/>
          <p:cNvSpPr txBox="1"/>
          <p:nvPr>
            <p:custDataLst>
              <p:tags r:id="rId8"/>
            </p:custDataLst>
          </p:nvPr>
        </p:nvSpPr>
        <p:spPr>
          <a:xfrm>
            <a:off x="1059023" y="5652656"/>
            <a:ext cx="2736060" cy="460375"/>
          </a:xfrm>
          <a:prstGeom prst="rect">
            <a:avLst/>
          </a:prstGeom>
          <a:noFill/>
        </p:spPr>
        <p:txBody>
          <a:bodyPr wrap="square" rtlCol="0">
            <a:spAutoFit/>
          </a:bodyPr>
          <a:lstStyle/>
          <a:p>
            <a:r>
              <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rPr>
              <a:t>在这里写点什么</a:t>
            </a:r>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a:p>
            <a:endParaRPr lang="zh-CN" altLang="en-US" sz="1200" dirty="0">
              <a:solidFill>
                <a:schemeClr val="tx1">
                  <a:lumMod val="95000"/>
                  <a:lumOff val="5000"/>
                </a:schemeClr>
              </a:solidFill>
              <a:effectLst/>
              <a:latin typeface="微软雅黑 Light" panose="020B0502040204020203" pitchFamily="34" charset="-122"/>
              <a:ea typeface="微软雅黑 Light" panose="020B0502040204020203" pitchFamily="34" charset="-122"/>
              <a:cs typeface="Microsoft Himalaya" panose="01010100010101010101" pitchFamily="2" charset="0"/>
              <a:sym typeface="+mn-ea"/>
            </a:endParaRPr>
          </a:p>
        </p:txBody>
      </p:sp>
      <p:sp>
        <p:nvSpPr>
          <p:cNvPr id="14" name="文本框 13"/>
          <p:cNvSpPr txBox="1"/>
          <p:nvPr/>
        </p:nvSpPr>
        <p:spPr>
          <a:xfrm>
            <a:off x="2727325" y="2058670"/>
            <a:ext cx="4885055" cy="3510915"/>
          </a:xfrm>
          <a:prstGeom prst="rect">
            <a:avLst/>
          </a:prstGeom>
          <a:noFill/>
        </p:spPr>
        <p:txBody>
          <a:bodyPr wrap="square" rtlCol="0">
            <a:noAutofit/>
          </a:bodyPr>
          <a:lstStyle/>
          <a:p>
            <a:pPr indent="0" fontAlgn="auto">
              <a:lnSpc>
                <a:spcPct val="150000"/>
              </a:lnSpc>
            </a:pPr>
            <a:r>
              <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rPr>
              <a:t>在这写一点比较重要的东西</a:t>
            </a:r>
            <a:endPar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endParaRPr>
          </a:p>
          <a:p>
            <a:pPr indent="0" fontAlgn="auto">
              <a:lnSpc>
                <a:spcPct val="150000"/>
              </a:lnSpc>
            </a:pPr>
            <a:r>
              <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sym typeface="+mn-ea"/>
              </a:rPr>
              <a:t>在这写一点比较重要的东西</a:t>
            </a:r>
            <a:endPar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endParaRPr>
          </a:p>
          <a:p>
            <a:pPr indent="0" fontAlgn="auto">
              <a:lnSpc>
                <a:spcPct val="150000"/>
              </a:lnSpc>
            </a:pPr>
            <a:r>
              <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sym typeface="+mn-ea"/>
              </a:rPr>
              <a:t>在这写一点比较重要的东西</a:t>
            </a:r>
            <a:endPar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endParaRPr>
          </a:p>
          <a:p>
            <a:pPr indent="0" fontAlgn="auto">
              <a:lnSpc>
                <a:spcPct val="150000"/>
              </a:lnSpc>
            </a:pPr>
            <a:r>
              <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sym typeface="+mn-ea"/>
              </a:rPr>
              <a:t>在这写一点比较重要的东西</a:t>
            </a:r>
            <a:endPar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sym typeface="+mn-ea"/>
            </a:endParaRPr>
          </a:p>
          <a:p>
            <a:pPr indent="0" fontAlgn="auto">
              <a:lnSpc>
                <a:spcPct val="150000"/>
              </a:lnSpc>
            </a:pPr>
            <a:r>
              <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sym typeface="+mn-ea"/>
              </a:rPr>
              <a:t>在这写一点比较重要的东西</a:t>
            </a:r>
            <a:endParaRPr lang="zh-CN" altLang="en-US" sz="2400" dirty="0">
              <a:solidFill>
                <a:schemeClr val="tx1">
                  <a:lumMod val="95000"/>
                  <a:lumOff val="5000"/>
                </a:schemeClr>
              </a:solidFill>
              <a:effectLst/>
              <a:latin typeface="华文中宋" panose="02010600040101010101" pitchFamily="2" charset="-122"/>
              <a:ea typeface="华文中宋" panose="02010600040101010101" pitchFamily="2" charset="-122"/>
            </a:endParaRPr>
          </a:p>
        </p:txBody>
      </p:sp>
      <p:pic>
        <p:nvPicPr>
          <p:cNvPr id="25" name="图片 24" descr="20220730-IMG_4162"/>
          <p:cNvPicPr>
            <a:picLocks noChangeAspect="1"/>
          </p:cNvPicPr>
          <p:nvPr>
            <p:custDataLst>
              <p:tags r:id="rId9"/>
            </p:custDataLst>
          </p:nvPr>
        </p:nvPicPr>
        <p:blipFill>
          <a:blip r:embed="rId10"/>
          <a:srcRect l="1694" r="4284"/>
          <a:stretch>
            <a:fillRect/>
          </a:stretch>
        </p:blipFill>
        <p:spPr>
          <a:xfrm>
            <a:off x="7135495" y="0"/>
            <a:ext cx="505650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3" name="表格 2"/>
          <p:cNvGraphicFramePr>
            <a:graphicFrameLocks noGrp="1"/>
          </p:cNvGraphicFramePr>
          <p:nvPr>
            <p:custDataLst>
              <p:tags r:id="rId2"/>
            </p:custDataLst>
          </p:nvPr>
        </p:nvGraphicFramePr>
        <p:xfrm>
          <a:off x="2508885" y="777875"/>
          <a:ext cx="9705975" cy="2773254"/>
        </p:xfrm>
        <a:graphic>
          <a:graphicData uri="http://schemas.openxmlformats.org/drawingml/2006/table">
            <a:tbl>
              <a:tblPr firstRow="1" bandRow="1">
                <a:tableStyleId>{5C22544A-7EE6-4342-B048-85BDC9FD1C3A}</a:tableStyleId>
              </a:tblPr>
              <a:tblGrid>
                <a:gridCol w="970280"/>
                <a:gridCol w="970915"/>
                <a:gridCol w="970280"/>
                <a:gridCol w="970915"/>
                <a:gridCol w="970280"/>
                <a:gridCol w="970915"/>
                <a:gridCol w="970280"/>
                <a:gridCol w="970915"/>
                <a:gridCol w="970280"/>
                <a:gridCol w="970915"/>
              </a:tblGrid>
              <a:tr h="2773254">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10196"/>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20000"/>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30196"/>
                      </a:srgbClr>
                    </a:solidFill>
                  </a:tcPr>
                </a:tc>
                <a:tc>
                  <a:txBody>
                    <a:bodyPr/>
                    <a:lstStyle/>
                    <a:p>
                      <a:endParaRPr lang="en-US" altLang="zh-C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40000"/>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50196"/>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60000"/>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70196"/>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80000"/>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alpha val="90196"/>
                      </a:srgbClr>
                    </a:solidFill>
                  </a:tcPr>
                </a:tc>
                <a:tc>
                  <a:txBody>
                    <a:bodyPr/>
                    <a:lstStyle/>
                    <a:p>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47F5E"/>
                    </a:solidFill>
                  </a:tcPr>
                </a:tc>
              </a:tr>
            </a:tbl>
          </a:graphicData>
        </a:graphic>
      </p:graphicFrame>
      <p:sp>
        <p:nvSpPr>
          <p:cNvPr id="6" name="文本框 5"/>
          <p:cNvSpPr txBox="1"/>
          <p:nvPr/>
        </p:nvSpPr>
        <p:spPr>
          <a:xfrm>
            <a:off x="8701087" y="874455"/>
            <a:ext cx="2546611" cy="2554545"/>
          </a:xfrm>
          <a:prstGeom prst="rect">
            <a:avLst/>
          </a:prstGeom>
          <a:noFill/>
        </p:spPr>
        <p:txBody>
          <a:bodyPr wrap="square" rtlCol="0">
            <a:spAutoFit/>
          </a:bodyPr>
          <a:lstStyle/>
          <a:p>
            <a:pPr algn="r"/>
            <a:r>
              <a:rPr lang="zh-CN" altLang="en-US" sz="8000" dirty="0">
                <a:solidFill>
                  <a:schemeClr val="bg1"/>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感谢</a:t>
            </a:r>
            <a:endParaRPr lang="en-US" altLang="zh-CN" sz="8000" dirty="0">
              <a:solidFill>
                <a:schemeClr val="bg1"/>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a:p>
            <a:pPr algn="r"/>
            <a:r>
              <a:rPr lang="zh-CN" altLang="en-US" sz="8000" dirty="0">
                <a:solidFill>
                  <a:schemeClr val="bg1"/>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rPr>
              <a:t>垂听</a:t>
            </a:r>
            <a:endParaRPr lang="zh-CN" altLang="en-US" sz="8000" dirty="0">
              <a:solidFill>
                <a:schemeClr val="bg1"/>
              </a:solidFill>
              <a:effectLst>
                <a:outerShdw blurRad="50800" dist="101600" dir="11700000" sx="101000" sy="101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9" name="文本框 8"/>
          <p:cNvSpPr txBox="1"/>
          <p:nvPr/>
        </p:nvSpPr>
        <p:spPr>
          <a:xfrm>
            <a:off x="2508813" y="3782982"/>
            <a:ext cx="8738886" cy="461665"/>
          </a:xfrm>
          <a:prstGeom prst="rect">
            <a:avLst/>
          </a:prstGeom>
          <a:noFill/>
        </p:spPr>
        <p:txBody>
          <a:bodyPr wrap="square" rtlCol="0">
            <a:spAutoFit/>
          </a:bodyPr>
          <a:lstStyle/>
          <a:p>
            <a:pPr algn="r"/>
            <a:r>
              <a:rPr lang="zh-CN" altLang="en-US" sz="2400" dirty="0">
                <a:solidFill>
                  <a:schemeClr val="tx1">
                    <a:lumMod val="95000"/>
                    <a:lumOff val="5000"/>
                  </a:schemeClr>
                </a:solidFill>
                <a:effectLst>
                  <a:outerShdw blurRad="38100" dist="38100" dir="2700000" algn="tl">
                    <a:srgbClr val="000000">
                      <a:alpha val="43137"/>
                    </a:srgbClr>
                  </a:outerShdw>
                </a:effectLst>
                <a:latin typeface="华文宋体" panose="02010600040101010101" pitchFamily="2" charset="-122"/>
                <a:ea typeface="华文宋体" panose="02010600040101010101" pitchFamily="2" charset="-122"/>
              </a:rPr>
              <a:t>恳请各位老师批评指正</a:t>
            </a:r>
            <a:endParaRPr lang="zh-CN" altLang="en-US" sz="2400" dirty="0">
              <a:solidFill>
                <a:schemeClr val="tx1">
                  <a:lumMod val="95000"/>
                  <a:lumOff val="5000"/>
                </a:schemeClr>
              </a:solidFill>
              <a:effectLst>
                <a:outerShdw blurRad="38100" dist="38100" dir="2700000" algn="tl">
                  <a:srgbClr val="000000">
                    <a:alpha val="43137"/>
                  </a:srgbClr>
                </a:outerShdw>
              </a:effectLst>
              <a:latin typeface="华文宋体" panose="02010600040101010101" pitchFamily="2" charset="-122"/>
              <a:ea typeface="华文宋体" panose="02010600040101010101" pitchFamily="2" charset="-122"/>
            </a:endParaRPr>
          </a:p>
        </p:txBody>
      </p:sp>
      <p:pic>
        <p:nvPicPr>
          <p:cNvPr id="2" name="图片 1" descr="卡通人物&#10;&#10;AI 生成的内容可能不正确。"/>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68" y="383588"/>
            <a:ext cx="1315093" cy="375266"/>
          </a:xfrm>
          <a:prstGeom prst="rect">
            <a:avLst/>
          </a:prstGeom>
        </p:spPr>
      </p:pic>
      <p:pic>
        <p:nvPicPr>
          <p:cNvPr id="10" name="图片 9" descr="图片包含 黑暗, 建筑, 站, 男人&#10;&#10;AI 生成的内容可能不正确。"/>
          <p:cNvPicPr>
            <a:picLocks noChangeAspect="1"/>
          </p:cNvPicPr>
          <p:nvPr/>
        </p:nvPicPr>
        <p:blipFill>
          <a:blip r:embed="rId4">
            <a:extLst>
              <a:ext uri="{28A0092B-C50C-407E-A947-70E740481C1C}">
                <a14:useLocalDpi xmlns:a14="http://schemas.microsoft.com/office/drawing/2010/main" val="0"/>
              </a:ext>
            </a:extLst>
          </a:blip>
          <a:srcRect b="33036"/>
          <a:stretch>
            <a:fillRect/>
          </a:stretch>
        </p:blipFill>
        <p:spPr>
          <a:xfrm>
            <a:off x="676910" y="2265680"/>
            <a:ext cx="2984500" cy="4592320"/>
          </a:xfrm>
          <a:prstGeom prst="rect">
            <a:avLst/>
          </a:prstGeom>
        </p:spPr>
      </p:pic>
      <p:sp>
        <p:nvSpPr>
          <p:cNvPr id="8" name="文本框 7"/>
          <p:cNvSpPr txBox="1"/>
          <p:nvPr/>
        </p:nvSpPr>
        <p:spPr>
          <a:xfrm>
            <a:off x="3978275" y="6024245"/>
            <a:ext cx="946785" cy="460375"/>
          </a:xfrm>
          <a:prstGeom prst="rect">
            <a:avLst/>
          </a:prstGeom>
          <a:noFill/>
        </p:spPr>
        <p:txBody>
          <a:bodyPr wrap="square" rtlCol="0">
            <a:spAutoFit/>
          </a:bodyPr>
          <a:lstStyle/>
          <a:p>
            <a:pPr algn="r"/>
            <a:r>
              <a:rPr lang="en-US" altLang="zh-CN" sz="2400" dirty="0">
                <a:solidFill>
                  <a:schemeClr val="tx1">
                    <a:lumMod val="95000"/>
                    <a:lumOff val="5000"/>
                  </a:schemeClr>
                </a:solidFill>
                <a:effectLst>
                  <a:outerShdw blurRad="38100" dist="38100" dir="2700000" algn="tl">
                    <a:srgbClr val="000000">
                      <a:alpha val="43137"/>
                    </a:srgbClr>
                  </a:outerShdw>
                </a:effectLst>
                <a:latin typeface="华文宋体" panose="02010600040101010101" pitchFamily="2" charset="-122"/>
                <a:ea typeface="华文宋体" panose="02010600040101010101" pitchFamily="2" charset="-122"/>
              </a:rPr>
              <a:t>END</a:t>
            </a:r>
            <a:endParaRPr lang="en-US" altLang="zh-CN" sz="2400" dirty="0">
              <a:solidFill>
                <a:schemeClr val="tx1">
                  <a:lumMod val="95000"/>
                  <a:lumOff val="5000"/>
                </a:schemeClr>
              </a:solidFill>
              <a:effectLst>
                <a:outerShdw blurRad="38100" dist="38100" dir="2700000" algn="tl">
                  <a:srgbClr val="000000">
                    <a:alpha val="43137"/>
                  </a:srgbClr>
                </a:outerShdw>
              </a:effectLst>
              <a:latin typeface="华文宋体" panose="02010600040101010101" pitchFamily="2" charset="-122"/>
              <a:ea typeface="华文宋体" panose="02010600040101010101" pitchFamily="2" charset="-122"/>
            </a:endParaRPr>
          </a:p>
        </p:txBody>
      </p:sp>
      <p:cxnSp>
        <p:nvCxnSpPr>
          <p:cNvPr id="11" name="直接连接符 10"/>
          <p:cNvCxnSpPr/>
          <p:nvPr/>
        </p:nvCxnSpPr>
        <p:spPr>
          <a:xfrm>
            <a:off x="5036820" y="6254750"/>
            <a:ext cx="1905000" cy="0"/>
          </a:xfrm>
          <a:prstGeom prst="line">
            <a:avLst/>
          </a:prstGeom>
          <a:ln>
            <a:solidFill>
              <a:schemeClr val="tx1">
                <a:lumMod val="65000"/>
                <a:lumOff val="3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tags/tag1.xml><?xml version="1.0" encoding="utf-8"?>
<p:tagLst xmlns:p="http://schemas.openxmlformats.org/presentationml/2006/main">
  <p:tag name="PICID" val="{508cf19f-6699-449f-9813-bf069906cede}"/>
</p:tagLst>
</file>

<file path=ppt/tags/tag2.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4.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5.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6.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7.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8.xml><?xml version="1.0" encoding="utf-8"?>
<p:tagLst xmlns:p="http://schemas.openxmlformats.org/presentationml/2006/main">
  <p:tag name="PICID" val="{9ec76f01-5c35-453f-91fd-bd3d5c34d434}"/>
</p:tagLst>
</file>

<file path=ppt/tags/tag9.xml><?xml version="1.0" encoding="utf-8"?>
<p:tagLst xmlns:p="http://schemas.openxmlformats.org/presentationml/2006/main">
  <p:tag name="PICID" val="{b08666f9-1c44-448d-92ed-ea49a97c6125}"/>
</p:tagLst>
</file>

<file path=ppt/tags/tag10.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11.xml><?xml version="1.0" encoding="utf-8"?>
<p:tagLst xmlns:p="http://schemas.openxmlformats.org/presentationml/2006/main">
  <p:tag name="PICID" val="{210cfe05-d71a-4e42-a89b-84ac3d39d3c2}"/>
</p:tagLst>
</file>

<file path=ppt/tags/tag12.xml><?xml version="1.0" encoding="utf-8"?>
<p:tagLst xmlns:p="http://schemas.openxmlformats.org/presentationml/2006/main">
  <p:tag name="KSO_WM_DIAGRAM_VIRTUALLY_FRAME" val="{&quot;height&quot;:429.754094488189,&quot;left&quot;:44.45,&quot;top&quot;:53.79590551181102,&quot;width&quot;:882.35}"/>
</p:tagLst>
</file>

<file path=ppt/tags/tag13.xml><?xml version="1.0" encoding="utf-8"?>
<p:tagLst xmlns:p="http://schemas.openxmlformats.org/presentationml/2006/main">
  <p:tag name="KSO_WM_DIAGRAM_VIRTUALLY_FRAME" val="{&quot;height&quot;:429.754094488189,&quot;left&quot;:44.45,&quot;top&quot;:53.79590551181102,&quot;width&quot;:882.35}"/>
</p:tagLst>
</file>

<file path=ppt/tags/tag14.xml><?xml version="1.0" encoding="utf-8"?>
<p:tagLst xmlns:p="http://schemas.openxmlformats.org/presentationml/2006/main">
  <p:tag name="KSO_WM_DIAGRAM_VIRTUALLY_FRAME" val="{&quot;height&quot;:429.754094488189,&quot;left&quot;:44.45,&quot;top&quot;:53.79590551181102,&quot;width&quot;:882.35}"/>
</p:tagLst>
</file>

<file path=ppt/tags/tag15.xml><?xml version="1.0" encoding="utf-8"?>
<p:tagLst xmlns:p="http://schemas.openxmlformats.org/presentationml/2006/main">
  <p:tag name="PICID" val="{b08666f9-1c44-448d-92ed-ea49a97c6125}"/>
  <p:tag name="KSO_WM_DIAGRAM_VIRTUALLY_FRAME" val="{&quot;height&quot;:429.754094488189,&quot;left&quot;:44.45,&quot;top&quot;:53.79590551181102,&quot;width&quot;:882.35}"/>
</p:tagLst>
</file>

<file path=ppt/tags/tag16.xml><?xml version="1.0" encoding="utf-8"?>
<p:tagLst xmlns:p="http://schemas.openxmlformats.org/presentationml/2006/main">
  <p:tag name="PICID" val="{b08666f9-1c44-448d-92ed-ea49a97c6125}"/>
  <p:tag name="KSO_WM_DIAGRAM_VIRTUALLY_FRAME" val="{&quot;height&quot;:429.754094488189,&quot;left&quot;:44.45,&quot;top&quot;:53.79590551181102,&quot;width&quot;:882.35}"/>
</p:tagLst>
</file>

<file path=ppt/tags/tag17.xml><?xml version="1.0" encoding="utf-8"?>
<p:tagLst xmlns:p="http://schemas.openxmlformats.org/presentationml/2006/main">
  <p:tag name="PICID" val="{b08666f9-1c44-448d-92ed-ea49a97c6125}"/>
  <p:tag name="KSO_WM_DIAGRAM_VIRTUALLY_FRAME" val="{&quot;height&quot;:429.754094488189,&quot;left&quot;:44.45,&quot;top&quot;:53.79590551181102,&quot;width&quot;:882.35}"/>
</p:tagLst>
</file>

<file path=ppt/tags/tag18.xml><?xml version="1.0" encoding="utf-8"?>
<p:tagLst xmlns:p="http://schemas.openxmlformats.org/presentationml/2006/main">
  <p:tag name="PICID" val="{97b494ce-7d6a-4f21-9ccf-f2564ec2242f}"/>
</p:tagLst>
</file>

<file path=ppt/tags/tag19.xml><?xml version="1.0" encoding="utf-8"?>
<p:tagLst xmlns:p="http://schemas.openxmlformats.org/presentationml/2006/main">
  <p:tag name="KSO_WM_DIAGRAM_VIRTUALLY_FRAME" val="{&quot;height&quot;:429.754094488189,&quot;left&quot;:44.45,&quot;top&quot;:53.79590551181102,&quot;width&quot;:882.35}"/>
</p:tagLst>
</file>

<file path=ppt/tags/tag20.xml><?xml version="1.0" encoding="utf-8"?>
<p:tagLst xmlns:p="http://schemas.openxmlformats.org/presentationml/2006/main">
  <p:tag name="KSO_WM_DIAGRAM_VIRTUALLY_FRAME" val="{&quot;height&quot;:429.754094488189,&quot;left&quot;:44.45,&quot;top&quot;:53.79590551181102,&quot;width&quot;:882.35}"/>
</p:tagLst>
</file>

<file path=ppt/tags/tag21.xml><?xml version="1.0" encoding="utf-8"?>
<p:tagLst xmlns:p="http://schemas.openxmlformats.org/presentationml/2006/main">
  <p:tag name="PICID" val="{b08666f9-1c44-448d-92ed-ea49a97c6125}"/>
  <p:tag name="KSO_WM_DIAGRAM_VIRTUALLY_FRAME" val="{&quot;height&quot;:429.754094488189,&quot;left&quot;:44.45,&quot;top&quot;:53.79590551181102,&quot;width&quot;:882.35}"/>
</p:tagLst>
</file>

<file path=ppt/tags/tag22.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3.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4.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5.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6.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7.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8.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29.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30.xml><?xml version="1.0" encoding="utf-8"?>
<p:tagLst xmlns:p="http://schemas.openxmlformats.org/presentationml/2006/main">
  <p:tag name="KSO_WM_DIAGRAM_VIRTUALLY_FRAME" val="{&quot;height&quot;:463.704094488189,&quot;left&quot;:48.687637795275585,&quot;top&quot;:53.79590551181102,&quot;width&quot;:905.6877952755906}"/>
</p:tagLst>
</file>

<file path=ppt/tags/tag31.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2.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3.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4.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5.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6.xml><?xml version="1.0" encoding="utf-8"?>
<p:tagLst xmlns:p="http://schemas.openxmlformats.org/presentationml/2006/main">
  <p:tag name="KSO_WM_DIAGRAM_VIRTUALLY_FRAME" val="{&quot;height&quot;:428.4961417322835,&quot;left&quot;:705.2470078740157,&quot;top&quot;:53.79590551181102,&quot;width&quot;:217.07842519685045}"/>
</p:tagLst>
</file>

<file path=ppt/tags/tag37.xml><?xml version="1.0" encoding="utf-8"?>
<p:tagLst xmlns:p="http://schemas.openxmlformats.org/presentationml/2006/main">
  <p:tag name="PICID" val="{b08666f9-1c44-448d-92ed-ea49a97c6125}"/>
  <p:tag name="KSO_WM_DIAGRAM_VIRTUALLY_FRAME" val="{&quot;height&quot;:429.754094488189,&quot;left&quot;:44.45,&quot;top&quot;:53.79590551181102,&quot;width&quot;:882.35}"/>
</p:tagLst>
</file>

<file path=ppt/tags/tag38.xml><?xml version="1.0" encoding="utf-8"?>
<p:tagLst xmlns:p="http://schemas.openxmlformats.org/presentationml/2006/main">
  <p:tag name="TABLE_ENDDRAG_ORIGIN_RECT" val="764*210"/>
  <p:tag name="TABLE_ENDDRAG_RECT" val="197*59*764*2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1250</Words>
  <Application>WPS 演示</Application>
  <PresentationFormat>宽屏</PresentationFormat>
  <Paragraphs>199</Paragraphs>
  <Slides>18</Slides>
  <Notes>1</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18</vt:i4>
      </vt:variant>
    </vt:vector>
  </HeadingPairs>
  <TitlesOfParts>
    <vt:vector size="39" baseType="lpstr">
      <vt:lpstr>Arial</vt:lpstr>
      <vt:lpstr>宋体</vt:lpstr>
      <vt:lpstr>Wingdings</vt:lpstr>
      <vt:lpstr>华文中宋</vt:lpstr>
      <vt:lpstr>Palace Script MT</vt:lpstr>
      <vt:lpstr>Forte</vt:lpstr>
      <vt:lpstr>Arial Nova</vt:lpstr>
      <vt:lpstr>Microsoft Himalaya</vt:lpstr>
      <vt:lpstr>Cascadia Code</vt:lpstr>
      <vt:lpstr>微软雅黑 Light</vt:lpstr>
      <vt:lpstr>微软雅黑</vt:lpstr>
      <vt:lpstr>FOT-Matisse Pro EB</vt:lpstr>
      <vt:lpstr>Calisto MT</vt:lpstr>
      <vt:lpstr>Lucida Sans Unicode</vt:lpstr>
      <vt:lpstr>华文宋体</vt:lpstr>
      <vt:lpstr>等线</vt:lpstr>
      <vt:lpstr>Arial Unicode MS</vt:lpstr>
      <vt:lpstr>等线 Light</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Jeffrey Tyler</dc:creator>
  <cp:lastModifiedBy>Rhoda Wang</cp:lastModifiedBy>
  <cp:revision>21</cp:revision>
  <dcterms:created xsi:type="dcterms:W3CDTF">2023-07-18T11:20:00Z</dcterms:created>
  <dcterms:modified xsi:type="dcterms:W3CDTF">2025-05-07T12:51:36Z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A3473353F04648FBB2ACE2E6FDB2FA9E_12</vt:lpwstr>
  </property>
  <property fmtid="{D5CDD505-2E9C-101B-9397-08002B2CF9AE}" pid="3" name="KSOProductBuildVer">
    <vt:lpwstr>2052-12.1.0.20784</vt:lpwstr>
  </property>
</Properties>
</file>