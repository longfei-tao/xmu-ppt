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66" r:id="rId6"/>
    <p:sldId id="260" r:id="rId7"/>
    <p:sldId id="262" r:id="rId8"/>
    <p:sldId id="259" r:id="rId9"/>
    <p:sldId id="268" r:id="rId10"/>
    <p:sldId id="269" r:id="rId11"/>
    <p:sldId id="270" r:id="rId12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71">
          <p15:clr>
            <a:srgbClr val="A4A3A4"/>
          </p15:clr>
        </p15:guide>
        <p15:guide id="2" pos="37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495644"/>
    <a:srgbClr val="9A3227"/>
    <a:srgbClr val="CF6450"/>
    <a:srgbClr val="D77161"/>
    <a:srgbClr val="E48D76"/>
    <a:srgbClr val="616044"/>
    <a:srgbClr val="4C5543"/>
    <a:srgbClr val="A73737"/>
    <a:srgbClr val="2E3D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226" y="58"/>
      </p:cViewPr>
      <p:guideLst>
        <p:guide orient="horz" pos="2571"/>
        <p:guide pos="37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3.png"/><Relationship Id="rId4" Type="http://schemas.openxmlformats.org/officeDocument/2006/relationships/image" Target="../media/image12.svg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2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Relationship Id="rId1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84ee83e63cd29fa50c3f02250ca31e9e"/>
          <p:cNvPicPr>
            <a:picLocks noChangeAspect="1"/>
          </p:cNvPicPr>
          <p:nvPr/>
        </p:nvPicPr>
        <p:blipFill>
          <a:blip r:embed="rId2"/>
          <a:srcRect l="-5" t="-1767" b="23959"/>
          <a:stretch>
            <a:fillRect/>
          </a:stretch>
        </p:blipFill>
        <p:spPr>
          <a:xfrm>
            <a:off x="-12700" y="-181610"/>
            <a:ext cx="12238990" cy="7044055"/>
          </a:xfrm>
          <a:prstGeom prst="rect">
            <a:avLst/>
          </a:prstGeom>
        </p:spPr>
      </p:pic>
      <p:sp>
        <p:nvSpPr>
          <p:cNvPr id="40" name="矩形 39"/>
          <p:cNvSpPr/>
          <p:nvPr/>
        </p:nvSpPr>
        <p:spPr>
          <a:xfrm>
            <a:off x="635" y="0"/>
            <a:ext cx="2484120" cy="6851015"/>
          </a:xfrm>
          <a:prstGeom prst="rect">
            <a:avLst/>
          </a:prstGeom>
          <a:solidFill>
            <a:srgbClr val="2E3D3A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8874032" y="2926991"/>
            <a:ext cx="6739392" cy="16300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50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厦门大学</a:t>
            </a:r>
          </a:p>
          <a:p>
            <a:r>
              <a:rPr lang="en-US" altLang="zh-CN" sz="50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PPT</a:t>
            </a:r>
            <a:r>
              <a:rPr lang="zh-CN" altLang="en-US" sz="50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模版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8874125" y="5691505"/>
            <a:ext cx="173609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>汇  报  人：</a:t>
            </a:r>
            <a:r>
              <a:rPr lang="en-US" altLang="zh-CN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>XXX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8863965" y="6059805"/>
            <a:ext cx="17564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>汇报时间：</a:t>
            </a:r>
            <a:r>
              <a:rPr lang="en-US" altLang="zh-CN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>XXX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9730012" y="2404945"/>
            <a:ext cx="1769110" cy="52197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+mn-ea"/>
              </a:rPr>
              <a:t>20XX/X/X</a:t>
            </a:r>
          </a:p>
        </p:txBody>
      </p:sp>
      <p:pic>
        <p:nvPicPr>
          <p:cNvPr id="47" name="图片 46" descr="厦大校徽-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4945" y="67945"/>
            <a:ext cx="1409065" cy="729615"/>
          </a:xfrm>
          <a:prstGeom prst="rect">
            <a:avLst/>
          </a:prstGeom>
        </p:spPr>
      </p:pic>
      <p:cxnSp>
        <p:nvCxnSpPr>
          <p:cNvPr id="49" name="直接连接符 48"/>
          <p:cNvCxnSpPr/>
          <p:nvPr/>
        </p:nvCxnSpPr>
        <p:spPr>
          <a:xfrm>
            <a:off x="250190" y="5624830"/>
            <a:ext cx="1905" cy="96647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 flipH="1">
            <a:off x="252095" y="6591300"/>
            <a:ext cx="3883660" cy="5715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250190" y="6096000"/>
            <a:ext cx="23025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Source Han Serif CN Regular" panose="02020500000000000000" charset="-122"/>
                <a:ea typeface="Source Han Serif CN Regular" panose="02020500000000000000" charset="-122"/>
                <a:cs typeface="Source Han Sans CN Bold" panose="020B0800000000000000" charset="-122"/>
                <a:sym typeface="+mn-ea"/>
              </a:rPr>
              <a:t>Xiamen University</a:t>
            </a:r>
            <a:r>
              <a:rPr lang="en-US" altLang="zh-CN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> 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8918575" y="4444365"/>
            <a:ext cx="2635250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zh-CN" sz="1000" dirty="0">
                <a:solidFill>
                  <a:schemeClr val="bg1"/>
                </a:solidFill>
                <a:latin typeface="Source Han Sans CN Regular" charset="0"/>
                <a:ea typeface="Source Han Serif CN Regular" panose="02020500000000000000" charset="-122"/>
                <a:cs typeface="Source Han Sans CN Regular" charset="0"/>
                <a:sym typeface="+mn-ea"/>
              </a:rPr>
              <a:t>The user can demonstrate on a projector or computer, or print the presentation and make it into a in a wider field.</a:t>
            </a:r>
            <a:r>
              <a:rPr lang="en-US" altLang="zh-CN" sz="1000" dirty="0">
                <a:solidFill>
                  <a:schemeClr val="bg1"/>
                </a:solidFill>
                <a:latin typeface="Source Han Serif CN Regular" panose="02020500000000000000" charset="-122"/>
                <a:ea typeface="Source Han Serif CN Regular" panose="02020500000000000000" charset="-122"/>
                <a:cs typeface="Source Han Sans CN Bold" panose="020B0800000000000000" charset="-122"/>
                <a:sym typeface="+mn-ea"/>
              </a:rPr>
              <a:t> </a:t>
            </a:r>
            <a:endParaRPr lang="en-US" altLang="zh-CN" sz="1000" dirty="0"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  <a:sym typeface="+mn-ea"/>
            </a:endParaRPr>
          </a:p>
        </p:txBody>
      </p:sp>
      <p:pic>
        <p:nvPicPr>
          <p:cNvPr id="2" name="图片 1" descr="厦大白标"/>
          <p:cNvPicPr>
            <a:picLocks noChangeAspect="1"/>
          </p:cNvPicPr>
          <p:nvPr/>
        </p:nvPicPr>
        <p:blipFill>
          <a:blip r:embed="rId4"/>
          <a:srcRect l="7917" t="27888" r="6660" b="36383"/>
          <a:stretch>
            <a:fillRect/>
          </a:stretch>
        </p:blipFill>
        <p:spPr>
          <a:xfrm>
            <a:off x="839470" y="241300"/>
            <a:ext cx="1350645" cy="3765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fb0201b1a0171f4c80145f37d72905cd"/>
          <p:cNvPicPr>
            <a:picLocks noChangeAspect="1"/>
          </p:cNvPicPr>
          <p:nvPr/>
        </p:nvPicPr>
        <p:blipFill>
          <a:blip r:embed="rId2"/>
          <a:srcRect b="15917"/>
          <a:stretch>
            <a:fillRect/>
          </a:stretch>
        </p:blipFill>
        <p:spPr>
          <a:xfrm>
            <a:off x="-20320" y="-25400"/>
            <a:ext cx="12232005" cy="690816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-20320" y="-29210"/>
            <a:ext cx="12251690" cy="6911975"/>
          </a:xfrm>
          <a:prstGeom prst="rect">
            <a:avLst/>
          </a:prstGeom>
          <a:solidFill>
            <a:schemeClr val="accent1">
              <a:lumMod val="60000"/>
              <a:lumOff val="4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 rot="2220000">
            <a:off x="224155" y="-1024255"/>
            <a:ext cx="14552930" cy="5953760"/>
          </a:xfrm>
          <a:prstGeom prst="rect">
            <a:avLst/>
          </a:prstGeom>
          <a:solidFill>
            <a:srgbClr val="2E3D3A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182333" y="803138"/>
            <a:ext cx="2320925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请在此输入内容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229328" y="1221130"/>
            <a:ext cx="3534307" cy="283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5000"/>
              </a:lnSpc>
            </a:pPr>
            <a:r>
              <a:rPr lang="en-US" altLang="zh-CN" sz="1000" b="1" dirty="0">
                <a:solidFill>
                  <a:srgbClr val="9A3227"/>
                </a:solidFill>
                <a:latin typeface="Source Han Sans CN Bold" panose="020B0800000000000000" charset="-122"/>
                <a:ea typeface="Source Han Sans CN Bold" panose="020B0800000000000000" charset="-122"/>
                <a:cs typeface="+mn-ea"/>
              </a:rPr>
              <a:t>The user can demonstrate on a projector or compute</a:t>
            </a:r>
            <a:r>
              <a:rPr lang="en-US" altLang="zh-CN" sz="1000" dirty="0">
                <a:solidFill>
                  <a:srgbClr val="9A3227"/>
                </a:solidFill>
                <a:latin typeface="Century Gothic" panose="020B0502020202020204" pitchFamily="34" charset="0"/>
                <a:cs typeface="+mn-ea"/>
              </a:rPr>
              <a:t>r</a:t>
            </a:r>
          </a:p>
        </p:txBody>
      </p:sp>
      <p:sp>
        <p:nvSpPr>
          <p:cNvPr id="18" name="椭圆 17"/>
          <p:cNvSpPr/>
          <p:nvPr/>
        </p:nvSpPr>
        <p:spPr>
          <a:xfrm>
            <a:off x="6243955" y="2136775"/>
            <a:ext cx="487680" cy="487680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6404060" y="2136638"/>
            <a:ext cx="606425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400" b="1" dirty="0">
                <a:solidFill>
                  <a:srgbClr val="9A3227"/>
                </a:solidFill>
                <a:cs typeface="+mn-ea"/>
              </a:rPr>
              <a:t>02.</a:t>
            </a:r>
          </a:p>
        </p:txBody>
      </p:sp>
      <p:sp>
        <p:nvSpPr>
          <p:cNvPr id="27" name="矩形 26"/>
          <p:cNvSpPr/>
          <p:nvPr/>
        </p:nvSpPr>
        <p:spPr>
          <a:xfrm>
            <a:off x="7017358" y="2147433"/>
            <a:ext cx="2320925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请在此输入内容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7064353" y="2565425"/>
            <a:ext cx="3534307" cy="283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5000"/>
              </a:lnSpc>
            </a:pPr>
            <a:r>
              <a:rPr lang="en-US" altLang="zh-CN" sz="1000" b="1" dirty="0">
                <a:solidFill>
                  <a:srgbClr val="9A3227"/>
                </a:solidFill>
                <a:latin typeface="Source Han Sans CN Bold" panose="020B0800000000000000" charset="-122"/>
                <a:ea typeface="Source Han Sans CN Bold" panose="020B0800000000000000" charset="-122"/>
                <a:cs typeface="+mn-ea"/>
              </a:rPr>
              <a:t>The user can demonstrate on a projector or compute</a:t>
            </a:r>
            <a:r>
              <a:rPr lang="en-US" altLang="zh-CN" sz="1000" dirty="0">
                <a:solidFill>
                  <a:srgbClr val="9A3227"/>
                </a:solidFill>
                <a:latin typeface="Century Gothic" panose="020B0502020202020204" pitchFamily="34" charset="0"/>
                <a:cs typeface="+mn-ea"/>
              </a:rPr>
              <a:t>r</a:t>
            </a:r>
          </a:p>
        </p:txBody>
      </p:sp>
      <p:sp>
        <p:nvSpPr>
          <p:cNvPr id="29" name="椭圆 28"/>
          <p:cNvSpPr/>
          <p:nvPr/>
        </p:nvSpPr>
        <p:spPr>
          <a:xfrm>
            <a:off x="5451475" y="806450"/>
            <a:ext cx="487680" cy="487680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5611580" y="806313"/>
            <a:ext cx="606425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400" b="1" dirty="0">
                <a:solidFill>
                  <a:srgbClr val="9A3227"/>
                </a:solidFill>
                <a:cs typeface="+mn-ea"/>
              </a:rPr>
              <a:t>01.</a:t>
            </a:r>
          </a:p>
        </p:txBody>
      </p:sp>
      <p:sp>
        <p:nvSpPr>
          <p:cNvPr id="35" name="椭圆 34"/>
          <p:cNvSpPr/>
          <p:nvPr/>
        </p:nvSpPr>
        <p:spPr>
          <a:xfrm>
            <a:off x="7129145" y="3630295"/>
            <a:ext cx="487680" cy="487680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7289250" y="3630158"/>
            <a:ext cx="606425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400" b="1" dirty="0">
                <a:solidFill>
                  <a:srgbClr val="9A3227"/>
                </a:solidFill>
                <a:cs typeface="+mn-ea"/>
              </a:rPr>
              <a:t>03.</a:t>
            </a:r>
          </a:p>
        </p:txBody>
      </p:sp>
      <p:sp>
        <p:nvSpPr>
          <p:cNvPr id="37" name="矩形 36"/>
          <p:cNvSpPr/>
          <p:nvPr/>
        </p:nvSpPr>
        <p:spPr>
          <a:xfrm>
            <a:off x="7902548" y="3640953"/>
            <a:ext cx="2320925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请在此输入内容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7949543" y="4058945"/>
            <a:ext cx="3534307" cy="283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5000"/>
              </a:lnSpc>
            </a:pPr>
            <a:r>
              <a:rPr lang="en-US" altLang="zh-CN" sz="1000" b="1" dirty="0">
                <a:solidFill>
                  <a:srgbClr val="9A3227"/>
                </a:solidFill>
                <a:latin typeface="Source Han Sans CN Bold" panose="020B0800000000000000" charset="-122"/>
                <a:ea typeface="Source Han Sans CN Bold" panose="020B0800000000000000" charset="-122"/>
                <a:cs typeface="+mn-ea"/>
              </a:rPr>
              <a:t>The user can demonstrate on a projector or compute</a:t>
            </a:r>
            <a:r>
              <a:rPr lang="en-US" altLang="zh-CN" sz="1000" dirty="0">
                <a:solidFill>
                  <a:srgbClr val="9A3227"/>
                </a:solidFill>
                <a:latin typeface="Century Gothic" panose="020B0502020202020204" pitchFamily="34" charset="0"/>
                <a:cs typeface="+mn-ea"/>
              </a:rPr>
              <a:t>r</a:t>
            </a:r>
          </a:p>
        </p:txBody>
      </p:sp>
      <p:sp>
        <p:nvSpPr>
          <p:cNvPr id="48" name="椭圆 47"/>
          <p:cNvSpPr/>
          <p:nvPr/>
        </p:nvSpPr>
        <p:spPr>
          <a:xfrm>
            <a:off x="8012430" y="5039360"/>
            <a:ext cx="487680" cy="487680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8172535" y="5039223"/>
            <a:ext cx="606425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400" b="1" dirty="0">
                <a:solidFill>
                  <a:srgbClr val="9A3227"/>
                </a:solidFill>
                <a:cs typeface="+mn-ea"/>
              </a:rPr>
              <a:t>04.</a:t>
            </a:r>
          </a:p>
        </p:txBody>
      </p:sp>
      <p:sp>
        <p:nvSpPr>
          <p:cNvPr id="50" name="矩形 49"/>
          <p:cNvSpPr/>
          <p:nvPr/>
        </p:nvSpPr>
        <p:spPr>
          <a:xfrm>
            <a:off x="8749003" y="5050018"/>
            <a:ext cx="2320925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请在此输入内容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8777583" y="5468010"/>
            <a:ext cx="3534307" cy="283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5000"/>
              </a:lnSpc>
            </a:pPr>
            <a:r>
              <a:rPr lang="en-US" altLang="zh-CN" sz="1000" b="1" dirty="0">
                <a:solidFill>
                  <a:srgbClr val="9A3227"/>
                </a:solidFill>
                <a:latin typeface="Source Han Sans CN Bold" panose="020B0800000000000000" charset="-122"/>
                <a:ea typeface="Source Han Sans CN Bold" panose="020B0800000000000000" charset="-122"/>
                <a:cs typeface="+mn-ea"/>
              </a:rPr>
              <a:t>The user can demonstrate on a projector or compute</a:t>
            </a:r>
            <a:r>
              <a:rPr lang="en-US" altLang="zh-CN" sz="1000" dirty="0">
                <a:solidFill>
                  <a:srgbClr val="9A3227"/>
                </a:solidFill>
                <a:latin typeface="Century Gothic" panose="020B0502020202020204" pitchFamily="34" charset="0"/>
                <a:cs typeface="+mn-ea"/>
              </a:rPr>
              <a:t>r</a:t>
            </a:r>
          </a:p>
        </p:txBody>
      </p:sp>
      <p:pic>
        <p:nvPicPr>
          <p:cNvPr id="2" name="图片 1" descr="厦大校徽-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8930" y="6092190"/>
            <a:ext cx="1409065" cy="729615"/>
          </a:xfrm>
          <a:prstGeom prst="rect">
            <a:avLst/>
          </a:prstGeom>
        </p:spPr>
      </p:pic>
      <p:pic>
        <p:nvPicPr>
          <p:cNvPr id="3" name="图片 2" descr="厦大白标"/>
          <p:cNvPicPr>
            <a:picLocks noChangeAspect="1"/>
          </p:cNvPicPr>
          <p:nvPr/>
        </p:nvPicPr>
        <p:blipFill>
          <a:blip r:embed="rId4"/>
          <a:srcRect l="7917" t="27888" r="6660" b="36383"/>
          <a:stretch>
            <a:fillRect/>
          </a:stretch>
        </p:blipFill>
        <p:spPr>
          <a:xfrm>
            <a:off x="705485" y="6268720"/>
            <a:ext cx="1350645" cy="376555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542832" y="2624731"/>
            <a:ext cx="6739392" cy="18611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11500" b="1" dirty="0">
                <a:solidFill>
                  <a:schemeClr val="bg1">
                    <a:alpha val="83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目录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0c8d15b2f7bb1288dfe1bb9c9e6e"/>
          <p:cNvPicPr>
            <a:picLocks noChangeAspect="1"/>
          </p:cNvPicPr>
          <p:nvPr/>
        </p:nvPicPr>
        <p:blipFill>
          <a:blip r:embed="rId2"/>
          <a:srcRect t="7711" b="7727"/>
          <a:stretch>
            <a:fillRect/>
          </a:stretch>
        </p:blipFill>
        <p:spPr>
          <a:xfrm>
            <a:off x="-35560" y="-15240"/>
            <a:ext cx="12243435" cy="687324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-29210"/>
            <a:ext cx="12231370" cy="6911975"/>
          </a:xfrm>
          <a:prstGeom prst="rect">
            <a:avLst/>
          </a:prstGeom>
          <a:solidFill>
            <a:schemeClr val="accent1">
              <a:lumMod val="60000"/>
              <a:lumOff val="4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-582930" y="2113280"/>
            <a:ext cx="12775565" cy="2653030"/>
          </a:xfrm>
          <a:prstGeom prst="rect">
            <a:avLst/>
          </a:prstGeom>
          <a:solidFill>
            <a:srgbClr val="2E3D3A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769620" y="1539875"/>
            <a:ext cx="4161790" cy="4161790"/>
          </a:xfrm>
          <a:prstGeom prst="ellipse">
            <a:avLst/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0c8d11bb9c9e6e"/>
          <p:cNvPicPr>
            <a:picLocks noChangeAspect="1"/>
          </p:cNvPicPr>
          <p:nvPr/>
        </p:nvPicPr>
        <p:blipFill>
          <a:blip r:embed="rId3"/>
          <a:srcRect l="14823" t="22528" r="53491" b="29943"/>
          <a:stretch>
            <a:fillRect/>
          </a:stretch>
        </p:blipFill>
        <p:spPr>
          <a:xfrm>
            <a:off x="488950" y="1318895"/>
            <a:ext cx="4688840" cy="468884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436343" y="2514463"/>
            <a:ext cx="2931795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400" b="1" dirty="0">
                <a:solidFill>
                  <a:srgbClr val="49564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请在此输入标题内容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1455420" y="3151505"/>
            <a:ext cx="2932430" cy="152471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900" b="0" i="0" dirty="0">
                <a:solidFill>
                  <a:srgbClr val="333333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点击添加相关标题文字，点击添加相关标题文字，点击添加相关标题文字，点击添加相关标题文字。点击添加相关标题文字，点击添加相关标题文字，点击添加相关标题文字，点击添加相关标题文字。</a:t>
            </a:r>
            <a:endParaRPr lang="en-US" altLang="zh-CN" sz="900" b="0" i="0" dirty="0">
              <a:solidFill>
                <a:srgbClr val="333333"/>
              </a:solidFill>
              <a:effectLst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>The user can demonstrate on a projector or computer, or print the presentation and make it into a in a wider field.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5579652" y="2681246"/>
            <a:ext cx="6739392" cy="15684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9600" b="1" dirty="0">
                <a:solidFill>
                  <a:schemeClr val="bg1">
                    <a:alpha val="83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键入主题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两朵凤凰花"/>
          <p:cNvPicPr>
            <a:picLocks noChangeAspect="1"/>
          </p:cNvPicPr>
          <p:nvPr/>
        </p:nvPicPr>
        <p:blipFill>
          <a:blip r:embed="rId2"/>
          <a:srcRect t="1646" b="13502"/>
          <a:stretch>
            <a:fillRect/>
          </a:stretch>
        </p:blipFill>
        <p:spPr>
          <a:xfrm>
            <a:off x="-18415" y="-27940"/>
            <a:ext cx="12268200" cy="693991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-62865"/>
            <a:ext cx="12231370" cy="6965315"/>
          </a:xfrm>
          <a:prstGeom prst="rect">
            <a:avLst/>
          </a:prstGeom>
          <a:solidFill>
            <a:schemeClr val="accent1">
              <a:lumMod val="60000"/>
              <a:lumOff val="4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0" y="2002790"/>
            <a:ext cx="12237085" cy="3821430"/>
          </a:xfrm>
          <a:prstGeom prst="rect">
            <a:avLst/>
          </a:prstGeom>
          <a:solidFill>
            <a:srgbClr val="2E3D3A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577850" y="2463165"/>
            <a:ext cx="2311400" cy="3821430"/>
          </a:xfrm>
          <a:prstGeom prst="rect">
            <a:avLst/>
          </a:prstGeom>
          <a:solidFill>
            <a:srgbClr val="2E3D3A">
              <a:alpha val="37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3413760" y="1540510"/>
            <a:ext cx="2311400" cy="3821430"/>
          </a:xfrm>
          <a:prstGeom prst="rect">
            <a:avLst/>
          </a:prstGeom>
          <a:solidFill>
            <a:srgbClr val="2E3D3A">
              <a:alpha val="37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6249670" y="2463165"/>
            <a:ext cx="2311400" cy="3821430"/>
          </a:xfrm>
          <a:prstGeom prst="rect">
            <a:avLst/>
          </a:prstGeom>
          <a:solidFill>
            <a:srgbClr val="2E3D3A">
              <a:alpha val="37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9272905" y="1540510"/>
            <a:ext cx="2311400" cy="3821430"/>
          </a:xfrm>
          <a:prstGeom prst="rect">
            <a:avLst/>
          </a:prstGeom>
          <a:solidFill>
            <a:srgbClr val="2E3D3A">
              <a:alpha val="37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0c8d15b2f7fae5bb1288dfe1bb9c9e6e"/>
          <p:cNvPicPr>
            <a:picLocks noChangeAspect="1"/>
          </p:cNvPicPr>
          <p:nvPr/>
        </p:nvPicPr>
        <p:blipFill>
          <a:blip r:embed="rId3"/>
          <a:srcRect l="17332" t="11950" r="32770" b="10542"/>
          <a:stretch>
            <a:fillRect/>
          </a:stretch>
        </p:blipFill>
        <p:spPr>
          <a:xfrm>
            <a:off x="781050" y="2540635"/>
            <a:ext cx="1857375" cy="1923415"/>
          </a:xfrm>
          <a:prstGeom prst="rect">
            <a:avLst/>
          </a:prstGeom>
        </p:spPr>
      </p:pic>
      <p:pic>
        <p:nvPicPr>
          <p:cNvPr id="11" name="图片 10" descr="0c8d15b2f7fae5bb1288dfe1bb9c9e6e"/>
          <p:cNvPicPr>
            <a:picLocks noChangeAspect="1"/>
          </p:cNvPicPr>
          <p:nvPr/>
        </p:nvPicPr>
        <p:blipFill>
          <a:blip r:embed="rId3"/>
          <a:srcRect l="17332" t="11950" r="32770" b="10542"/>
          <a:stretch>
            <a:fillRect/>
          </a:stretch>
        </p:blipFill>
        <p:spPr>
          <a:xfrm>
            <a:off x="3640455" y="1616710"/>
            <a:ext cx="1857375" cy="1923415"/>
          </a:xfrm>
          <a:prstGeom prst="rect">
            <a:avLst/>
          </a:prstGeom>
        </p:spPr>
      </p:pic>
      <p:pic>
        <p:nvPicPr>
          <p:cNvPr id="13" name="图片 12" descr="0c8d15b2f7fae5bb1288dfe1bb9c9e6e"/>
          <p:cNvPicPr>
            <a:picLocks noChangeAspect="1"/>
          </p:cNvPicPr>
          <p:nvPr/>
        </p:nvPicPr>
        <p:blipFill>
          <a:blip r:embed="rId3"/>
          <a:srcRect l="17332" t="11950" r="32770" b="10542"/>
          <a:stretch>
            <a:fillRect/>
          </a:stretch>
        </p:blipFill>
        <p:spPr>
          <a:xfrm>
            <a:off x="6500495" y="2489835"/>
            <a:ext cx="1857375" cy="1923415"/>
          </a:xfrm>
          <a:prstGeom prst="rect">
            <a:avLst/>
          </a:prstGeom>
        </p:spPr>
      </p:pic>
      <p:pic>
        <p:nvPicPr>
          <p:cNvPr id="15" name="图片 14" descr="0c8d15b2f7fae5bb1288dfe1bb9c9e6e"/>
          <p:cNvPicPr>
            <a:picLocks noChangeAspect="1"/>
          </p:cNvPicPr>
          <p:nvPr/>
        </p:nvPicPr>
        <p:blipFill>
          <a:blip r:embed="rId3"/>
          <a:srcRect l="17332" t="11950" r="32770" b="10542"/>
          <a:stretch>
            <a:fillRect/>
          </a:stretch>
        </p:blipFill>
        <p:spPr>
          <a:xfrm>
            <a:off x="9500870" y="1616710"/>
            <a:ext cx="1857375" cy="1923415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>
          <a:xfrm>
            <a:off x="629920" y="4413250"/>
            <a:ext cx="2212975" cy="131728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900" b="0" i="0" dirty="0">
                <a:solidFill>
                  <a:schemeClr val="bg1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点击添加相关标题文字，点击添加相关标题文字，点击添加相关标题文字，点击添加相关标题文字。点击添加相关标题文字，点击添加相关标题文字，点击添加相关标题文字，点击添加相关标题文字。</a:t>
            </a:r>
            <a:endParaRPr lang="en-US" altLang="zh-CN" sz="900" b="0" i="0" dirty="0">
              <a:solidFill>
                <a:schemeClr val="bg1"/>
              </a:solidFill>
              <a:effectLst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70865" y="5824220"/>
            <a:ext cx="2328545" cy="4686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031213" y="5824083"/>
            <a:ext cx="1404620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400" b="1" dirty="0">
                <a:solidFill>
                  <a:srgbClr val="9A3227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输入内容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3463290" y="3577603"/>
            <a:ext cx="2212975" cy="131728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900" b="0" i="0" dirty="0">
                <a:solidFill>
                  <a:schemeClr val="bg1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点击添加相关标题文字，点击添加相关标题文字，点击添加相关标题文字，点击添加相关标题文字。点击添加相关标题文字，点击添加相关标题文字，点击添加相关标题文字，点击添加相关标题文字。</a:t>
            </a:r>
            <a:endParaRPr lang="en-US" altLang="zh-CN" sz="900" b="0" i="0" dirty="0">
              <a:solidFill>
                <a:schemeClr val="bg1"/>
              </a:solidFill>
              <a:effectLst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404235" y="4918710"/>
            <a:ext cx="2328545" cy="4686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3864583" y="4918573"/>
            <a:ext cx="1404620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400" b="1" dirty="0">
                <a:solidFill>
                  <a:srgbClr val="9A3227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输入内容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6293775" y="4448175"/>
            <a:ext cx="2212975" cy="131728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900" b="0" i="0" dirty="0">
                <a:solidFill>
                  <a:schemeClr val="bg1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点击添加相关标题文字，点击添加相关标题文字，点击添加相关标题文字，点击添加相关标题文字。点击添加相关标题文字，点击添加相关标题文字，点击添加相关标题文字，点击添加相关标题文字。</a:t>
            </a:r>
            <a:endParaRPr lang="en-US" altLang="zh-CN" sz="900" b="0" i="0" dirty="0">
              <a:solidFill>
                <a:schemeClr val="bg1"/>
              </a:solidFill>
              <a:effectLst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237605" y="5803900"/>
            <a:ext cx="2328545" cy="4686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6697953" y="5803763"/>
            <a:ext cx="1404620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400" b="1" dirty="0">
                <a:solidFill>
                  <a:srgbClr val="9A3227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输入内容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9312910" y="3575889"/>
            <a:ext cx="2212975" cy="131728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900" b="0" i="0" dirty="0">
                <a:solidFill>
                  <a:schemeClr val="bg1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点击添加相关标题文字，点击添加相关标题文字，点击添加相关标题文字，点击添加相关标题文字。点击添加相关标题文字，点击添加相关标题文字，点击添加相关标题文字，点击添加相关标题文字。</a:t>
            </a:r>
            <a:endParaRPr lang="en-US" altLang="zh-CN" sz="900" b="0" i="0" dirty="0">
              <a:solidFill>
                <a:schemeClr val="bg1"/>
              </a:solidFill>
              <a:effectLst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9253855" y="4918710"/>
            <a:ext cx="2328545" cy="4686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9714203" y="4918573"/>
            <a:ext cx="1404620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400" b="1" dirty="0">
                <a:solidFill>
                  <a:srgbClr val="9A3227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输入内容</a:t>
            </a:r>
          </a:p>
        </p:txBody>
      </p:sp>
      <p:pic>
        <p:nvPicPr>
          <p:cNvPr id="43" name="图片 42" descr="厦大校徽-白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6135" y="6172835"/>
            <a:ext cx="1409065" cy="729615"/>
          </a:xfrm>
          <a:prstGeom prst="rect">
            <a:avLst/>
          </a:prstGeom>
        </p:spPr>
      </p:pic>
      <p:pic>
        <p:nvPicPr>
          <p:cNvPr id="44" name="图片 43" descr="厦大白标"/>
          <p:cNvPicPr>
            <a:picLocks noChangeAspect="1"/>
          </p:cNvPicPr>
          <p:nvPr/>
        </p:nvPicPr>
        <p:blipFill>
          <a:blip r:embed="rId5"/>
          <a:srcRect l="7917" t="27888" r="6660" b="36383"/>
          <a:stretch>
            <a:fillRect/>
          </a:stretch>
        </p:blipFill>
        <p:spPr>
          <a:xfrm>
            <a:off x="10750550" y="6349365"/>
            <a:ext cx="1350645" cy="376555"/>
          </a:xfrm>
          <a:prstGeom prst="rect">
            <a:avLst/>
          </a:prstGeom>
        </p:spPr>
      </p:pic>
      <p:sp>
        <p:nvSpPr>
          <p:cNvPr id="45" name="流程图: 可选过程 44"/>
          <p:cNvSpPr/>
          <p:nvPr/>
        </p:nvSpPr>
        <p:spPr>
          <a:xfrm>
            <a:off x="350520" y="558165"/>
            <a:ext cx="3034030" cy="628015"/>
          </a:xfrm>
          <a:prstGeom prst="flowChartAlternateProcess">
            <a:avLst/>
          </a:prstGeom>
          <a:solidFill>
            <a:srgbClr val="2E3D3A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384175" y="558165"/>
            <a:ext cx="2999740" cy="645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在此键入内容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45085" y="-95250"/>
            <a:ext cx="12276455" cy="6978015"/>
          </a:xfrm>
          <a:prstGeom prst="rect">
            <a:avLst/>
          </a:prstGeom>
          <a:solidFill>
            <a:schemeClr val="accent1">
              <a:lumMod val="60000"/>
              <a:lumOff val="4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4" name="图片 43" descr="厦大白标"/>
          <p:cNvPicPr>
            <a:picLocks noChangeAspect="1"/>
          </p:cNvPicPr>
          <p:nvPr/>
        </p:nvPicPr>
        <p:blipFill>
          <a:blip r:embed="rId2"/>
          <a:srcRect l="7917" t="27888" r="6660" b="36383"/>
          <a:stretch>
            <a:fillRect/>
          </a:stretch>
        </p:blipFill>
        <p:spPr>
          <a:xfrm>
            <a:off x="10750550" y="6349365"/>
            <a:ext cx="1350645" cy="376555"/>
          </a:xfrm>
          <a:prstGeom prst="rect">
            <a:avLst/>
          </a:prstGeom>
        </p:spPr>
      </p:pic>
      <p:pic>
        <p:nvPicPr>
          <p:cNvPr id="90" name="图片 89" descr="厦大校徽-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2165" y="6205220"/>
            <a:ext cx="1409065" cy="729615"/>
          </a:xfrm>
          <a:prstGeom prst="rect">
            <a:avLst/>
          </a:prstGeom>
        </p:spPr>
      </p:pic>
      <p:pic>
        <p:nvPicPr>
          <p:cNvPr id="7" name="图片 6" descr="973a07409efda808c63554f1ddf220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05" y="455930"/>
            <a:ext cx="3968750" cy="5946775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88" name="流程图: 可选过程 87"/>
          <p:cNvSpPr/>
          <p:nvPr/>
        </p:nvSpPr>
        <p:spPr>
          <a:xfrm>
            <a:off x="6732270" y="391795"/>
            <a:ext cx="4219575" cy="709295"/>
          </a:xfrm>
          <a:prstGeom prst="flowChartAlternateProcess">
            <a:avLst/>
          </a:prstGeom>
          <a:solidFill>
            <a:srgbClr val="2E3D3A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文本框 88"/>
          <p:cNvSpPr txBox="1"/>
          <p:nvPr/>
        </p:nvSpPr>
        <p:spPr>
          <a:xfrm>
            <a:off x="7306217" y="456206"/>
            <a:ext cx="6739392" cy="645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在此键入内容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5568315" y="1401445"/>
            <a:ext cx="623824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5568315" y="1701800"/>
            <a:ext cx="6245225" cy="4496435"/>
          </a:xfrm>
          <a:prstGeom prst="rect">
            <a:avLst/>
          </a:prstGeom>
          <a:solidFill>
            <a:srgbClr val="2E3D3A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833745" y="2413000"/>
            <a:ext cx="5714365" cy="161582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b="0" i="0" dirty="0">
                <a:solidFill>
                  <a:schemeClr val="bg1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点击添加相关标题文字，点击添加相关标题文字，点击添加相关标题文字，点击添加相关标题文字。点击添加相关标题文字，点击添加相关标题文字，点击添加相关标题文字，点击添加相关标题文字。</a:t>
            </a:r>
            <a:endParaRPr lang="en-US" altLang="zh-CN" sz="1200" b="0" i="0" dirty="0">
              <a:solidFill>
                <a:schemeClr val="bg1"/>
              </a:solidFill>
              <a:effectLst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dirty="0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>The user can demonstrate on a projector or computer, or print the presentation and make it into a in a wider field.</a:t>
            </a:r>
          </a:p>
          <a:p>
            <a:pPr algn="l"/>
            <a:endParaRPr lang="en-US" altLang="zh-CN" sz="900" b="1" dirty="0"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  <a:sym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6FA9F9C-C971-450E-80BC-D258B6DB9096}"/>
              </a:ext>
            </a:extLst>
          </p:cNvPr>
          <p:cNvSpPr txBox="1"/>
          <p:nvPr/>
        </p:nvSpPr>
        <p:spPr>
          <a:xfrm>
            <a:off x="5833745" y="3950017"/>
            <a:ext cx="5714365" cy="161582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200" b="0" i="0" dirty="0">
                <a:solidFill>
                  <a:schemeClr val="bg1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点击添加相关标题文字，点击添加相关标题文字，点击添加相关标题文字，点击添加相关标题文字。点击添加相关标题文字，点击添加相关标题文字，点击添加相关标题文字，点击添加相关标题文字。</a:t>
            </a:r>
            <a:endParaRPr lang="en-US" altLang="zh-CN" sz="1200" b="0" i="0" dirty="0">
              <a:solidFill>
                <a:schemeClr val="bg1"/>
              </a:solidFill>
              <a:effectLst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200" dirty="0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>The user can demonstrate on a projector or computer, or print the presentation and make it into a in a wider field.</a:t>
            </a:r>
          </a:p>
          <a:p>
            <a:pPr algn="l"/>
            <a:endParaRPr lang="en-US" altLang="zh-CN" sz="900" b="1" dirty="0"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0c8d1f7fae5bb1288dfe1bb9c9e6e"/>
          <p:cNvPicPr>
            <a:picLocks noChangeAspect="1"/>
          </p:cNvPicPr>
          <p:nvPr/>
        </p:nvPicPr>
        <p:blipFill>
          <a:blip r:embed="rId2"/>
          <a:srcRect t="8438" b="5311"/>
          <a:stretch>
            <a:fillRect/>
          </a:stretch>
        </p:blipFill>
        <p:spPr>
          <a:xfrm>
            <a:off x="-28575" y="-92710"/>
            <a:ext cx="12249150" cy="704278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-28575" y="-92710"/>
            <a:ext cx="12231370" cy="7043420"/>
          </a:xfrm>
          <a:prstGeom prst="rect">
            <a:avLst/>
          </a:prstGeom>
          <a:solidFill>
            <a:schemeClr val="accent1">
              <a:lumMod val="60000"/>
              <a:lumOff val="4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05765" y="1473200"/>
            <a:ext cx="3495040" cy="4656455"/>
          </a:xfrm>
          <a:prstGeom prst="rect">
            <a:avLst/>
          </a:prstGeom>
          <a:solidFill>
            <a:srgbClr val="2E3D3A">
              <a:alpha val="37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387215" y="1492885"/>
            <a:ext cx="3345815" cy="4656455"/>
          </a:xfrm>
          <a:prstGeom prst="rect">
            <a:avLst/>
          </a:prstGeom>
          <a:solidFill>
            <a:srgbClr val="2E3D3A">
              <a:alpha val="37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386445" y="1492885"/>
            <a:ext cx="3400425" cy="4656455"/>
          </a:xfrm>
          <a:prstGeom prst="rect">
            <a:avLst/>
          </a:prstGeom>
          <a:solidFill>
            <a:srgbClr val="2E3D3A">
              <a:alpha val="37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2028683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77035" y="1977390"/>
            <a:ext cx="914400" cy="914400"/>
          </a:xfrm>
          <a:prstGeom prst="rect">
            <a:avLst/>
          </a:prstGeom>
        </p:spPr>
      </p:pic>
      <p:pic>
        <p:nvPicPr>
          <p:cNvPr id="9" name="图片 8" descr="2028686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63100" y="1938020"/>
            <a:ext cx="914400" cy="914400"/>
          </a:xfrm>
          <a:prstGeom prst="rect">
            <a:avLst/>
          </a:prstGeom>
        </p:spPr>
      </p:pic>
      <p:pic>
        <p:nvPicPr>
          <p:cNvPr id="10" name="图片 9" descr="20286870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06085" y="1957705"/>
            <a:ext cx="914400" cy="914400"/>
          </a:xfrm>
          <a:prstGeom prst="rect">
            <a:avLst/>
          </a:prstGeom>
        </p:spPr>
      </p:pic>
      <p:sp>
        <p:nvSpPr>
          <p:cNvPr id="11" name="椭圆 10"/>
          <p:cNvSpPr/>
          <p:nvPr/>
        </p:nvSpPr>
        <p:spPr>
          <a:xfrm>
            <a:off x="1416685" y="1697990"/>
            <a:ext cx="1473200" cy="1473200"/>
          </a:xfrm>
          <a:prstGeom prst="ellipse">
            <a:avLst/>
          </a:prstGeom>
          <a:noFill/>
          <a:ln w="28575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E3D3A">
                    <a:alpha val="3700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5246370" y="1697990"/>
            <a:ext cx="1473200" cy="1473200"/>
          </a:xfrm>
          <a:prstGeom prst="ellipse">
            <a:avLst/>
          </a:prstGeom>
          <a:noFill/>
          <a:ln w="28575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E3D3A">
                    <a:alpha val="3700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9284335" y="1697990"/>
            <a:ext cx="1473200" cy="1473200"/>
          </a:xfrm>
          <a:prstGeom prst="ellipse">
            <a:avLst/>
          </a:prstGeom>
          <a:noFill/>
          <a:ln w="28575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E3D3A">
                    <a:alpha val="37000"/>
                  </a:srgb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流程图: 可选过程 38"/>
          <p:cNvSpPr/>
          <p:nvPr/>
        </p:nvSpPr>
        <p:spPr>
          <a:xfrm>
            <a:off x="350520" y="558165"/>
            <a:ext cx="3034030" cy="628015"/>
          </a:xfrm>
          <a:prstGeom prst="flowChartAlternateProcess">
            <a:avLst/>
          </a:prstGeom>
          <a:solidFill>
            <a:srgbClr val="2E3D3A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文本框 88"/>
          <p:cNvSpPr txBox="1"/>
          <p:nvPr/>
        </p:nvSpPr>
        <p:spPr>
          <a:xfrm>
            <a:off x="384175" y="558165"/>
            <a:ext cx="2999740" cy="645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在此键入内容</a:t>
            </a:r>
          </a:p>
        </p:txBody>
      </p:sp>
      <p:pic>
        <p:nvPicPr>
          <p:cNvPr id="43" name="图片 42" descr="厦大校徽-白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6135" y="6172835"/>
            <a:ext cx="1409065" cy="729615"/>
          </a:xfrm>
          <a:prstGeom prst="rect">
            <a:avLst/>
          </a:prstGeom>
        </p:spPr>
      </p:pic>
      <p:pic>
        <p:nvPicPr>
          <p:cNvPr id="44" name="图片 43" descr="厦大白标"/>
          <p:cNvPicPr>
            <a:picLocks noChangeAspect="1"/>
          </p:cNvPicPr>
          <p:nvPr/>
        </p:nvPicPr>
        <p:blipFill>
          <a:blip r:embed="rId10"/>
          <a:srcRect l="7917" t="27888" r="6660" b="36383"/>
          <a:stretch>
            <a:fillRect/>
          </a:stretch>
        </p:blipFill>
        <p:spPr>
          <a:xfrm>
            <a:off x="10750550" y="6349365"/>
            <a:ext cx="1350645" cy="376555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>
          <a:xfrm>
            <a:off x="643255" y="4443730"/>
            <a:ext cx="2976245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900" b="1" dirty="0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>点击添加相关标题文字，点击添加相关标题文字，点击添加相关标题文字，点击添加相关标题文字。点击添加相关标题文字，点击添加相关标题文字，点击添加相关标题文字，点击添加相关标题文字。点击添加相关标题文字，点击添加相关标题文字，点击添加相关标题文字，点击添加相关标题文字。点击添加相关标题文字，点击添加相关标题文字，点击添加相关标题文字，点击添加相关标题文字。</a:t>
            </a:r>
            <a:endParaRPr lang="en-US" altLang="zh-CN" sz="900" b="1" dirty="0"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603750" y="4443730"/>
            <a:ext cx="2976245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900" b="1" dirty="0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>点击添加相关标题文字，点击添加相关标题文字，点击添加相关标题文字，点击添加相关标题文字。点击添加相关标题文字，点击添加相关标题文字，点击添加相关标题文字，点击添加相关标题文字。点击添加相关标题文字，点击添加相关标题文字，点击添加相关标题文字，点击添加相关标题文字。点击添加相关标题文字，点击添加相关标题文字，点击添加相关标题文字，点击添加相关标题文字。</a:t>
            </a:r>
            <a:endParaRPr lang="en-US" altLang="zh-CN" sz="900" b="1" dirty="0"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608695" y="4443730"/>
            <a:ext cx="2976245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900" b="1" dirty="0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>点击添加相关标题文字，点击添加相关标题文字，点击添加相关标题文字，点击添加相关标题文字。点击添加相关标题文字，点击添加相关标题文字，点击添加相关标题文字，点击添加相关标题文字。点击添加相关标题文字，点击添加相关标题文字，点击添加相关标题文字，点击添加相关标题文字。点击添加相关标题文字，点击添加相关标题文字，点击添加相关标题文字，点击添加相关标题文字。</a:t>
            </a:r>
            <a:endParaRPr lang="en-US" altLang="zh-CN" sz="900" b="1" dirty="0"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5bb1288dfe1bb9c9e6e"/>
          <p:cNvPicPr>
            <a:picLocks noChangeAspect="1"/>
          </p:cNvPicPr>
          <p:nvPr/>
        </p:nvPicPr>
        <p:blipFill>
          <a:blip r:embed="rId2"/>
          <a:srcRect b="15047"/>
          <a:stretch>
            <a:fillRect/>
          </a:stretch>
        </p:blipFill>
        <p:spPr>
          <a:xfrm>
            <a:off x="-21590" y="-52705"/>
            <a:ext cx="12319000" cy="697674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-20955" y="-28575"/>
            <a:ext cx="12319000" cy="6952615"/>
          </a:xfrm>
          <a:prstGeom prst="rect">
            <a:avLst/>
          </a:prstGeom>
          <a:solidFill>
            <a:schemeClr val="accent1">
              <a:lumMod val="60000"/>
              <a:lumOff val="4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-389255" y="2109470"/>
            <a:ext cx="12775565" cy="2653030"/>
          </a:xfrm>
          <a:prstGeom prst="rect">
            <a:avLst/>
          </a:prstGeom>
          <a:solidFill>
            <a:srgbClr val="2E3D3A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5558062" y="2681246"/>
            <a:ext cx="6739392" cy="15684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9600" b="1" dirty="0">
                <a:solidFill>
                  <a:schemeClr val="bg1">
                    <a:alpha val="83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键入主题</a:t>
            </a:r>
          </a:p>
        </p:txBody>
      </p:sp>
      <p:pic>
        <p:nvPicPr>
          <p:cNvPr id="8" name="图片 7" descr="0c8d11bb9c9e6e"/>
          <p:cNvPicPr>
            <a:picLocks noChangeAspect="1"/>
          </p:cNvPicPr>
          <p:nvPr/>
        </p:nvPicPr>
        <p:blipFill>
          <a:blip r:embed="rId3"/>
          <a:srcRect l="14823" t="22528" r="53491" b="29943"/>
          <a:stretch>
            <a:fillRect/>
          </a:stretch>
        </p:blipFill>
        <p:spPr>
          <a:xfrm>
            <a:off x="488950" y="1318895"/>
            <a:ext cx="4688840" cy="4688840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769620" y="1539875"/>
            <a:ext cx="4161790" cy="4161790"/>
          </a:xfrm>
          <a:prstGeom prst="ellipse">
            <a:avLst/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436343" y="2514463"/>
            <a:ext cx="2931795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400" b="1" dirty="0">
                <a:solidFill>
                  <a:srgbClr val="495644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请在此输入标题内容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D801E75-D31D-440A-B01C-0184A8524B24}"/>
              </a:ext>
            </a:extLst>
          </p:cNvPr>
          <p:cNvSpPr txBox="1"/>
          <p:nvPr/>
        </p:nvSpPr>
        <p:spPr>
          <a:xfrm>
            <a:off x="1455420" y="3151505"/>
            <a:ext cx="2932430" cy="152471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900" b="0" i="0" dirty="0">
                <a:solidFill>
                  <a:srgbClr val="333333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点击添加相关标题文字，点击添加相关标题文字，点击添加相关标题文字，点击添加相关标题文字。点击添加相关标题文字，点击添加相关标题文字，点击添加相关标题文字，点击添加相关标题文字。</a:t>
            </a:r>
            <a:endParaRPr lang="en-US" altLang="zh-CN" sz="900" b="0" i="0" dirty="0">
              <a:solidFill>
                <a:srgbClr val="333333"/>
              </a:solidFill>
              <a:effectLst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>The user can demonstrate on a projector or computer, or print the presentation and make it into a in a wider field.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图片 84" descr="0c8d15b2f7fae5bb188dfe1bb9c9e6e"/>
          <p:cNvPicPr>
            <a:picLocks noChangeAspect="1"/>
          </p:cNvPicPr>
          <p:nvPr/>
        </p:nvPicPr>
        <p:blipFill>
          <a:blip r:embed="rId2"/>
          <a:srcRect b="14692"/>
          <a:stretch>
            <a:fillRect/>
          </a:stretch>
        </p:blipFill>
        <p:spPr>
          <a:xfrm>
            <a:off x="-53340" y="-95885"/>
            <a:ext cx="12298680" cy="699452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-45085" y="-95250"/>
            <a:ext cx="12276455" cy="6978015"/>
          </a:xfrm>
          <a:prstGeom prst="rect">
            <a:avLst/>
          </a:prstGeom>
          <a:solidFill>
            <a:schemeClr val="accent1">
              <a:lumMod val="60000"/>
              <a:lumOff val="4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/>
          <p:cNvSpPr/>
          <p:nvPr/>
        </p:nvSpPr>
        <p:spPr>
          <a:xfrm>
            <a:off x="-45085" y="1929130"/>
            <a:ext cx="12237085" cy="3991610"/>
          </a:xfrm>
          <a:prstGeom prst="rect">
            <a:avLst/>
          </a:prstGeom>
          <a:solidFill>
            <a:srgbClr val="2E3D3A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170180" y="1621155"/>
            <a:ext cx="1379855" cy="1379855"/>
          </a:xfrm>
          <a:prstGeom prst="ellipse">
            <a:avLst/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297180" y="1748155"/>
            <a:ext cx="1379855" cy="1379855"/>
          </a:xfrm>
          <a:prstGeom prst="ellipse">
            <a:avLst/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136650" y="2741295"/>
            <a:ext cx="623570" cy="623570"/>
          </a:xfrm>
          <a:prstGeom prst="ellipse">
            <a:avLst/>
          </a:prstGeom>
          <a:solidFill>
            <a:srgbClr val="2E3D3A">
              <a:alpha val="37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 descr="2028799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7840" y="1929130"/>
            <a:ext cx="812165" cy="812165"/>
          </a:xfrm>
          <a:prstGeom prst="rect">
            <a:avLst/>
          </a:prstGeom>
        </p:spPr>
      </p:pic>
      <p:sp>
        <p:nvSpPr>
          <p:cNvPr id="35" name="椭圆 34"/>
          <p:cNvSpPr/>
          <p:nvPr/>
        </p:nvSpPr>
        <p:spPr>
          <a:xfrm>
            <a:off x="2209800" y="4698365"/>
            <a:ext cx="1379855" cy="1379855"/>
          </a:xfrm>
          <a:prstGeom prst="ellipse">
            <a:avLst/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2336800" y="4825365"/>
            <a:ext cx="1379855" cy="1379855"/>
          </a:xfrm>
          <a:prstGeom prst="ellipse">
            <a:avLst/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3251835" y="5708650"/>
            <a:ext cx="623570" cy="623570"/>
          </a:xfrm>
          <a:prstGeom prst="ellipse">
            <a:avLst/>
          </a:prstGeom>
          <a:solidFill>
            <a:srgbClr val="2E3D3A">
              <a:alpha val="37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/>
          <p:cNvSpPr/>
          <p:nvPr/>
        </p:nvSpPr>
        <p:spPr>
          <a:xfrm>
            <a:off x="5085080" y="2744470"/>
            <a:ext cx="623570" cy="623570"/>
          </a:xfrm>
          <a:prstGeom prst="ellipse">
            <a:avLst/>
          </a:prstGeom>
          <a:solidFill>
            <a:srgbClr val="2E3D3A">
              <a:alpha val="37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/>
          <p:cNvSpPr/>
          <p:nvPr/>
        </p:nvSpPr>
        <p:spPr>
          <a:xfrm>
            <a:off x="7165975" y="4698365"/>
            <a:ext cx="1379855" cy="1379855"/>
          </a:xfrm>
          <a:prstGeom prst="ellipse">
            <a:avLst/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/>
          <p:cNvSpPr/>
          <p:nvPr/>
        </p:nvSpPr>
        <p:spPr>
          <a:xfrm>
            <a:off x="7292975" y="4825365"/>
            <a:ext cx="1379855" cy="1379855"/>
          </a:xfrm>
          <a:prstGeom prst="ellipse">
            <a:avLst/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50"/>
          <p:cNvSpPr/>
          <p:nvPr/>
        </p:nvSpPr>
        <p:spPr>
          <a:xfrm>
            <a:off x="8251825" y="5581650"/>
            <a:ext cx="623570" cy="623570"/>
          </a:xfrm>
          <a:prstGeom prst="ellipse">
            <a:avLst/>
          </a:prstGeom>
          <a:solidFill>
            <a:srgbClr val="2E3D3A">
              <a:alpha val="37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8362315" y="1621155"/>
            <a:ext cx="1379855" cy="1379855"/>
          </a:xfrm>
          <a:prstGeom prst="ellipse">
            <a:avLst/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椭圆 52"/>
          <p:cNvSpPr/>
          <p:nvPr/>
        </p:nvSpPr>
        <p:spPr>
          <a:xfrm>
            <a:off x="8489315" y="1748155"/>
            <a:ext cx="1379855" cy="1379855"/>
          </a:xfrm>
          <a:prstGeom prst="ellipse">
            <a:avLst/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/>
          <p:cNvSpPr/>
          <p:nvPr/>
        </p:nvSpPr>
        <p:spPr>
          <a:xfrm>
            <a:off x="9293860" y="2713355"/>
            <a:ext cx="623570" cy="623570"/>
          </a:xfrm>
          <a:prstGeom prst="ellipse">
            <a:avLst/>
          </a:prstGeom>
          <a:solidFill>
            <a:srgbClr val="2E3D3A">
              <a:alpha val="37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5" name="图片 54" descr="2028831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8565" y="4952365"/>
            <a:ext cx="914400" cy="914400"/>
          </a:xfrm>
          <a:prstGeom prst="rect">
            <a:avLst/>
          </a:prstGeom>
        </p:spPr>
      </p:pic>
      <p:pic>
        <p:nvPicPr>
          <p:cNvPr id="56" name="图片 55" descr="20288324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53475" y="1946910"/>
            <a:ext cx="776605" cy="776605"/>
          </a:xfrm>
          <a:prstGeom prst="rect">
            <a:avLst/>
          </a:prstGeom>
        </p:spPr>
      </p:pic>
      <p:pic>
        <p:nvPicPr>
          <p:cNvPr id="57" name="图片 56" descr="20288321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26020" y="5025390"/>
            <a:ext cx="799465" cy="799465"/>
          </a:xfrm>
          <a:prstGeom prst="rect">
            <a:avLst/>
          </a:prstGeom>
        </p:spPr>
      </p:pic>
      <p:sp>
        <p:nvSpPr>
          <p:cNvPr id="59" name="矩形 58"/>
          <p:cNvSpPr/>
          <p:nvPr/>
        </p:nvSpPr>
        <p:spPr>
          <a:xfrm>
            <a:off x="1200235" y="2822438"/>
            <a:ext cx="521970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cs typeface="+mn-ea"/>
              </a:rPr>
              <a:t>01</a:t>
            </a:r>
            <a:endParaRPr lang="en-US" altLang="zh-CN" sz="2400" b="1" dirty="0">
              <a:solidFill>
                <a:srgbClr val="9A3227"/>
              </a:solidFill>
              <a:cs typeface="+mn-ea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3321770" y="5776458"/>
            <a:ext cx="521970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cs typeface="+mn-ea"/>
              </a:rPr>
              <a:t>02</a:t>
            </a:r>
            <a:endParaRPr lang="en-US" altLang="zh-CN" sz="2400" b="1" dirty="0">
              <a:solidFill>
                <a:srgbClr val="9A3227"/>
              </a:solidFill>
              <a:cs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5140410" y="2825613"/>
            <a:ext cx="521970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cs typeface="+mn-ea"/>
              </a:rPr>
              <a:t>03</a:t>
            </a:r>
            <a:endParaRPr lang="en-US" altLang="zh-CN" sz="2400" b="1" dirty="0">
              <a:solidFill>
                <a:srgbClr val="9A3227"/>
              </a:solidFill>
              <a:cs typeface="+mn-ea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8302710" y="5649458"/>
            <a:ext cx="521970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cs typeface="+mn-ea"/>
              </a:rPr>
              <a:t>04</a:t>
            </a:r>
            <a:endParaRPr lang="en-US" altLang="zh-CN" sz="2400" b="1" dirty="0">
              <a:solidFill>
                <a:srgbClr val="9A3227"/>
              </a:solidFill>
              <a:cs typeface="+mn-ea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9340935" y="2794498"/>
            <a:ext cx="521970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cs typeface="+mn-ea"/>
              </a:rPr>
              <a:t>05</a:t>
            </a:r>
            <a:endParaRPr lang="en-US" altLang="zh-CN" sz="2400" b="1" dirty="0">
              <a:solidFill>
                <a:srgbClr val="9A3227"/>
              </a:solidFill>
              <a:cs typeface="+mn-ea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1574138" y="1978523"/>
            <a:ext cx="2320925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请在此输入内容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1601470" y="2378710"/>
            <a:ext cx="2188845" cy="47561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5000"/>
              </a:lnSpc>
            </a:pPr>
            <a:r>
              <a:rPr lang="en-US" altLang="zh-CN" sz="1000" b="1" dirty="0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+mn-ea"/>
              </a:rPr>
              <a:t>The user can demonstrate on a projector or compute</a:t>
            </a:r>
            <a:r>
              <a:rPr lang="en-US" altLang="zh-CN" sz="1000" dirty="0">
                <a:solidFill>
                  <a:schemeClr val="bg1"/>
                </a:solidFill>
                <a:latin typeface="Century Gothic" panose="020B0502020202020204" pitchFamily="34" charset="0"/>
                <a:cs typeface="+mn-ea"/>
              </a:rPr>
              <a:t>r</a:t>
            </a:r>
          </a:p>
        </p:txBody>
      </p:sp>
      <p:sp>
        <p:nvSpPr>
          <p:cNvPr id="66" name="矩形 65"/>
          <p:cNvSpPr/>
          <p:nvPr/>
        </p:nvSpPr>
        <p:spPr>
          <a:xfrm>
            <a:off x="3748378" y="5044303"/>
            <a:ext cx="2320925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请在此输入内容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3775710" y="5444490"/>
            <a:ext cx="2188845" cy="47561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5000"/>
              </a:lnSpc>
            </a:pPr>
            <a:r>
              <a:rPr lang="en-US" altLang="zh-CN" sz="1000" b="1" dirty="0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+mn-ea"/>
              </a:rPr>
              <a:t>The user can demonstrate on a projector or compute</a:t>
            </a:r>
            <a:r>
              <a:rPr lang="en-US" altLang="zh-CN" sz="1000" dirty="0">
                <a:solidFill>
                  <a:schemeClr val="bg1"/>
                </a:solidFill>
                <a:latin typeface="Century Gothic" panose="020B0502020202020204" pitchFamily="34" charset="0"/>
                <a:cs typeface="+mn-ea"/>
              </a:rPr>
              <a:t>r</a:t>
            </a:r>
          </a:p>
        </p:txBody>
      </p:sp>
      <p:sp>
        <p:nvSpPr>
          <p:cNvPr id="68" name="矩形 67"/>
          <p:cNvSpPr/>
          <p:nvPr/>
        </p:nvSpPr>
        <p:spPr>
          <a:xfrm>
            <a:off x="5624803" y="1997573"/>
            <a:ext cx="2320925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请在此输入内容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5652135" y="2397760"/>
            <a:ext cx="2188845" cy="47561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5000"/>
              </a:lnSpc>
            </a:pPr>
            <a:r>
              <a:rPr lang="en-US" altLang="zh-CN" sz="1000" b="1" dirty="0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+mn-ea"/>
              </a:rPr>
              <a:t>The user can demonstrate on a projector or compute</a:t>
            </a:r>
            <a:r>
              <a:rPr lang="en-US" altLang="zh-CN" sz="1000" dirty="0">
                <a:solidFill>
                  <a:schemeClr val="bg1"/>
                </a:solidFill>
                <a:latin typeface="Century Gothic" panose="020B0502020202020204" pitchFamily="34" charset="0"/>
                <a:cs typeface="+mn-ea"/>
              </a:rPr>
              <a:t>r</a:t>
            </a:r>
          </a:p>
        </p:txBody>
      </p:sp>
      <p:sp>
        <p:nvSpPr>
          <p:cNvPr id="70" name="矩形 69"/>
          <p:cNvSpPr/>
          <p:nvPr/>
        </p:nvSpPr>
        <p:spPr>
          <a:xfrm>
            <a:off x="8790278" y="5044303"/>
            <a:ext cx="2320925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请在此输入内容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8817610" y="5444490"/>
            <a:ext cx="2188845" cy="47561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5000"/>
              </a:lnSpc>
            </a:pPr>
            <a:r>
              <a:rPr lang="en-US" altLang="zh-CN" sz="1000" b="1" dirty="0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+mn-ea"/>
              </a:rPr>
              <a:t>The user can demonstrate on a projector or compute</a:t>
            </a:r>
            <a:r>
              <a:rPr lang="en-US" altLang="zh-CN" sz="1000" dirty="0">
                <a:solidFill>
                  <a:schemeClr val="bg1"/>
                </a:solidFill>
                <a:latin typeface="Century Gothic" panose="020B0502020202020204" pitchFamily="34" charset="0"/>
                <a:cs typeface="+mn-ea"/>
              </a:rPr>
              <a:t>r</a:t>
            </a:r>
          </a:p>
        </p:txBody>
      </p:sp>
      <p:sp>
        <p:nvSpPr>
          <p:cNvPr id="72" name="矩形 71"/>
          <p:cNvSpPr/>
          <p:nvPr/>
        </p:nvSpPr>
        <p:spPr>
          <a:xfrm>
            <a:off x="9766273" y="1992493"/>
            <a:ext cx="2320925" cy="4603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请在此输入内容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9793605" y="2392680"/>
            <a:ext cx="2188845" cy="47561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5000"/>
              </a:lnSpc>
            </a:pPr>
            <a:r>
              <a:rPr lang="en-US" altLang="zh-CN" sz="1000" b="1" dirty="0">
                <a:solidFill>
                  <a:schemeClr val="bg1"/>
                </a:solidFill>
                <a:latin typeface="Source Han Sans CN Bold" panose="020B0800000000000000" charset="-122"/>
                <a:ea typeface="Source Han Sans CN Bold" panose="020B0800000000000000" charset="-122"/>
                <a:cs typeface="+mn-ea"/>
              </a:rPr>
              <a:t>The user can demonstrate on a projector or compute</a:t>
            </a:r>
            <a:r>
              <a:rPr lang="en-US" altLang="zh-CN" sz="1000" dirty="0">
                <a:solidFill>
                  <a:schemeClr val="bg1"/>
                </a:solidFill>
                <a:latin typeface="Century Gothic" panose="020B0502020202020204" pitchFamily="34" charset="0"/>
                <a:cs typeface="+mn-ea"/>
              </a:rPr>
              <a:t>r</a:t>
            </a:r>
          </a:p>
        </p:txBody>
      </p:sp>
      <p:sp>
        <p:nvSpPr>
          <p:cNvPr id="74" name="椭圆 73"/>
          <p:cNvSpPr/>
          <p:nvPr/>
        </p:nvSpPr>
        <p:spPr>
          <a:xfrm>
            <a:off x="4243070" y="1621155"/>
            <a:ext cx="1379855" cy="1379855"/>
          </a:xfrm>
          <a:prstGeom prst="ellipse">
            <a:avLst/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/>
          <p:cNvSpPr/>
          <p:nvPr/>
        </p:nvSpPr>
        <p:spPr>
          <a:xfrm>
            <a:off x="4370070" y="1748155"/>
            <a:ext cx="1379855" cy="1379855"/>
          </a:xfrm>
          <a:prstGeom prst="ellipse">
            <a:avLst/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8" name="图片 57" descr="20288316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89145" y="1932305"/>
            <a:ext cx="812165" cy="812165"/>
          </a:xfrm>
          <a:prstGeom prst="rect">
            <a:avLst/>
          </a:prstGeom>
        </p:spPr>
      </p:pic>
      <p:cxnSp>
        <p:nvCxnSpPr>
          <p:cNvPr id="78" name="直接连接符 77"/>
          <p:cNvCxnSpPr/>
          <p:nvPr/>
        </p:nvCxnSpPr>
        <p:spPr>
          <a:xfrm flipH="1">
            <a:off x="3617595" y="3335655"/>
            <a:ext cx="819785" cy="1300480"/>
          </a:xfrm>
          <a:prstGeom prst="line">
            <a:avLst/>
          </a:prstGeom>
          <a:ln w="120650" cmpd="sng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>
            <a:off x="1381125" y="3566795"/>
            <a:ext cx="694690" cy="1033145"/>
          </a:xfrm>
          <a:prstGeom prst="line">
            <a:avLst/>
          </a:prstGeom>
          <a:ln w="120650" cmpd="sng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>
            <a:off x="6214745" y="3348990"/>
            <a:ext cx="823595" cy="1376045"/>
          </a:xfrm>
          <a:prstGeom prst="line">
            <a:avLst/>
          </a:prstGeom>
          <a:ln w="120650" cmpd="sng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flipH="1">
            <a:off x="8362315" y="3308985"/>
            <a:ext cx="730250" cy="1389380"/>
          </a:xfrm>
          <a:prstGeom prst="line">
            <a:avLst/>
          </a:prstGeom>
          <a:ln w="120650" cmpd="sng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流程图: 可选过程 87"/>
          <p:cNvSpPr/>
          <p:nvPr/>
        </p:nvSpPr>
        <p:spPr>
          <a:xfrm>
            <a:off x="4178300" y="260985"/>
            <a:ext cx="4219575" cy="709295"/>
          </a:xfrm>
          <a:prstGeom prst="flowChartAlternateProcess">
            <a:avLst/>
          </a:prstGeom>
          <a:solidFill>
            <a:srgbClr val="2E3D3A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文本框 88"/>
          <p:cNvSpPr txBox="1"/>
          <p:nvPr/>
        </p:nvSpPr>
        <p:spPr>
          <a:xfrm>
            <a:off x="4714147" y="325396"/>
            <a:ext cx="6739392" cy="645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在此键入内容</a:t>
            </a:r>
          </a:p>
        </p:txBody>
      </p:sp>
      <p:pic>
        <p:nvPicPr>
          <p:cNvPr id="90" name="图片 89" descr="厦大校徽-白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21215" y="6168390"/>
            <a:ext cx="1409065" cy="729615"/>
          </a:xfrm>
          <a:prstGeom prst="rect">
            <a:avLst/>
          </a:prstGeom>
        </p:spPr>
      </p:pic>
      <p:pic>
        <p:nvPicPr>
          <p:cNvPr id="91" name="图片 90" descr="厦大白标"/>
          <p:cNvPicPr>
            <a:picLocks noChangeAspect="1"/>
          </p:cNvPicPr>
          <p:nvPr/>
        </p:nvPicPr>
        <p:blipFill>
          <a:blip r:embed="rId14"/>
          <a:srcRect l="7917" t="27888" r="6660" b="36383"/>
          <a:stretch>
            <a:fillRect/>
          </a:stretch>
        </p:blipFill>
        <p:spPr>
          <a:xfrm>
            <a:off x="10750550" y="6349365"/>
            <a:ext cx="1350645" cy="3765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41910" y="0"/>
            <a:ext cx="12276455" cy="6978015"/>
          </a:xfrm>
          <a:prstGeom prst="rect">
            <a:avLst/>
          </a:prstGeom>
          <a:solidFill>
            <a:schemeClr val="accent1">
              <a:lumMod val="60000"/>
              <a:lumOff val="4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4" name="图片 43" descr="厦大白标"/>
          <p:cNvPicPr>
            <a:picLocks noChangeAspect="1"/>
          </p:cNvPicPr>
          <p:nvPr/>
        </p:nvPicPr>
        <p:blipFill>
          <a:blip r:embed="rId2"/>
          <a:srcRect l="7917" t="27888" r="6660" b="36383"/>
          <a:stretch>
            <a:fillRect/>
          </a:stretch>
        </p:blipFill>
        <p:spPr>
          <a:xfrm>
            <a:off x="10750550" y="6349365"/>
            <a:ext cx="1350645" cy="376555"/>
          </a:xfrm>
          <a:prstGeom prst="rect">
            <a:avLst/>
          </a:prstGeom>
        </p:spPr>
      </p:pic>
      <p:pic>
        <p:nvPicPr>
          <p:cNvPr id="90" name="图片 89" descr="厦大校徽-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2165" y="6205220"/>
            <a:ext cx="1409065" cy="729615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 rot="10800000">
            <a:off x="4730115" y="2319655"/>
            <a:ext cx="2915920" cy="3923665"/>
          </a:xfrm>
          <a:prstGeom prst="rect">
            <a:avLst/>
          </a:prstGeom>
          <a:solidFill>
            <a:schemeClr val="bg1">
              <a:lumMod val="50000"/>
              <a:alpha val="52000"/>
            </a:schemeClr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 descr="/Users/liyangkun/Desktop/小厦/497f11d79000dea1c6f904f72559100a.jpg497f11d79000dea1c6f904f72559100a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483100" y="1631950"/>
            <a:ext cx="2848610" cy="4267200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17" name="文本框 16"/>
          <p:cNvSpPr txBox="1"/>
          <p:nvPr/>
        </p:nvSpPr>
        <p:spPr>
          <a:xfrm>
            <a:off x="584835" y="3068955"/>
            <a:ext cx="3343275" cy="20928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000" b="0" i="0" dirty="0">
                <a:solidFill>
                  <a:srgbClr val="333333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点击添加相关标题文字，点击添加相关标题文字，点击添加相关标题文字，点击添加相关标题文字。点击添加相关标题文字，点击添加相关标题文字，点击添加相关标题文字，点击添加相关标题文字。</a:t>
            </a:r>
            <a:endParaRPr lang="en-US" altLang="zh-CN" sz="1000" b="0" i="0" dirty="0">
              <a:solidFill>
                <a:srgbClr val="333333"/>
              </a:solidFill>
              <a:effectLst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l">
              <a:lnSpc>
                <a:spcPct val="150000"/>
              </a:lnSpc>
            </a:pPr>
            <a:endParaRPr lang="en-US" altLang="zh-CN" sz="1000" dirty="0">
              <a:solidFill>
                <a:schemeClr val="tx1">
                  <a:lumMod val="65000"/>
                  <a:lumOff val="35000"/>
                </a:schemeClr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>The user can demonstrate on a projector or computer, or print the presentation and make it into a in a wider field.</a:t>
            </a:r>
          </a:p>
          <a:p>
            <a:pPr algn="l"/>
            <a:endParaRPr lang="en-US" altLang="zh-CN" sz="1000" b="1" dirty="0"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-41910" y="201930"/>
            <a:ext cx="12512040" cy="1056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流程图: 可选过程 34"/>
          <p:cNvSpPr/>
          <p:nvPr/>
        </p:nvSpPr>
        <p:spPr>
          <a:xfrm>
            <a:off x="3928110" y="334645"/>
            <a:ext cx="4219575" cy="709295"/>
          </a:xfrm>
          <a:prstGeom prst="flowChartAlternateProcess">
            <a:avLst/>
          </a:prstGeom>
          <a:solidFill>
            <a:srgbClr val="2E3D3A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4502057" y="399056"/>
            <a:ext cx="6739392" cy="645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在此键入内容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38131AF-7755-4C43-B527-97F06BD3BCC1}"/>
              </a:ext>
            </a:extLst>
          </p:cNvPr>
          <p:cNvSpPr txBox="1"/>
          <p:nvPr/>
        </p:nvSpPr>
        <p:spPr>
          <a:xfrm>
            <a:off x="8339818" y="3068955"/>
            <a:ext cx="3343275" cy="20928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000" b="0" i="0" dirty="0">
                <a:solidFill>
                  <a:srgbClr val="333333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点击添加相关标题文字，点击添加相关标题文字，点击添加相关标题文字，点击添加相关标题文字。点击添加相关标题文字，点击添加相关标题文字，点击添加相关标题文字，点击添加相关标题文字。</a:t>
            </a:r>
            <a:endParaRPr lang="en-US" altLang="zh-CN" sz="1000" b="0" i="0" dirty="0">
              <a:solidFill>
                <a:srgbClr val="333333"/>
              </a:solidFill>
              <a:effectLst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algn="l">
              <a:lnSpc>
                <a:spcPct val="150000"/>
              </a:lnSpc>
            </a:pPr>
            <a:endParaRPr lang="en-US" altLang="zh-CN" sz="1000" dirty="0">
              <a:solidFill>
                <a:schemeClr val="tx1">
                  <a:lumMod val="65000"/>
                  <a:lumOff val="35000"/>
                </a:schemeClr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Han Sans CN Bold" panose="020B0800000000000000" charset="-122"/>
                <a:ea typeface="Source Han Sans CN Bold" panose="020B0800000000000000" charset="-122"/>
                <a:cs typeface="Source Han Sans CN Bold" panose="020B0800000000000000" charset="-122"/>
                <a:sym typeface="+mn-ea"/>
              </a:rPr>
              <a:t>The user can demonstrate on a projector or computer, or print the presentation and make it into a in a wider field.</a:t>
            </a:r>
          </a:p>
          <a:p>
            <a:pPr algn="l"/>
            <a:endParaRPr lang="en-US" altLang="zh-CN" sz="1000" b="1" dirty="0">
              <a:solidFill>
                <a:schemeClr val="bg1"/>
              </a:solidFill>
              <a:latin typeface="Source Han Sans CN Bold" panose="020B0800000000000000" charset="-122"/>
              <a:ea typeface="Source Han Sans CN Bold" panose="020B0800000000000000" charset="-122"/>
              <a:cs typeface="Source Han Sans CN Bold" panose="020B08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5d8ce00fbdf73429033a0616d96b816a"/>
          <p:cNvPicPr>
            <a:picLocks noChangeAspect="1"/>
          </p:cNvPicPr>
          <p:nvPr/>
        </p:nvPicPr>
        <p:blipFill>
          <a:blip r:embed="rId2"/>
          <a:srcRect l="-2451"/>
          <a:stretch>
            <a:fillRect/>
          </a:stretch>
        </p:blipFill>
        <p:spPr>
          <a:xfrm>
            <a:off x="-295910" y="-43180"/>
            <a:ext cx="12579985" cy="697801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2225" y="-59055"/>
            <a:ext cx="12276455" cy="6978015"/>
          </a:xfrm>
          <a:prstGeom prst="rect">
            <a:avLst/>
          </a:prstGeom>
          <a:solidFill>
            <a:schemeClr val="accent1">
              <a:lumMod val="60000"/>
              <a:lumOff val="40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4" name="图片 43" descr="厦大白标"/>
          <p:cNvPicPr>
            <a:picLocks noChangeAspect="1"/>
          </p:cNvPicPr>
          <p:nvPr/>
        </p:nvPicPr>
        <p:blipFill>
          <a:blip r:embed="rId3"/>
          <a:srcRect l="7917" t="27888" r="6660" b="36383"/>
          <a:stretch>
            <a:fillRect/>
          </a:stretch>
        </p:blipFill>
        <p:spPr>
          <a:xfrm>
            <a:off x="10750550" y="6349365"/>
            <a:ext cx="1350645" cy="376555"/>
          </a:xfrm>
          <a:prstGeom prst="rect">
            <a:avLst/>
          </a:prstGeom>
        </p:spPr>
      </p:pic>
      <p:pic>
        <p:nvPicPr>
          <p:cNvPr id="90" name="图片 89" descr="厦大校徽-白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2165" y="6205220"/>
            <a:ext cx="1409065" cy="729615"/>
          </a:xfrm>
          <a:prstGeom prst="rect">
            <a:avLst/>
          </a:prstGeom>
        </p:spPr>
      </p:pic>
      <p:sp>
        <p:nvSpPr>
          <p:cNvPr id="35" name="流程图: 可选过程 34"/>
          <p:cNvSpPr/>
          <p:nvPr/>
        </p:nvSpPr>
        <p:spPr>
          <a:xfrm>
            <a:off x="3928110" y="334645"/>
            <a:ext cx="4219575" cy="709295"/>
          </a:xfrm>
          <a:prstGeom prst="flowChartAlternateProcess">
            <a:avLst/>
          </a:prstGeom>
          <a:solidFill>
            <a:srgbClr val="2E3D3A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4502057" y="399056"/>
            <a:ext cx="6739392" cy="645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在此键入内容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219200" y="1985645"/>
            <a:ext cx="9550400" cy="3439795"/>
            <a:chOff x="1921" y="3267"/>
            <a:chExt cx="15040" cy="5417"/>
          </a:xfrm>
        </p:grpSpPr>
        <p:grpSp>
          <p:nvGrpSpPr>
            <p:cNvPr id="20" name="组合 19"/>
            <p:cNvGrpSpPr/>
            <p:nvPr/>
          </p:nvGrpSpPr>
          <p:grpSpPr>
            <a:xfrm>
              <a:off x="1921" y="3267"/>
              <a:ext cx="15040" cy="1306"/>
              <a:chOff x="1921" y="3327"/>
              <a:chExt cx="15040" cy="1306"/>
            </a:xfrm>
          </p:grpSpPr>
          <p:sp>
            <p:nvSpPr>
              <p:cNvPr id="6" name="下箭头 5"/>
              <p:cNvSpPr/>
              <p:nvPr/>
            </p:nvSpPr>
            <p:spPr>
              <a:xfrm rot="16200000">
                <a:off x="9201" y="-3540"/>
                <a:ext cx="480" cy="15040"/>
              </a:xfrm>
              <a:prstGeom prst="downArrow">
                <a:avLst/>
              </a:prstGeom>
              <a:no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9" name="组合 18"/>
              <p:cNvGrpSpPr/>
              <p:nvPr/>
            </p:nvGrpSpPr>
            <p:grpSpPr>
              <a:xfrm>
                <a:off x="3166" y="3327"/>
                <a:ext cx="12557" cy="1307"/>
                <a:chOff x="2726" y="3740"/>
                <a:chExt cx="12557" cy="1307"/>
              </a:xfrm>
            </p:grpSpPr>
            <p:sp>
              <p:nvSpPr>
                <p:cNvPr id="8" name="文本框 7"/>
                <p:cNvSpPr txBox="1"/>
                <p:nvPr/>
              </p:nvSpPr>
              <p:spPr>
                <a:xfrm>
                  <a:off x="2726" y="3740"/>
                  <a:ext cx="1437" cy="1307"/>
                </a:xfrm>
                <a:prstGeom prst="rect">
                  <a:avLst/>
                </a:prstGeom>
                <a:solidFill>
                  <a:srgbClr val="FBFBFB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4800">
                      <a:solidFill>
                        <a:srgbClr val="202020"/>
                      </a:solidFill>
                      <a:latin typeface="思源黑體 ExtraLight" panose="020B0200000000000000" charset="-120"/>
                      <a:ea typeface="思源黑體 ExtraLight" panose="020B0200000000000000" charset="-120"/>
                    </a:rPr>
                    <a:t>1/</a:t>
                  </a:r>
                </a:p>
              </p:txBody>
            </p:sp>
            <p:sp>
              <p:nvSpPr>
                <p:cNvPr id="9" name="文本框 8"/>
                <p:cNvSpPr txBox="1"/>
                <p:nvPr/>
              </p:nvSpPr>
              <p:spPr>
                <a:xfrm>
                  <a:off x="8286" y="3740"/>
                  <a:ext cx="1437" cy="1307"/>
                </a:xfrm>
                <a:prstGeom prst="rect">
                  <a:avLst/>
                </a:prstGeom>
                <a:solidFill>
                  <a:srgbClr val="FBFBFB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4800">
                      <a:solidFill>
                        <a:srgbClr val="202020"/>
                      </a:solidFill>
                      <a:latin typeface="思源黑體 ExtraLight" panose="020B0200000000000000" charset="-120"/>
                      <a:ea typeface="思源黑體 ExtraLight" panose="020B0200000000000000" charset="-120"/>
                    </a:rPr>
                    <a:t>2/</a:t>
                  </a:r>
                </a:p>
              </p:txBody>
            </p:sp>
            <p:sp>
              <p:nvSpPr>
                <p:cNvPr id="12" name="文本框 11"/>
                <p:cNvSpPr txBox="1"/>
                <p:nvPr/>
              </p:nvSpPr>
              <p:spPr>
                <a:xfrm>
                  <a:off x="13846" y="3740"/>
                  <a:ext cx="1437" cy="1307"/>
                </a:xfrm>
                <a:prstGeom prst="rect">
                  <a:avLst/>
                </a:prstGeom>
                <a:solidFill>
                  <a:srgbClr val="FBFBFB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4800">
                      <a:solidFill>
                        <a:srgbClr val="202020"/>
                      </a:solidFill>
                      <a:latin typeface="思源黑體 ExtraLight" panose="020B0200000000000000" charset="-120"/>
                      <a:ea typeface="思源黑體 ExtraLight" panose="020B0200000000000000" charset="-120"/>
                    </a:rPr>
                    <a:t>3/</a:t>
                  </a:r>
                </a:p>
              </p:txBody>
            </p:sp>
          </p:grpSp>
        </p:grpSp>
        <p:grpSp>
          <p:nvGrpSpPr>
            <p:cNvPr id="33" name="组合 32"/>
            <p:cNvGrpSpPr/>
            <p:nvPr/>
          </p:nvGrpSpPr>
          <p:grpSpPr>
            <a:xfrm>
              <a:off x="2259" y="5558"/>
              <a:ext cx="14191" cy="3126"/>
              <a:chOff x="2259" y="5498"/>
              <a:chExt cx="14191" cy="3126"/>
            </a:xfrm>
          </p:grpSpPr>
          <p:grpSp>
            <p:nvGrpSpPr>
              <p:cNvPr id="22" name="组合 21"/>
              <p:cNvGrpSpPr/>
              <p:nvPr/>
            </p:nvGrpSpPr>
            <p:grpSpPr>
              <a:xfrm>
                <a:off x="2259" y="5498"/>
                <a:ext cx="2891" cy="2811"/>
                <a:chOff x="1639" y="4938"/>
                <a:chExt cx="2891" cy="2811"/>
              </a:xfrm>
            </p:grpSpPr>
            <p:sp>
              <p:nvSpPr>
                <p:cNvPr id="21" name="文本框 20"/>
                <p:cNvSpPr txBox="1"/>
                <p:nvPr/>
              </p:nvSpPr>
              <p:spPr>
                <a:xfrm>
                  <a:off x="1838" y="5746"/>
                  <a:ext cx="2492" cy="2003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pPr indent="0" algn="ctr">
                    <a:lnSpc>
                      <a:spcPct val="130000"/>
                    </a:lnSpc>
                    <a:buNone/>
                  </a:pPr>
                  <a:r>
                    <a:rPr lang="en-US" altLang="zh-CN" sz="10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思源黑體 ExtraLight" panose="020B0200000000000000" charset="-120"/>
                      <a:ea typeface="思源黑體 ExtraLight" panose="020B0200000000000000" charset="-120"/>
                      <a:cs typeface="思源黑体 Light" panose="020B0300000000000000" charset="-122"/>
                      <a:sym typeface="+mn-ea"/>
                    </a:rPr>
                    <a:t>The user can demonstrate on a projector or computer, or print the presentation and make it into a in a wider field.</a:t>
                  </a:r>
                </a:p>
              </p:txBody>
            </p:sp>
            <p:sp>
              <p:nvSpPr>
                <p:cNvPr id="65" name="文本框 64"/>
                <p:cNvSpPr txBox="1"/>
                <p:nvPr/>
              </p:nvSpPr>
              <p:spPr>
                <a:xfrm>
                  <a:off x="1639" y="4938"/>
                  <a:ext cx="2891" cy="628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20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思源黑體 ExtraLight" panose="020B0200000000000000" charset="-120"/>
                      <a:ea typeface="思源黑體 ExtraLight" panose="020B0200000000000000" charset="-120"/>
                      <a:cs typeface="Poppins SemiBold" charset="0"/>
                      <a:sym typeface="+mn-ea"/>
                    </a:rPr>
                    <a:t>未来计划</a:t>
                  </a:r>
                </a:p>
              </p:txBody>
            </p:sp>
          </p:grpSp>
          <p:grpSp>
            <p:nvGrpSpPr>
              <p:cNvPr id="23" name="组合 22"/>
              <p:cNvGrpSpPr/>
              <p:nvPr/>
            </p:nvGrpSpPr>
            <p:grpSpPr>
              <a:xfrm>
                <a:off x="7909" y="5498"/>
                <a:ext cx="2891" cy="3126"/>
                <a:chOff x="1639" y="4938"/>
                <a:chExt cx="2891" cy="3126"/>
              </a:xfrm>
            </p:grpSpPr>
            <p:sp>
              <p:nvSpPr>
                <p:cNvPr id="25" name="文本框 24"/>
                <p:cNvSpPr txBox="1"/>
                <p:nvPr/>
              </p:nvSpPr>
              <p:spPr>
                <a:xfrm>
                  <a:off x="1838" y="5746"/>
                  <a:ext cx="2492" cy="2318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pPr indent="0" algn="ctr">
                    <a:lnSpc>
                      <a:spcPct val="130000"/>
                    </a:lnSpc>
                    <a:buNone/>
                  </a:pPr>
                  <a:r>
                    <a:rPr lang="en-US" altLang="zh-CN" sz="10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思源黑體 ExtraLight" panose="020B0200000000000000" charset="-120"/>
                      <a:ea typeface="思源黑體 ExtraLight" panose="020B0200000000000000" charset="-120"/>
                      <a:cs typeface="思源黑体 Light" panose="020B0300000000000000" charset="-122"/>
                      <a:sym typeface="+mn-ea"/>
                    </a:rPr>
                    <a:t>The user can demonstrate on a projector or computer, or print the presentation and make it into a in a wider field.</a:t>
                  </a:r>
                </a:p>
                <a:p>
                  <a:pPr indent="0" algn="ctr">
                    <a:lnSpc>
                      <a:spcPct val="130000"/>
                    </a:lnSpc>
                    <a:buNone/>
                  </a:pPr>
                  <a:endParaRPr lang="en-US" altLang="zh-CN" sz="1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體 ExtraLight" panose="020B0200000000000000" charset="-120"/>
                    <a:ea typeface="思源黑體 ExtraLight" panose="020B0200000000000000" charset="-120"/>
                    <a:cs typeface="思源黑体 Light" panose="020B0300000000000000" charset="-122"/>
                    <a:sym typeface="+mn-ea"/>
                  </a:endParaRPr>
                </a:p>
              </p:txBody>
            </p:sp>
            <p:sp>
              <p:nvSpPr>
                <p:cNvPr id="26" name="文本框 25"/>
                <p:cNvSpPr txBox="1"/>
                <p:nvPr/>
              </p:nvSpPr>
              <p:spPr>
                <a:xfrm>
                  <a:off x="1639" y="4938"/>
                  <a:ext cx="2891" cy="628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20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思源黑體 ExtraLight" panose="020B0200000000000000" charset="-120"/>
                      <a:ea typeface="思源黑體 ExtraLight" panose="020B0200000000000000" charset="-120"/>
                      <a:cs typeface="Poppins SemiBold" charset="0"/>
                      <a:sym typeface="+mn-ea"/>
                    </a:rPr>
                    <a:t>未来计划</a:t>
                  </a:r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>
                <a:off x="13559" y="5498"/>
                <a:ext cx="2891" cy="3126"/>
                <a:chOff x="1639" y="4938"/>
                <a:chExt cx="2891" cy="3126"/>
              </a:xfrm>
            </p:grpSpPr>
            <p:sp>
              <p:nvSpPr>
                <p:cNvPr id="30" name="文本框 29"/>
                <p:cNvSpPr txBox="1"/>
                <p:nvPr/>
              </p:nvSpPr>
              <p:spPr>
                <a:xfrm>
                  <a:off x="1838" y="5746"/>
                  <a:ext cx="2492" cy="2318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pPr indent="0" algn="ctr">
                    <a:lnSpc>
                      <a:spcPct val="130000"/>
                    </a:lnSpc>
                    <a:buNone/>
                  </a:pPr>
                  <a:r>
                    <a:rPr lang="en-US" altLang="zh-CN" sz="10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思源黑體 ExtraLight" panose="020B0200000000000000" charset="-120"/>
                      <a:ea typeface="思源黑體 ExtraLight" panose="020B0200000000000000" charset="-120"/>
                      <a:cs typeface="思源黑体 Light" panose="020B0300000000000000" charset="-122"/>
                      <a:sym typeface="+mn-ea"/>
                    </a:rPr>
                    <a:t>The user can demonstrate on a projector or computer, or print the presentation and make it into a in a wider field.</a:t>
                  </a:r>
                </a:p>
                <a:p>
                  <a:pPr indent="0" algn="ctr">
                    <a:lnSpc>
                      <a:spcPct val="130000"/>
                    </a:lnSpc>
                    <a:buNone/>
                  </a:pPr>
                  <a:endParaRPr lang="en-US" altLang="zh-CN" sz="10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體 ExtraLight" panose="020B0200000000000000" charset="-120"/>
                    <a:ea typeface="思源黑體 ExtraLight" panose="020B0200000000000000" charset="-120"/>
                    <a:cs typeface="思源黑体 Light" panose="020B0300000000000000" charset="-122"/>
                    <a:sym typeface="+mn-ea"/>
                  </a:endParaRPr>
                </a:p>
              </p:txBody>
            </p:sp>
            <p:sp>
              <p:nvSpPr>
                <p:cNvPr id="31" name="文本框 30"/>
                <p:cNvSpPr txBox="1"/>
                <p:nvPr/>
              </p:nvSpPr>
              <p:spPr>
                <a:xfrm>
                  <a:off x="1639" y="4938"/>
                  <a:ext cx="2891" cy="628"/>
                </a:xfrm>
                <a:prstGeom prst="rect">
                  <a:avLst/>
                </a:prstGeom>
                <a:noFill/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20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思源黑體 ExtraLight" panose="020B0200000000000000" charset="-120"/>
                      <a:ea typeface="思源黑體 ExtraLight" panose="020B0200000000000000" charset="-120"/>
                      <a:cs typeface="Poppins SemiBold" charset="0"/>
                      <a:sym typeface="+mn-ea"/>
                    </a:rPr>
                    <a:t>未来计划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fb0201b1a0171f4c80145f37d72905cd"/>
          <p:cNvPicPr>
            <a:picLocks noChangeAspect="1"/>
          </p:cNvPicPr>
          <p:nvPr/>
        </p:nvPicPr>
        <p:blipFill>
          <a:blip r:embed="rId2"/>
          <a:srcRect b="15917"/>
          <a:stretch>
            <a:fillRect/>
          </a:stretch>
        </p:blipFill>
        <p:spPr>
          <a:xfrm>
            <a:off x="-20320" y="-25400"/>
            <a:ext cx="12232005" cy="690816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-20320" y="-29210"/>
            <a:ext cx="12251690" cy="6911975"/>
          </a:xfrm>
          <a:prstGeom prst="rect">
            <a:avLst/>
          </a:prstGeom>
          <a:solidFill>
            <a:schemeClr val="accent1">
              <a:lumMod val="60000"/>
              <a:lumOff val="40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 rot="2220000">
            <a:off x="224155" y="-1024255"/>
            <a:ext cx="14552930" cy="5953760"/>
          </a:xfrm>
          <a:prstGeom prst="rect">
            <a:avLst/>
          </a:prstGeom>
          <a:solidFill>
            <a:srgbClr val="2E3D3A">
              <a:alpha val="3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厦大校徽-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8930" y="6092190"/>
            <a:ext cx="1409065" cy="729615"/>
          </a:xfrm>
          <a:prstGeom prst="rect">
            <a:avLst/>
          </a:prstGeom>
        </p:spPr>
      </p:pic>
      <p:pic>
        <p:nvPicPr>
          <p:cNvPr id="3" name="图片 2" descr="厦大白标"/>
          <p:cNvPicPr>
            <a:picLocks noChangeAspect="1"/>
          </p:cNvPicPr>
          <p:nvPr/>
        </p:nvPicPr>
        <p:blipFill>
          <a:blip r:embed="rId4"/>
          <a:srcRect l="7917" t="27888" r="6660" b="36383"/>
          <a:stretch>
            <a:fillRect/>
          </a:stretch>
        </p:blipFill>
        <p:spPr>
          <a:xfrm>
            <a:off x="705485" y="6268720"/>
            <a:ext cx="1350645" cy="376555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542832" y="2624731"/>
            <a:ext cx="6739392" cy="18611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11500" b="1" dirty="0">
                <a:solidFill>
                  <a:schemeClr val="bg1">
                    <a:alpha val="83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E3D3A">
            <a:alpha val="37000"/>
          </a:srgbClr>
        </a:solidFill>
        <a:ln>
          <a:noFill/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1213</Words>
  <Application>Microsoft Office PowerPoint</Application>
  <PresentationFormat>宽屏</PresentationFormat>
  <Paragraphs>80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思源黑體 ExtraLight</vt:lpstr>
      <vt:lpstr>Calibri Light</vt:lpstr>
      <vt:lpstr>思源黑体 CN Bold</vt:lpstr>
      <vt:lpstr>思源黑体 CN Regular</vt:lpstr>
      <vt:lpstr>Calibri</vt:lpstr>
      <vt:lpstr>Arial</vt:lpstr>
      <vt:lpstr>Century Gothic</vt:lpstr>
      <vt:lpstr>Source Han Serif CN Regular</vt:lpstr>
      <vt:lpstr>Source Han Sans CN Bold</vt:lpstr>
      <vt:lpstr>Source Han Sans CN Regular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liyangkun</dc:creator>
  <cp:lastModifiedBy>Lu Shiying</cp:lastModifiedBy>
  <cp:revision>25</cp:revision>
  <dcterms:created xsi:type="dcterms:W3CDTF">2022-03-23T10:48:09Z</dcterms:created>
  <dcterms:modified xsi:type="dcterms:W3CDTF">2022-04-14T01:31:22Z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2052-3.4.2.5348</vt:lpwstr>
  </property>
</Properties>
</file>