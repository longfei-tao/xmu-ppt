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9.xml" ContentType="application/vnd.openxmlformats-officedocument.presentationml.notesSlide+xml"/>
  <Override PartName="/ppt/tags/tag3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320" r:id="rId2"/>
    <p:sldId id="258" r:id="rId3"/>
    <p:sldId id="281" r:id="rId4"/>
    <p:sldId id="319" r:id="rId5"/>
    <p:sldId id="349" r:id="rId6"/>
    <p:sldId id="304" r:id="rId7"/>
    <p:sldId id="348" r:id="rId8"/>
    <p:sldId id="336" r:id="rId9"/>
    <p:sldId id="305" r:id="rId10"/>
    <p:sldId id="321" r:id="rId11"/>
    <p:sldId id="279" r:id="rId12"/>
    <p:sldId id="257" r:id="rId13"/>
    <p:sldId id="263" r:id="rId14"/>
    <p:sldId id="261" r:id="rId15"/>
    <p:sldId id="362" r:id="rId16"/>
    <p:sldId id="322" r:id="rId1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qqqq" initials="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D5E41"/>
    <a:srgbClr val="E8F4E2"/>
    <a:srgbClr val="669D59"/>
    <a:srgbClr val="ABC759"/>
    <a:srgbClr val="9BC08A"/>
    <a:srgbClr val="5C8C4E"/>
    <a:srgbClr val="EA57AA"/>
    <a:srgbClr val="B9FFA0"/>
    <a:srgbClr val="C2EC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4" d="100"/>
          <a:sy n="84" d="100"/>
        </p:scale>
        <p:origin x="5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8" Type="http://schemas.openxmlformats.org/officeDocument/2006/relationships/package" Target="../embeddings/Microsoft_Excel_Worksheet.xlsx"/><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themeOverride" Target="../theme/themeOverride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forceAA="0"/>
          <a:lstStyle/>
          <a:p>
            <a:pPr defTabSz="914400">
              <a:defRPr lang="zh-CN" sz="1400" b="1" i="0" u="none" strike="noStrike" kern="1200" spc="0" baseline="0">
                <a:solidFill>
                  <a:srgbClr val="438F62"/>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a:t>图表标题</a:t>
            </a:r>
          </a:p>
        </c:rich>
      </c:tx>
      <c:overlay val="0"/>
      <c:spPr>
        <a:noFill/>
        <a:ln>
          <a:noFill/>
        </a:ln>
        <a:effectLst/>
      </c:spPr>
    </c:title>
    <c:autoTitleDeleted val="0"/>
    <c:plotArea>
      <c:layout>
        <c:manualLayout>
          <c:layoutTarget val="inner"/>
          <c:xMode val="edge"/>
          <c:yMode val="edge"/>
          <c:x val="9.7021165403710502E-2"/>
          <c:y val="0.24994487320837899"/>
          <c:w val="0.83033707865168505"/>
          <c:h val="0.63828004410143302"/>
        </c:manualLayout>
      </c:layout>
      <c:barChart>
        <c:barDir val="col"/>
        <c:grouping val="clustered"/>
        <c:varyColors val="0"/>
        <c:ser>
          <c:idx val="0"/>
          <c:order val="0"/>
          <c:tx>
            <c:strRef>
              <c:f>Sheet1!$B$1</c:f>
              <c:strCache>
                <c:ptCount val="1"/>
                <c:pt idx="0">
                  <c:v>系列 1</c:v>
                </c:pt>
              </c:strCache>
            </c:strRef>
          </c:tx>
          <c:spPr>
            <a:blipFill>
              <a:blip xmlns:r="http://schemas.openxmlformats.org/officeDocument/2006/relationships" r:embed="rId2"/>
              <a:stretch>
                <a:fillRect/>
              </a:stretch>
            </a:blipFill>
            <a:ln>
              <a:noFill/>
            </a:ln>
            <a:effectLst/>
          </c:spPr>
          <c:invertIfNegative val="0"/>
          <c:dPt>
            <c:idx val="0"/>
            <c:invertIfNegative val="0"/>
            <c:bubble3D val="0"/>
            <c:spPr>
              <a:blipFill>
                <a:blip xmlns:r="http://schemas.openxmlformats.org/officeDocument/2006/relationships" r:embed="rId3"/>
                <a:stretch>
                  <a:fillRect/>
                </a:stretch>
              </a:blipFill>
              <a:ln>
                <a:noFill/>
              </a:ln>
              <a:effectLst/>
            </c:spPr>
            <c:extLst>
              <c:ext xmlns:c16="http://schemas.microsoft.com/office/drawing/2014/chart" uri="{C3380CC4-5D6E-409C-BE32-E72D297353CC}">
                <c16:uniqueId val="{00000001-2F22-4E65-AFCC-2BB9BB3B2427}"/>
              </c:ext>
            </c:extLst>
          </c:dPt>
          <c:dPt>
            <c:idx val="1"/>
            <c:invertIfNegative val="0"/>
            <c:bubble3D val="0"/>
            <c:spPr>
              <a:blipFill>
                <a:blip xmlns:r="http://schemas.openxmlformats.org/officeDocument/2006/relationships" r:embed="rId4"/>
                <a:stretch>
                  <a:fillRect/>
                </a:stretch>
              </a:blipFill>
              <a:ln>
                <a:noFill/>
              </a:ln>
              <a:effectLst/>
            </c:spPr>
            <c:extLst>
              <c:ext xmlns:c16="http://schemas.microsoft.com/office/drawing/2014/chart" uri="{C3380CC4-5D6E-409C-BE32-E72D297353CC}">
                <c16:uniqueId val="{00000003-2F22-4E65-AFCC-2BB9BB3B2427}"/>
              </c:ext>
            </c:extLst>
          </c:dPt>
          <c:dPt>
            <c:idx val="2"/>
            <c:invertIfNegative val="0"/>
            <c:bubble3D val="0"/>
            <c:spPr>
              <a:blipFill>
                <a:blip xmlns:r="http://schemas.openxmlformats.org/officeDocument/2006/relationships" r:embed="rId5"/>
                <a:stretch>
                  <a:fillRect/>
                </a:stretch>
              </a:blipFill>
              <a:ln>
                <a:noFill/>
              </a:ln>
              <a:effectLst/>
            </c:spPr>
            <c:extLst>
              <c:ext xmlns:c16="http://schemas.microsoft.com/office/drawing/2014/chart" uri="{C3380CC4-5D6E-409C-BE32-E72D297353CC}">
                <c16:uniqueId val="{00000005-2F22-4E65-AFCC-2BB9BB3B2427}"/>
              </c:ext>
            </c:extLst>
          </c:dPt>
          <c:dPt>
            <c:idx val="3"/>
            <c:invertIfNegative val="0"/>
            <c:bubble3D val="0"/>
            <c:spPr>
              <a:blipFill>
                <a:blip xmlns:r="http://schemas.openxmlformats.org/officeDocument/2006/relationships" r:embed="rId6"/>
                <a:stretch>
                  <a:fillRect/>
                </a:stretch>
              </a:blipFill>
              <a:ln>
                <a:noFill/>
              </a:ln>
              <a:effectLst/>
            </c:spPr>
            <c:extLst>
              <c:ext xmlns:c16="http://schemas.microsoft.com/office/drawing/2014/chart" uri="{C3380CC4-5D6E-409C-BE32-E72D297353CC}">
                <c16:uniqueId val="{00000007-2F22-4E65-AFCC-2BB9BB3B2427}"/>
              </c:ext>
            </c:extLst>
          </c:dPt>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2F22-4E65-AFCC-2BB9BB3B2427}"/>
            </c:ext>
          </c:extLst>
        </c:ser>
        <c:ser>
          <c:idx val="2"/>
          <c:order val="2"/>
          <c:tx>
            <c:strRef>
              <c:f>Sheet1!$D$1</c:f>
              <c:strCache>
                <c:ptCount val="1"/>
                <c:pt idx="0">
                  <c:v>系列 3</c:v>
                </c:pt>
              </c:strCache>
            </c:strRef>
          </c:tx>
          <c:spPr>
            <a:solidFill>
              <a:schemeClr val="accent3"/>
            </a:solidFill>
            <a:ln>
              <a:noFill/>
            </a:ln>
            <a:effectLst/>
          </c:spPr>
          <c:invertIfNegative val="0"/>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2F22-4E65-AFCC-2BB9BB3B2427}"/>
            </c:ext>
          </c:extLst>
        </c:ser>
        <c:dLbls>
          <c:showLegendKey val="0"/>
          <c:showVal val="0"/>
          <c:showCatName val="0"/>
          <c:showSerName val="0"/>
          <c:showPercent val="0"/>
          <c:showBubbleSize val="0"/>
        </c:dLbls>
        <c:gapWidth val="84"/>
        <c:axId val="535792697"/>
        <c:axId val="961218562"/>
      </c:barChart>
      <c:lineChart>
        <c:grouping val="standard"/>
        <c:varyColors val="0"/>
        <c:ser>
          <c:idx val="1"/>
          <c:order val="1"/>
          <c:tx>
            <c:strRef>
              <c:f>Sheet1!$C$1</c:f>
              <c:strCache>
                <c:ptCount val="1"/>
                <c:pt idx="0">
                  <c:v>系列 2</c:v>
                </c:pt>
              </c:strCache>
            </c:strRef>
          </c:tx>
          <c:spPr>
            <a:ln w="12700" cap="rnd" cmpd="sng" algn="ctr">
              <a:solidFill>
                <a:srgbClr val="67718B">
                  <a:alpha val="50000"/>
                </a:srgbClr>
              </a:solidFill>
              <a:prstDash val="dash"/>
              <a:round/>
            </a:ln>
            <a:effectLst/>
          </c:spPr>
          <c:marker>
            <c:symbol val="picture"/>
            <c:spPr>
              <a:blipFill>
                <a:blip xmlns:r="http://schemas.openxmlformats.org/officeDocument/2006/relationships" r:embed="rId7"/>
                <a:stretch>
                  <a:fillRect/>
                </a:stretch>
              </a:blipFill>
              <a:ln w="25400" cap="flat" cmpd="sng" algn="ctr">
                <a:noFill/>
                <a:prstDash val="solid"/>
                <a:round/>
              </a:ln>
              <a:effectLst/>
            </c:spPr>
          </c:marker>
          <c:dLbls>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A-2F22-4E65-AFCC-2BB9BB3B2427}"/>
            </c:ext>
          </c:extLst>
        </c:ser>
        <c:dLbls>
          <c:showLegendKey val="0"/>
          <c:showVal val="0"/>
          <c:showCatName val="0"/>
          <c:showSerName val="0"/>
          <c:showPercent val="0"/>
          <c:showBubbleSize val="0"/>
        </c:dLbls>
        <c:marker val="1"/>
        <c:smooth val="0"/>
        <c:axId val="535792697"/>
        <c:axId val="961218562"/>
      </c:lineChart>
      <c:catAx>
        <c:axId val="535792697"/>
        <c:scaling>
          <c:orientation val="minMax"/>
        </c:scaling>
        <c:delete val="0"/>
        <c:axPos val="b"/>
        <c:numFmt formatCode="General" sourceLinked="1"/>
        <c:majorTickMark val="none"/>
        <c:minorTickMark val="none"/>
        <c:tickLblPos val="nextTo"/>
        <c:spPr>
          <a:noFill/>
          <a:ln w="9525" cap="flat" cmpd="sng" algn="ctr">
            <a:solidFill>
              <a:srgbClr val="D4D4D4"/>
            </a:solidFill>
            <a:prstDash val="solid"/>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crossAx val="961218562"/>
        <c:crosses val="autoZero"/>
        <c:auto val="1"/>
        <c:lblAlgn val="ctr"/>
        <c:lblOffset val="10"/>
        <c:noMultiLvlLbl val="0"/>
      </c:catAx>
      <c:valAx>
        <c:axId val="961218562"/>
        <c:scaling>
          <c:orientation val="minMax"/>
        </c:scaling>
        <c:delete val="0"/>
        <c:axPos val="l"/>
        <c:numFmt formatCode="General" sourceLinked="1"/>
        <c:majorTickMark val="out"/>
        <c:minorTickMark val="none"/>
        <c:tickLblPos val="nextTo"/>
        <c:spPr>
          <a:noFill/>
          <a:ln w="9525" cap="flat" cmpd="sng" algn="ctr">
            <a:solidFill>
              <a:schemeClr val="bg1">
                <a:lumMod val="85000"/>
              </a:schemeClr>
            </a:solidFill>
            <a:prstDash val="solid"/>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crossAx val="535792697"/>
        <c:crosses val="autoZero"/>
        <c:crossBetween val="between"/>
      </c:valAx>
      <c:spPr>
        <a:solidFill>
          <a:srgbClr val="EFF7F2">
            <a:alpha val="0"/>
          </a:srgbClr>
        </a:solidFill>
        <a:ln>
          <a:noFill/>
        </a:ln>
        <a:effectLst/>
      </c:spPr>
    </c:plotArea>
    <c:legend>
      <c:legendPos val="t"/>
      <c:legendEntry>
        <c:idx val="0"/>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legendEntry>
      <c:legendEntry>
        <c:idx val="2"/>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legendEntry>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legend>
    <c:plotVisOnly val="1"/>
    <c:dispBlanksAs val="gap"/>
    <c:showDLblsOverMax val="0"/>
  </c:chart>
  <c:spPr>
    <a:solidFill>
      <a:schemeClr val="bg1">
        <a:alpha val="89000"/>
      </a:schemeClr>
    </a:solidFill>
    <a:ln w="38100" cap="flat" cmpd="sng" algn="ctr">
      <a:solidFill>
        <a:srgbClr val="93CDAA"/>
      </a:solidFill>
      <a:prstDash val="solid"/>
      <a:round/>
    </a:ln>
    <a:effectLst>
      <a:outerShdw blurRad="63500" dist="37357" dir="2700000" sx="0" sy="0" rotWithShape="0">
        <a:scrgbClr r="0" g="0" b="0"/>
      </a:outerShdw>
    </a:effectLst>
  </c:spPr>
  <c:txPr>
    <a:bodyPr/>
    <a:lstStyle/>
    <a:p>
      <a:pPr>
        <a:defRPr lang="zh-CN">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p>
  </c:txPr>
  <c:externalData r:id="rId8">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2022/3/23</a:t>
            </a:fld>
            <a:endParaRPr lang="zh-CN" altLang="en-US"/>
          </a:p>
        </p:txBody>
      </p:sp>
      <p:sp>
        <p:nvSpPr>
          <p:cNvPr id="4" name="幻灯片图像占位符 3"/>
          <p:cNvSpPr>
            <a:spLocks noGrp="1" noRot="1" noChangeAspect="1"/>
          </p:cNvSpPr>
          <p:nvPr>
            <p:ph type="sldImg" idx="2"/>
          </p:nvPr>
        </p:nvSpPr>
        <p:spPr>
          <a:xfrm>
            <a:off x="481281" y="1279287"/>
            <a:ext cx="6141182"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F78FD91-06F0-4E04-B82F-F4C383B52945}"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5ACBAC-C8EB-45CA-967B-DC24F1263EAE}"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2037"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F78FD91-06F0-4E04-B82F-F4C383B52945}" type="slidenum">
              <a:rPr lang="zh-CN" altLang="en-US" smtClean="0"/>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2037"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5DD8BC-D6FC-4DC7-95EE-0B21F35818F6}"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50" y="1122363"/>
            <a:ext cx="91449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150" y="3602038"/>
            <a:ext cx="9144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32" y="1709738"/>
            <a:ext cx="10516635"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932" y="4589463"/>
            <a:ext cx="1051663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83" y="1825625"/>
            <a:ext cx="518211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808" y="1825625"/>
            <a:ext cx="518211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71" y="365125"/>
            <a:ext cx="10516635" cy="1325563"/>
          </a:xfrm>
        </p:spPr>
        <p:txBody>
          <a:bodyPr/>
          <a:lstStyle/>
          <a:p>
            <a:r>
              <a:rPr lang="zh-CN" altLang="en-US"/>
              <a:t>单击此处编辑母版标题样式</a:t>
            </a:r>
          </a:p>
        </p:txBody>
      </p:sp>
      <p:sp>
        <p:nvSpPr>
          <p:cNvPr id="3" name="文本占位符 2"/>
          <p:cNvSpPr>
            <a:spLocks noGrp="1"/>
          </p:cNvSpPr>
          <p:nvPr>
            <p:ph type="body" idx="1"/>
          </p:nvPr>
        </p:nvSpPr>
        <p:spPr>
          <a:xfrm>
            <a:off x="1186891" y="1778438"/>
            <a:ext cx="487405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891" y="2665379"/>
            <a:ext cx="487405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7554" y="1778438"/>
            <a:ext cx="4898058"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7554" y="2665379"/>
            <a:ext cx="4898058"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71" y="457200"/>
            <a:ext cx="416575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698" y="457201"/>
            <a:ext cx="617280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71" y="2057400"/>
            <a:ext cx="416575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759" y="365125"/>
            <a:ext cx="2629159"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83" y="365125"/>
            <a:ext cx="7735062"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83" y="365125"/>
            <a:ext cx="10516635"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2022/3/23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bg>
      <p:bgPr>
        <a:solidFill>
          <a:srgbClr val="F3EEE8"/>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l="39619" b="52929"/>
          <a:stretch>
            <a:fillRect/>
          </a:stretch>
        </p:blipFill>
        <p:spPr>
          <a:xfrm rot="5400000">
            <a:off x="9995726" y="4660745"/>
            <a:ext cx="1842044" cy="2552654"/>
          </a:xfrm>
          <a:prstGeom prst="rect">
            <a:avLst/>
          </a:prstGeom>
        </p:spPr>
      </p:pic>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l="72307" t="83103" b="35"/>
          <a:stretch>
            <a:fillRect/>
          </a:stretch>
        </p:blipFill>
        <p:spPr>
          <a:xfrm rot="5400000">
            <a:off x="70793" y="5400431"/>
            <a:ext cx="1399984" cy="1515292"/>
          </a:xfrm>
          <a:prstGeom prst="rect">
            <a:avLst/>
          </a:prstGeom>
        </p:spPr>
      </p:pic>
      <p:pic>
        <p:nvPicPr>
          <p:cNvPr id="8" name="图片 7"/>
          <p:cNvPicPr>
            <a:picLocks noChangeAspect="1"/>
          </p:cNvPicPr>
          <p:nvPr userDrawn="1"/>
        </p:nvPicPr>
        <p:blipFill rotWithShape="1">
          <a:blip r:embed="rId4" cstate="print">
            <a:extLst>
              <a:ext uri="{28A0092B-C50C-407E-A947-70E740481C1C}">
                <a14:useLocalDpi xmlns:a14="http://schemas.microsoft.com/office/drawing/2010/main" val="0"/>
              </a:ext>
            </a:extLst>
          </a:blip>
          <a:srcRect t="83902" r="47749" b="-1"/>
          <a:stretch>
            <a:fillRect/>
          </a:stretch>
        </p:blipFill>
        <p:spPr>
          <a:xfrm rot="5400000">
            <a:off x="-766433" y="772802"/>
            <a:ext cx="2390735" cy="844907"/>
          </a:xfrm>
          <a:prstGeom prst="rect">
            <a:avLst/>
          </a:prstGeom>
        </p:spPr>
      </p:pic>
      <p:pic>
        <p:nvPicPr>
          <p:cNvPr id="10" name="图片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168890" y="1048609"/>
            <a:ext cx="588840" cy="588782"/>
          </a:xfrm>
          <a:prstGeom prst="rect">
            <a:avLst/>
          </a:prstGeom>
        </p:spPr>
      </p:pic>
      <p:pic>
        <p:nvPicPr>
          <p:cNvPr id="11" name="图片 10"/>
          <p:cNvPicPr>
            <a:picLocks noChangeAspect="1"/>
          </p:cNvPicPr>
          <p:nvPr userDrawn="1"/>
        </p:nvPicPr>
        <p:blipFill rotWithShape="1">
          <a:blip r:embed="rId6" cstate="print">
            <a:extLst>
              <a:ext uri="{28A0092B-C50C-407E-A947-70E740481C1C}">
                <a14:useLocalDpi xmlns:a14="http://schemas.microsoft.com/office/drawing/2010/main" val="0"/>
              </a:ext>
            </a:extLst>
          </a:blip>
          <a:srcRect t="51572" r="67429" b="4607"/>
          <a:stretch>
            <a:fillRect/>
          </a:stretch>
        </p:blipFill>
        <p:spPr>
          <a:xfrm rot="5400000">
            <a:off x="10527912" y="-729727"/>
            <a:ext cx="1048707" cy="25080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3000">
        <p14:switch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两栏内容">
    <p:bg>
      <p:bgPr>
        <a:solidFill>
          <a:srgbClr val="F3EEE8"/>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l="39619" b="52929"/>
          <a:stretch>
            <a:fillRect/>
          </a:stretch>
        </p:blipFill>
        <p:spPr>
          <a:xfrm rot="5400000">
            <a:off x="9995726" y="4660745"/>
            <a:ext cx="1842044" cy="2552654"/>
          </a:xfrm>
          <a:prstGeom prst="rect">
            <a:avLst/>
          </a:prstGeom>
        </p:spPr>
      </p:pic>
      <p:pic>
        <p:nvPicPr>
          <p:cNvPr id="5" name="图片 4"/>
          <p:cNvPicPr>
            <a:picLocks noChangeAspect="1"/>
          </p:cNvPicPr>
          <p:nvPr userDrawn="1"/>
        </p:nvPicPr>
        <p:blipFill rotWithShape="1">
          <a:blip r:embed="rId3" cstate="print">
            <a:extLst>
              <a:ext uri="{28A0092B-C50C-407E-A947-70E740481C1C}">
                <a14:useLocalDpi xmlns:a14="http://schemas.microsoft.com/office/drawing/2010/main" val="0"/>
              </a:ext>
            </a:extLst>
          </a:blip>
          <a:srcRect l="72307" t="83103" b="35"/>
          <a:stretch>
            <a:fillRect/>
          </a:stretch>
        </p:blipFill>
        <p:spPr>
          <a:xfrm rot="5400000">
            <a:off x="70793" y="5400431"/>
            <a:ext cx="1399984" cy="1515292"/>
          </a:xfrm>
          <a:prstGeom prst="rect">
            <a:avLst/>
          </a:prstGeom>
        </p:spPr>
      </p:pic>
      <p:pic>
        <p:nvPicPr>
          <p:cNvPr id="6" name="图片 5"/>
          <p:cNvPicPr>
            <a:picLocks noChangeAspect="1"/>
          </p:cNvPicPr>
          <p:nvPr userDrawn="1"/>
        </p:nvPicPr>
        <p:blipFill rotWithShape="1">
          <a:blip r:embed="rId4" cstate="print">
            <a:extLst>
              <a:ext uri="{28A0092B-C50C-407E-A947-70E740481C1C}">
                <a14:useLocalDpi xmlns:a14="http://schemas.microsoft.com/office/drawing/2010/main" val="0"/>
              </a:ext>
            </a:extLst>
          </a:blip>
          <a:srcRect t="83902" r="47749" b="-1"/>
          <a:stretch>
            <a:fillRect/>
          </a:stretch>
        </p:blipFill>
        <p:spPr>
          <a:xfrm rot="5400000">
            <a:off x="-766433" y="772802"/>
            <a:ext cx="2390735" cy="844907"/>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168890" y="1048609"/>
            <a:ext cx="588840" cy="588782"/>
          </a:xfrm>
          <a:prstGeom prst="rect">
            <a:avLst/>
          </a:prstGeom>
        </p:spPr>
      </p:pic>
      <p:pic>
        <p:nvPicPr>
          <p:cNvPr id="9" name="图片 8"/>
          <p:cNvPicPr>
            <a:picLocks noChangeAspect="1"/>
          </p:cNvPicPr>
          <p:nvPr userDrawn="1"/>
        </p:nvPicPr>
        <p:blipFill rotWithShape="1">
          <a:blip r:embed="rId6" cstate="print">
            <a:extLst>
              <a:ext uri="{28A0092B-C50C-407E-A947-70E740481C1C}">
                <a14:useLocalDpi xmlns:a14="http://schemas.microsoft.com/office/drawing/2010/main" val="0"/>
              </a:ext>
            </a:extLst>
          </a:blip>
          <a:srcRect t="51572" r="67429" b="4607"/>
          <a:stretch>
            <a:fillRect/>
          </a:stretch>
        </p:blipFill>
        <p:spPr>
          <a:xfrm rot="5400000">
            <a:off x="10527912" y="-729727"/>
            <a:ext cx="1048707" cy="25080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3000">
        <p14:switch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8497137" y="1574557"/>
            <a:ext cx="2845080" cy="3441169"/>
          </a:xfrm>
          <a:prstGeom prst="ellipse">
            <a:avLst/>
          </a:prstGeom>
          <a:solidFill>
            <a:schemeClr val="bg1">
              <a:lumMod val="95000"/>
            </a:schemeClr>
          </a:solidFill>
        </p:spPr>
        <p:txBody>
          <a:bodyPr/>
          <a:lstStyle/>
          <a:p>
            <a:endParaRPr lang="en-US"/>
          </a:p>
        </p:txBody>
      </p:sp>
      <p:sp>
        <p:nvSpPr>
          <p:cNvPr id="4" name="Picture Placeholder 3"/>
          <p:cNvSpPr>
            <a:spLocks noGrp="1"/>
          </p:cNvSpPr>
          <p:nvPr>
            <p:ph type="pic" sz="quarter" idx="11"/>
          </p:nvPr>
        </p:nvSpPr>
        <p:spPr>
          <a:xfrm>
            <a:off x="4305724" y="4164957"/>
            <a:ext cx="3111806" cy="1815820"/>
          </a:xfrm>
          <a:prstGeom prst="ellipse">
            <a:avLst/>
          </a:prstGeom>
          <a:solidFill>
            <a:schemeClr val="bg1">
              <a:lumMod val="95000"/>
            </a:schemeClr>
          </a:solidFill>
        </p:spPr>
        <p:txBody>
          <a:bodyPr/>
          <a:lstStyle/>
          <a:p>
            <a:endParaRPr lang="en-US" dirty="0"/>
          </a:p>
        </p:txBody>
      </p:sp>
      <p:sp>
        <p:nvSpPr>
          <p:cNvPr id="5" name="Picture Placeholder 3"/>
          <p:cNvSpPr>
            <a:spLocks noGrp="1"/>
          </p:cNvSpPr>
          <p:nvPr>
            <p:ph type="pic" sz="quarter" idx="12"/>
          </p:nvPr>
        </p:nvSpPr>
        <p:spPr>
          <a:xfrm>
            <a:off x="0" y="1409482"/>
            <a:ext cx="3784973" cy="2463420"/>
          </a:xfrm>
          <a:prstGeom prst="ellipse">
            <a:avLst/>
          </a:prstGeom>
          <a:solidFill>
            <a:schemeClr val="bg1">
              <a:lumMod val="95000"/>
            </a:schemeClr>
          </a:solid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83" y="365125"/>
            <a:ext cx="10516635"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83" y="1825625"/>
            <a:ext cx="10516635"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2022/3/23</a:t>
            </a:fld>
            <a:endParaRPr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4.jpeg"/><Relationship Id="rId7"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notesSlide" Target="../notesSlides/notesSlide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image" Target="../media/image7.pn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image" Target="../media/image3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image" Target="../media/image34.jpe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image" Target="../media/image9.pn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36.jpe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4" name="图片 3" descr="640-4"/>
          <p:cNvPicPr>
            <a:picLocks noChangeAspect="1"/>
          </p:cNvPicPr>
          <p:nvPr/>
        </p:nvPicPr>
        <p:blipFill>
          <a:blip r:embed="rId2"/>
          <a:stretch>
            <a:fillRect/>
          </a:stretch>
        </p:blipFill>
        <p:spPr>
          <a:xfrm>
            <a:off x="600" y="0"/>
            <a:ext cx="10321925" cy="6881495"/>
          </a:xfrm>
          <a:prstGeom prst="rect">
            <a:avLst/>
          </a:prstGeom>
        </p:spPr>
      </p:pic>
      <p:pic>
        <p:nvPicPr>
          <p:cNvPr id="7" name="图片 6" descr="Untitled_Artwork 8"/>
          <p:cNvPicPr>
            <a:picLocks noChangeAspect="1"/>
          </p:cNvPicPr>
          <p:nvPr/>
        </p:nvPicPr>
        <p:blipFill>
          <a:blip r:embed="rId3"/>
          <a:stretch>
            <a:fillRect/>
          </a:stretch>
        </p:blipFill>
        <p:spPr>
          <a:xfrm>
            <a:off x="-934120" y="1564005"/>
            <a:ext cx="12191365" cy="4454525"/>
          </a:xfrm>
          <a:prstGeom prst="rect">
            <a:avLst/>
          </a:prstGeom>
        </p:spPr>
      </p:pic>
      <p:pic>
        <p:nvPicPr>
          <p:cNvPr id="5" name="图片 4" descr="Untitled_Artwork 5"/>
          <p:cNvPicPr>
            <a:picLocks noChangeAspect="1"/>
          </p:cNvPicPr>
          <p:nvPr/>
        </p:nvPicPr>
        <p:blipFill>
          <a:blip r:embed="rId4"/>
          <a:stretch>
            <a:fillRect/>
          </a:stretch>
        </p:blipFill>
        <p:spPr>
          <a:xfrm>
            <a:off x="1871310" y="635"/>
            <a:ext cx="10321290" cy="6880860"/>
          </a:xfrm>
          <a:prstGeom prst="rect">
            <a:avLst/>
          </a:prstGeom>
          <a:effectLst>
            <a:innerShdw blurRad="63500" dist="50800" dir="10800000">
              <a:prstClr val="black">
                <a:alpha val="48000"/>
              </a:prstClr>
            </a:innerShdw>
          </a:effectLst>
        </p:spPr>
      </p:pic>
      <p:sp>
        <p:nvSpPr>
          <p:cNvPr id="6" name="标题 1"/>
          <p:cNvSpPr>
            <a:spLocks noGrp="1"/>
          </p:cNvSpPr>
          <p:nvPr/>
        </p:nvSpPr>
        <p:spPr>
          <a:xfrm>
            <a:off x="1270600" y="2364740"/>
            <a:ext cx="8101965" cy="1325880"/>
          </a:xfrm>
          <a:prstGeom prst="rect">
            <a:avLst/>
          </a:prstGeom>
          <a:effectLst>
            <a:outerShdw blurRad="63500" dist="50800" dir="8100000" algn="tr" rotWithShape="0">
              <a:schemeClr val="tx1">
                <a:alpha val="40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7200" b="1">
                <a:gradFill>
                  <a:gsLst>
                    <a:gs pos="100000">
                      <a:srgbClr val="B3CED5"/>
                    </a:gs>
                    <a:gs pos="0">
                      <a:srgbClr val="DDE3D8"/>
                    </a:gs>
                  </a:gsLst>
                  <a:lin scaled="1"/>
                  <a:tileRect r="-100000" b="-100000"/>
                </a:gradFill>
                <a:effectLst>
                  <a:reflection blurRad="6350" stA="60000" endA="900" endPos="58000" dir="5400000" sy="-100000" algn="bl" rotWithShape="0"/>
                </a:effectLst>
                <a:latin typeface="微软雅黑" panose="020B0503020204020204" charset="-122"/>
                <a:ea typeface="微软雅黑" panose="020B0503020204020204" charset="-122"/>
              </a:rPr>
              <a:t>输入标题</a:t>
            </a:r>
            <a:r>
              <a:rPr lang="en-US" altLang="zh-CN" sz="7200" b="1">
                <a:gradFill>
                  <a:gsLst>
                    <a:gs pos="100000">
                      <a:srgbClr val="B3CED5"/>
                    </a:gs>
                    <a:gs pos="0">
                      <a:srgbClr val="DDE3D8"/>
                    </a:gs>
                  </a:gsLst>
                  <a:lin scaled="1"/>
                  <a:tileRect r="-100000" b="-100000"/>
                </a:gradFill>
                <a:effectLst>
                  <a:reflection blurRad="6350" stA="60000" endA="900" endPos="58000" dir="5400000" sy="-100000" algn="bl" rotWithShape="0"/>
                </a:effectLst>
                <a:latin typeface="微软雅黑" panose="020B0503020204020204" charset="-122"/>
                <a:ea typeface="微软雅黑" panose="020B0503020204020204" charset="-122"/>
              </a:rPr>
              <a:t>Title</a:t>
            </a:r>
          </a:p>
        </p:txBody>
      </p:sp>
      <p:sp>
        <p:nvSpPr>
          <p:cNvPr id="8" name="文本框 7"/>
          <p:cNvSpPr txBox="1"/>
          <p:nvPr/>
        </p:nvSpPr>
        <p:spPr>
          <a:xfrm>
            <a:off x="1270635" y="3927475"/>
            <a:ext cx="5268595" cy="1198880"/>
          </a:xfrm>
          <a:prstGeom prst="rect">
            <a:avLst/>
          </a:prstGeom>
          <a:noFill/>
        </p:spPr>
        <p:txBody>
          <a:bodyPr wrap="square" rtlCol="0">
            <a:spAutoFit/>
          </a:bodyPr>
          <a:lstStyle/>
          <a:p>
            <a:pPr algn="l"/>
            <a:r>
              <a:rPr lang="zh-CN" altLang="en-US"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rPr>
              <a:t>报告人：小夏       </a:t>
            </a:r>
          </a:p>
          <a:p>
            <a:pPr algn="l"/>
            <a:r>
              <a:rPr lang="zh-CN" altLang="en-US"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rPr>
              <a:t>指导老师：</a:t>
            </a:r>
            <a:r>
              <a:rPr lang="en-US" altLang="zh-CN"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rPr>
              <a:t>XXX</a:t>
            </a:r>
            <a:endParaRPr lang="zh-CN" altLang="en-US"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endParaRPr>
          </a:p>
          <a:p>
            <a:pPr algn="l"/>
            <a:r>
              <a:rPr lang="zh-CN" altLang="en-US"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rPr>
              <a:t>汇报时间：</a:t>
            </a:r>
            <a:r>
              <a:rPr lang="en-US" altLang="zh-CN" sz="2400" b="1">
                <a:gradFill>
                  <a:gsLst>
                    <a:gs pos="77000">
                      <a:srgbClr val="C6E1C8"/>
                    </a:gs>
                    <a:gs pos="0">
                      <a:srgbClr val="DEEADC"/>
                    </a:gs>
                  </a:gsLst>
                  <a:path path="circle">
                    <a:fillToRect t="100000" r="100000"/>
                  </a:path>
                  <a:tileRect l="-100000" b="-100000"/>
                </a:gradFill>
                <a:effectLst>
                  <a:outerShdw blurRad="38100" dist="38100" dir="2700000" algn="tl">
                    <a:srgbClr val="000000">
                      <a:alpha val="43137"/>
                    </a:srgbClr>
                  </a:outerShdw>
                  <a:reflection blurRad="6350" stA="60000" endA="900" endPos="58000" dir="5400000" sy="-100000" algn="bl" rotWithShape="0"/>
                </a:effectLst>
                <a:latin typeface="微软雅黑" panose="020B0503020204020204" charset="-122"/>
                <a:ea typeface="微软雅黑" panose="020B0503020204020204" charset="-122"/>
              </a:rPr>
              <a:t>2022.3.23</a:t>
            </a:r>
          </a:p>
        </p:txBody>
      </p:sp>
      <p:pic>
        <p:nvPicPr>
          <p:cNvPr id="9" name="图片 8" descr="WechatIMG1669"/>
          <p:cNvPicPr>
            <a:picLocks noChangeAspect="1"/>
          </p:cNvPicPr>
          <p:nvPr/>
        </p:nvPicPr>
        <p:blipFill>
          <a:blip r:embed="rId5"/>
          <a:stretch>
            <a:fillRect/>
          </a:stretch>
        </p:blipFill>
        <p:spPr>
          <a:xfrm>
            <a:off x="205705" y="132715"/>
            <a:ext cx="1318895" cy="129921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640-23"/>
          <p:cNvPicPr>
            <a:picLocks noChangeAspect="1"/>
          </p:cNvPicPr>
          <p:nvPr/>
        </p:nvPicPr>
        <p:blipFill>
          <a:blip r:embed="rId3"/>
          <a:stretch>
            <a:fillRect/>
          </a:stretch>
        </p:blipFill>
        <p:spPr>
          <a:xfrm>
            <a:off x="1877025" y="0"/>
            <a:ext cx="10315575" cy="6877050"/>
          </a:xfrm>
          <a:prstGeom prst="rect">
            <a:avLst/>
          </a:prstGeom>
        </p:spPr>
      </p:pic>
      <p:pic>
        <p:nvPicPr>
          <p:cNvPr id="4" name="图片 3" descr="Untitled_Artwork 12"/>
          <p:cNvPicPr>
            <a:picLocks noChangeAspect="1"/>
          </p:cNvPicPr>
          <p:nvPr/>
        </p:nvPicPr>
        <p:blipFill>
          <a:blip r:embed="rId4"/>
          <a:stretch>
            <a:fillRect/>
          </a:stretch>
        </p:blipFill>
        <p:spPr>
          <a:xfrm flipH="1">
            <a:off x="-149260" y="-24130"/>
            <a:ext cx="11474450" cy="6925310"/>
          </a:xfrm>
          <a:prstGeom prst="rect">
            <a:avLst/>
          </a:prstGeom>
        </p:spPr>
      </p:pic>
      <p:pic>
        <p:nvPicPr>
          <p:cNvPr id="7" name="图片 6" descr="Untitled_Artwork 8"/>
          <p:cNvPicPr>
            <a:picLocks noChangeAspect="1"/>
          </p:cNvPicPr>
          <p:nvPr/>
        </p:nvPicPr>
        <p:blipFill>
          <a:blip r:embed="rId5"/>
          <a:stretch>
            <a:fillRect/>
          </a:stretch>
        </p:blipFill>
        <p:spPr>
          <a:xfrm flipH="1">
            <a:off x="1649695" y="950595"/>
            <a:ext cx="12191365" cy="5201920"/>
          </a:xfrm>
          <a:prstGeom prst="rect">
            <a:avLst/>
          </a:prstGeom>
        </p:spPr>
      </p:pic>
      <p:pic>
        <p:nvPicPr>
          <p:cNvPr id="5" name="图片 4" descr="Untitled_Artwork 5"/>
          <p:cNvPicPr>
            <a:picLocks noChangeAspect="1"/>
          </p:cNvPicPr>
          <p:nvPr/>
        </p:nvPicPr>
        <p:blipFill>
          <a:blip r:embed="rId6"/>
          <a:stretch>
            <a:fillRect/>
          </a:stretch>
        </p:blipFill>
        <p:spPr>
          <a:xfrm flipH="1">
            <a:off x="-149260" y="0"/>
            <a:ext cx="10033000" cy="6929120"/>
          </a:xfrm>
          <a:prstGeom prst="rect">
            <a:avLst/>
          </a:prstGeom>
          <a:effectLst/>
        </p:spPr>
      </p:pic>
      <p:grpSp>
        <p:nvGrpSpPr>
          <p:cNvPr id="43" name="组合 42"/>
          <p:cNvGrpSpPr/>
          <p:nvPr/>
        </p:nvGrpSpPr>
        <p:grpSpPr>
          <a:xfrm>
            <a:off x="4376930" y="1194718"/>
            <a:ext cx="6947964" cy="737210"/>
            <a:chOff x="1098018" y="1340446"/>
            <a:chExt cx="6947964" cy="737210"/>
          </a:xfrm>
        </p:grpSpPr>
        <p:sp>
          <p:nvSpPr>
            <p:cNvPr id="44" name="任意多边形 43"/>
            <p:cNvSpPr/>
            <p:nvPr/>
          </p:nvSpPr>
          <p:spPr>
            <a:xfrm>
              <a:off x="2699790" y="1428773"/>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chemeClr val="accent6">
                <a:lumMod val="20000"/>
                <a:lumOff val="80000"/>
                <a:alpha val="50000"/>
              </a:scheme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152615" rIns="276440" bIns="152615" numCol="1" spcCol="1270" anchor="ctr" anchorCtr="0">
              <a:noAutofit/>
            </a:bodyPr>
            <a:lstStyle/>
            <a:p>
              <a:pPr marL="0" lvl="1" indent="-171450" defTabSz="711200">
                <a:lnSpc>
                  <a:spcPct val="90000"/>
                </a:lnSpc>
                <a:spcBef>
                  <a:spcPct val="0"/>
                </a:spcBef>
                <a:spcAft>
                  <a:spcPct val="15000"/>
                </a:spcAft>
                <a:buChar char="•"/>
              </a:pPr>
              <a:r>
                <a:rPr lang="zh-CN" altLang="en-US" sz="2000" dirty="0">
                  <a:latin typeface="微软雅黑" panose="020B0503020204020204" charset="-122"/>
                  <a:ea typeface="微软雅黑" panose="020B0503020204020204" charset="-122"/>
                  <a:cs typeface="+mn-ea"/>
                  <a:sym typeface="+mn-lt"/>
                </a:rPr>
                <a:t>输入内容</a:t>
              </a:r>
              <a:endParaRPr lang="zh-CN" altLang="en-US" sz="2000" kern="1200" dirty="0">
                <a:latin typeface="微软雅黑" panose="020B0503020204020204" charset="-122"/>
                <a:ea typeface="微软雅黑" panose="020B0503020204020204" charset="-122"/>
                <a:cs typeface="+mn-ea"/>
                <a:sym typeface="+mn-lt"/>
              </a:endParaRPr>
            </a:p>
          </p:txBody>
        </p:sp>
        <p:sp>
          <p:nvSpPr>
            <p:cNvPr id="45" name="任意多边形 4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3D5E41"/>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76958" tIns="106473" rIns="176958" bIns="106473" numCol="1" spcCol="1270" anchor="ctr" anchorCtr="0">
              <a:noAutofit/>
            </a:bodyPr>
            <a:lstStyle/>
            <a:p>
              <a:pPr lvl="0" algn="ctr" defTabSz="1644650">
                <a:lnSpc>
                  <a:spcPct val="90000"/>
                </a:lnSpc>
                <a:spcBef>
                  <a:spcPct val="0"/>
                </a:spcBef>
                <a:spcAft>
                  <a:spcPct val="35000"/>
                </a:spcAft>
              </a:pPr>
              <a:r>
                <a:rPr lang="en-US" altLang="zh-CN" sz="3700" kern="1200" dirty="0">
                  <a:latin typeface="微软雅黑" panose="020B0503020204020204" charset="-122"/>
                  <a:ea typeface="微软雅黑" panose="020B0503020204020204" charset="-122"/>
                  <a:cs typeface="+mn-ea"/>
                  <a:sym typeface="+mn-lt"/>
                </a:rPr>
                <a:t>01</a:t>
              </a:r>
            </a:p>
          </p:txBody>
        </p:sp>
      </p:grpSp>
      <p:sp>
        <p:nvSpPr>
          <p:cNvPr id="2" name="矩形 1"/>
          <p:cNvSpPr/>
          <p:nvPr/>
        </p:nvSpPr>
        <p:spPr>
          <a:xfrm>
            <a:off x="2049110" y="1138555"/>
            <a:ext cx="1291590" cy="2799715"/>
          </a:xfrm>
          <a:prstGeom prst="rect">
            <a:avLst/>
          </a:prstGeom>
          <a:effectLst>
            <a:outerShdw blurRad="50800" dist="38100" dir="5400000" algn="t" rotWithShape="0">
              <a:prstClr val="black">
                <a:alpha val="40000"/>
              </a:prstClr>
            </a:outerShdw>
          </a:effectLst>
        </p:spPr>
        <p:txBody>
          <a:bodyPr wrap="square">
            <a:spAutoFit/>
          </a:bodyPr>
          <a:lstStyle/>
          <a:p>
            <a:pPr algn="l">
              <a:defRPr/>
            </a:pPr>
            <a:r>
              <a:rPr lang="zh-CN" altLang="zh-CN" sz="8800" b="1" kern="100">
                <a:solidFill>
                  <a:srgbClr val="E8F4E2"/>
                </a:solidFill>
                <a:effectLst>
                  <a:reflection blurRad="6350" stA="55000" endA="300" endPos="45500" dir="5400000" sy="-100000" algn="bl" rotWithShape="0"/>
                </a:effectLst>
                <a:latin typeface="微软雅黑" panose="020B0503020204020204" charset="-122"/>
                <a:ea typeface="微软雅黑" panose="020B0503020204020204" charset="-122"/>
                <a:cs typeface="Times New Roman" panose="02020603050405020304" pitchFamily="18" charset="0"/>
              </a:rPr>
              <a:t>目</a:t>
            </a:r>
          </a:p>
          <a:p>
            <a:pPr algn="l">
              <a:defRPr/>
            </a:pPr>
            <a:r>
              <a:rPr lang="zh-CN" altLang="zh-CN" sz="8800" b="1" kern="100">
                <a:solidFill>
                  <a:srgbClr val="E8F4E2"/>
                </a:solidFill>
                <a:effectLst>
                  <a:reflection blurRad="6350" stA="55000" endA="300" endPos="45500" dir="5400000" sy="-100000" algn="bl" rotWithShape="0"/>
                </a:effectLst>
                <a:latin typeface="微软雅黑" panose="020B0503020204020204" charset="-122"/>
                <a:ea typeface="微软雅黑" panose="020B0503020204020204" charset="-122"/>
                <a:cs typeface="Times New Roman" panose="02020603050405020304" pitchFamily="18" charset="0"/>
              </a:rPr>
              <a:t>录</a:t>
            </a:r>
          </a:p>
        </p:txBody>
      </p:sp>
      <p:grpSp>
        <p:nvGrpSpPr>
          <p:cNvPr id="6" name="组合 5"/>
          <p:cNvGrpSpPr/>
          <p:nvPr/>
        </p:nvGrpSpPr>
        <p:grpSpPr>
          <a:xfrm>
            <a:off x="4376930" y="2187858"/>
            <a:ext cx="6947964" cy="737210"/>
            <a:chOff x="1098018" y="1340446"/>
            <a:chExt cx="6947964" cy="737210"/>
          </a:xfrm>
        </p:grpSpPr>
        <p:sp>
          <p:nvSpPr>
            <p:cNvPr id="8" name="任意多边形 7"/>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chemeClr val="accent6">
                <a:lumMod val="20000"/>
                <a:lumOff val="80000"/>
                <a:alpha val="50000"/>
              </a:scheme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152615" rIns="276440" bIns="152615" numCol="1" spcCol="1270" anchor="ctr" anchorCtr="0">
              <a:noAutofit/>
            </a:bodyPr>
            <a:lstStyle/>
            <a:p>
              <a:pPr marL="171450" lvl="1" indent="-171450" defTabSz="711200">
                <a:lnSpc>
                  <a:spcPct val="90000"/>
                </a:lnSpc>
                <a:spcBef>
                  <a:spcPct val="0"/>
                </a:spcBef>
                <a:spcAft>
                  <a:spcPct val="15000"/>
                </a:spcAft>
                <a:buChar char="•"/>
              </a:pPr>
              <a:r>
                <a:rPr lang="zh-CN" altLang="en-US" sz="2000" kern="1200" dirty="0">
                  <a:latin typeface="微软雅黑" panose="020B0503020204020204" charset="-122"/>
                  <a:ea typeface="微软雅黑" panose="020B0503020204020204" charset="-122"/>
                  <a:cs typeface="+mn-ea"/>
                  <a:sym typeface="+mn-lt"/>
                </a:rPr>
                <a:t>输入内容</a:t>
              </a:r>
            </a:p>
          </p:txBody>
        </p:sp>
        <p:sp>
          <p:nvSpPr>
            <p:cNvPr id="9" name="任意多边形 8"/>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chemeClr val="accent6">
                <a:lumMod val="75000"/>
              </a:schemeClr>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76958" tIns="106473" rIns="176958" bIns="106473" numCol="1" spcCol="1270" anchor="ctr" anchorCtr="0">
              <a:noAutofit/>
            </a:bodyPr>
            <a:lstStyle/>
            <a:p>
              <a:pPr lvl="0" algn="ctr" defTabSz="1644650">
                <a:lnSpc>
                  <a:spcPct val="90000"/>
                </a:lnSpc>
                <a:spcBef>
                  <a:spcPct val="0"/>
                </a:spcBef>
                <a:spcAft>
                  <a:spcPct val="35000"/>
                </a:spcAft>
              </a:pPr>
              <a:r>
                <a:rPr lang="en-US" altLang="zh-CN" sz="3700" kern="1200" dirty="0">
                  <a:latin typeface="微软雅黑" panose="020B0503020204020204" charset="-122"/>
                  <a:ea typeface="微软雅黑" panose="020B0503020204020204" charset="-122"/>
                  <a:cs typeface="+mn-ea"/>
                  <a:sym typeface="+mn-lt"/>
                </a:rPr>
                <a:t>02</a:t>
              </a:r>
            </a:p>
          </p:txBody>
        </p:sp>
      </p:grpSp>
      <p:grpSp>
        <p:nvGrpSpPr>
          <p:cNvPr id="10" name="组合 9"/>
          <p:cNvGrpSpPr/>
          <p:nvPr/>
        </p:nvGrpSpPr>
        <p:grpSpPr>
          <a:xfrm>
            <a:off x="4376930" y="3201318"/>
            <a:ext cx="6947964" cy="737210"/>
            <a:chOff x="1098018" y="1340446"/>
            <a:chExt cx="6947964" cy="737210"/>
          </a:xfrm>
        </p:grpSpPr>
        <p:sp>
          <p:nvSpPr>
            <p:cNvPr id="11" name="任意多边形 10"/>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chemeClr val="accent6">
                <a:lumMod val="20000"/>
                <a:lumOff val="80000"/>
                <a:alpha val="50000"/>
              </a:scheme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152615" rIns="276440" bIns="152615" numCol="1" spcCol="1270" anchor="ctr" anchorCtr="0">
              <a:noAutofit/>
            </a:bodyPr>
            <a:lstStyle/>
            <a:p>
              <a:pPr marL="0" lvl="1" indent="-171450" defTabSz="711200">
                <a:lnSpc>
                  <a:spcPct val="90000"/>
                </a:lnSpc>
                <a:spcBef>
                  <a:spcPct val="0"/>
                </a:spcBef>
                <a:spcAft>
                  <a:spcPct val="15000"/>
                </a:spcAft>
                <a:buChar char="•"/>
              </a:pPr>
              <a:r>
                <a:rPr lang="zh-CN" altLang="en-US" sz="2000" dirty="0">
                  <a:latin typeface="微软雅黑" panose="020B0503020204020204" charset="-122"/>
                  <a:ea typeface="微软雅黑" panose="020B0503020204020204" charset="-122"/>
                  <a:cs typeface="+mn-ea"/>
                  <a:sym typeface="+mn-lt"/>
                </a:rPr>
                <a:t>输入内容</a:t>
              </a:r>
              <a:endParaRPr lang="zh-CN" altLang="en-US" sz="2000" kern="1200" dirty="0">
                <a:latin typeface="微软雅黑" panose="020B0503020204020204" charset="-122"/>
                <a:ea typeface="微软雅黑" panose="020B0503020204020204" charset="-122"/>
                <a:cs typeface="+mn-ea"/>
                <a:sym typeface="+mn-lt"/>
              </a:endParaRPr>
            </a:p>
          </p:txBody>
        </p:sp>
        <p:sp>
          <p:nvSpPr>
            <p:cNvPr id="12" name="任意多边形 11"/>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3D5E41"/>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76958" tIns="106473" rIns="176958" bIns="106473" numCol="1" spcCol="1270" anchor="ctr" anchorCtr="0">
              <a:noAutofit/>
            </a:bodyPr>
            <a:lstStyle/>
            <a:p>
              <a:pPr lvl="0" algn="ctr" defTabSz="1644650">
                <a:lnSpc>
                  <a:spcPct val="90000"/>
                </a:lnSpc>
                <a:spcBef>
                  <a:spcPct val="0"/>
                </a:spcBef>
                <a:spcAft>
                  <a:spcPct val="35000"/>
                </a:spcAft>
              </a:pPr>
              <a:r>
                <a:rPr lang="en-US" altLang="zh-CN" sz="3700" kern="1200" dirty="0">
                  <a:latin typeface="微软雅黑" panose="020B0503020204020204" charset="-122"/>
                  <a:ea typeface="微软雅黑" panose="020B0503020204020204" charset="-122"/>
                  <a:cs typeface="+mn-ea"/>
                  <a:sym typeface="+mn-lt"/>
                </a:rPr>
                <a:t>03</a:t>
              </a:r>
            </a:p>
          </p:txBody>
        </p:sp>
      </p:grpSp>
      <p:grpSp>
        <p:nvGrpSpPr>
          <p:cNvPr id="13" name="组合 12"/>
          <p:cNvGrpSpPr/>
          <p:nvPr/>
        </p:nvGrpSpPr>
        <p:grpSpPr>
          <a:xfrm>
            <a:off x="4376930" y="4141118"/>
            <a:ext cx="6947964" cy="737210"/>
            <a:chOff x="1098018" y="1340446"/>
            <a:chExt cx="6947964" cy="737210"/>
          </a:xfrm>
        </p:grpSpPr>
        <p:sp>
          <p:nvSpPr>
            <p:cNvPr id="14" name="任意多边形 13"/>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chemeClr val="accent6">
                <a:lumMod val="20000"/>
                <a:lumOff val="80000"/>
                <a:alpha val="50000"/>
              </a:scheme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152615" rIns="276440" bIns="152615" numCol="1" spcCol="1270" anchor="ctr" anchorCtr="0">
              <a:noAutofit/>
            </a:bodyPr>
            <a:lstStyle/>
            <a:p>
              <a:pPr marL="0" lvl="1" indent="-171450" defTabSz="711200">
                <a:lnSpc>
                  <a:spcPct val="90000"/>
                </a:lnSpc>
                <a:spcBef>
                  <a:spcPct val="0"/>
                </a:spcBef>
                <a:spcAft>
                  <a:spcPct val="15000"/>
                </a:spcAft>
                <a:buChar char="•"/>
              </a:pPr>
              <a:r>
                <a:rPr lang="zh-CN" altLang="en-US" sz="2000" dirty="0">
                  <a:latin typeface="微软雅黑" panose="020B0503020204020204" charset="-122"/>
                  <a:ea typeface="微软雅黑" panose="020B0503020204020204" charset="-122"/>
                  <a:cs typeface="+mn-ea"/>
                  <a:sym typeface="+mn-lt"/>
                </a:rPr>
                <a:t>输入内容</a:t>
              </a:r>
              <a:endParaRPr lang="zh-CN" altLang="en-US" sz="2000" kern="1200" dirty="0">
                <a:latin typeface="微软雅黑" panose="020B0503020204020204" charset="-122"/>
                <a:ea typeface="微软雅黑" panose="020B0503020204020204" charset="-122"/>
                <a:cs typeface="+mn-ea"/>
                <a:sym typeface="+mn-lt"/>
              </a:endParaRPr>
            </a:p>
          </p:txBody>
        </p:sp>
        <p:sp>
          <p:nvSpPr>
            <p:cNvPr id="15" name="任意多边形 14"/>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chemeClr val="accent6">
                <a:lumMod val="75000"/>
              </a:schemeClr>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76958" tIns="106473" rIns="176958" bIns="106473" numCol="1" spcCol="1270" anchor="ctr" anchorCtr="0">
              <a:noAutofit/>
            </a:bodyPr>
            <a:lstStyle/>
            <a:p>
              <a:pPr lvl="0" algn="ctr" defTabSz="1644650">
                <a:lnSpc>
                  <a:spcPct val="90000"/>
                </a:lnSpc>
                <a:spcBef>
                  <a:spcPct val="0"/>
                </a:spcBef>
                <a:spcAft>
                  <a:spcPct val="35000"/>
                </a:spcAft>
              </a:pPr>
              <a:r>
                <a:rPr lang="en-US" altLang="zh-CN" sz="3700" kern="1200" dirty="0">
                  <a:latin typeface="微软雅黑" panose="020B0503020204020204" charset="-122"/>
                  <a:ea typeface="微软雅黑" panose="020B0503020204020204" charset="-122"/>
                  <a:cs typeface="+mn-ea"/>
                  <a:sym typeface="+mn-lt"/>
                </a:rPr>
                <a:t>04</a:t>
              </a:r>
            </a:p>
          </p:txBody>
        </p:sp>
      </p:grpSp>
      <p:grpSp>
        <p:nvGrpSpPr>
          <p:cNvPr id="16" name="组合 15"/>
          <p:cNvGrpSpPr/>
          <p:nvPr/>
        </p:nvGrpSpPr>
        <p:grpSpPr>
          <a:xfrm>
            <a:off x="4376930" y="5080918"/>
            <a:ext cx="6947964" cy="737210"/>
            <a:chOff x="1098018" y="1340446"/>
            <a:chExt cx="6947964" cy="737210"/>
          </a:xfrm>
        </p:grpSpPr>
        <p:sp>
          <p:nvSpPr>
            <p:cNvPr id="17" name="任意多边形 16"/>
            <p:cNvSpPr/>
            <p:nvPr/>
          </p:nvSpPr>
          <p:spPr>
            <a:xfrm>
              <a:off x="2699790" y="1414168"/>
              <a:ext cx="5346192" cy="589768"/>
            </a:xfrm>
            <a:custGeom>
              <a:avLst/>
              <a:gdLst>
                <a:gd name="connsiteX0" fmla="*/ 98297 w 589768"/>
                <a:gd name="connsiteY0" fmla="*/ 0 h 5346192"/>
                <a:gd name="connsiteX1" fmla="*/ 491471 w 589768"/>
                <a:gd name="connsiteY1" fmla="*/ 0 h 5346192"/>
                <a:gd name="connsiteX2" fmla="*/ 589768 w 589768"/>
                <a:gd name="connsiteY2" fmla="*/ 98297 h 5346192"/>
                <a:gd name="connsiteX3" fmla="*/ 589768 w 589768"/>
                <a:gd name="connsiteY3" fmla="*/ 5346192 h 5346192"/>
                <a:gd name="connsiteX4" fmla="*/ 589768 w 589768"/>
                <a:gd name="connsiteY4" fmla="*/ 5346192 h 5346192"/>
                <a:gd name="connsiteX5" fmla="*/ 0 w 589768"/>
                <a:gd name="connsiteY5" fmla="*/ 5346192 h 5346192"/>
                <a:gd name="connsiteX6" fmla="*/ 0 w 589768"/>
                <a:gd name="connsiteY6" fmla="*/ 5346192 h 5346192"/>
                <a:gd name="connsiteX7" fmla="*/ 0 w 589768"/>
                <a:gd name="connsiteY7" fmla="*/ 98297 h 5346192"/>
                <a:gd name="connsiteX8" fmla="*/ 98297 w 589768"/>
                <a:gd name="connsiteY8" fmla="*/ 0 h 53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768" h="5346192">
                  <a:moveTo>
                    <a:pt x="589768" y="891056"/>
                  </a:moveTo>
                  <a:lnTo>
                    <a:pt x="589768" y="4455136"/>
                  </a:lnTo>
                  <a:cubicBezTo>
                    <a:pt x="589768" y="4947251"/>
                    <a:pt x="584913" y="5346187"/>
                    <a:pt x="578924" y="5346187"/>
                  </a:cubicBezTo>
                  <a:lnTo>
                    <a:pt x="0" y="5346187"/>
                  </a:lnTo>
                  <a:lnTo>
                    <a:pt x="0" y="5346187"/>
                  </a:lnTo>
                  <a:lnTo>
                    <a:pt x="0" y="5"/>
                  </a:lnTo>
                  <a:lnTo>
                    <a:pt x="0" y="5"/>
                  </a:lnTo>
                  <a:lnTo>
                    <a:pt x="578924" y="5"/>
                  </a:lnTo>
                  <a:cubicBezTo>
                    <a:pt x="584913" y="5"/>
                    <a:pt x="589768" y="398941"/>
                    <a:pt x="589768" y="891056"/>
                  </a:cubicBezTo>
                  <a:close/>
                </a:path>
              </a:pathLst>
            </a:custGeom>
            <a:solidFill>
              <a:schemeClr val="accent6">
                <a:lumMod val="20000"/>
                <a:lumOff val="80000"/>
                <a:alpha val="50000"/>
              </a:schemeClr>
            </a:solidFill>
            <a:ln>
              <a:noFill/>
            </a:ln>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0" tIns="152615" rIns="276440" bIns="152615" numCol="1" spcCol="1270" anchor="ctr" anchorCtr="0">
              <a:noAutofit/>
            </a:bodyPr>
            <a:lstStyle/>
            <a:p>
              <a:pPr marL="0" lvl="1" indent="-171450" defTabSz="711200">
                <a:lnSpc>
                  <a:spcPct val="90000"/>
                </a:lnSpc>
                <a:spcBef>
                  <a:spcPct val="0"/>
                </a:spcBef>
                <a:spcAft>
                  <a:spcPct val="15000"/>
                </a:spcAft>
                <a:buChar char="•"/>
              </a:pPr>
              <a:r>
                <a:rPr lang="zh-CN" altLang="en-US" sz="2000" dirty="0">
                  <a:latin typeface="微软雅黑" panose="020B0503020204020204" charset="-122"/>
                  <a:ea typeface="微软雅黑" panose="020B0503020204020204" charset="-122"/>
                  <a:cs typeface="+mn-ea"/>
                  <a:sym typeface="+mn-lt"/>
                </a:rPr>
                <a:t>输入内容</a:t>
              </a:r>
              <a:endParaRPr lang="zh-CN" altLang="en-US" sz="2000" kern="1200" dirty="0">
                <a:latin typeface="微软雅黑" panose="020B0503020204020204" charset="-122"/>
                <a:ea typeface="微软雅黑" panose="020B0503020204020204" charset="-122"/>
                <a:cs typeface="+mn-ea"/>
                <a:sym typeface="+mn-lt"/>
              </a:endParaRPr>
            </a:p>
          </p:txBody>
        </p:sp>
        <p:sp>
          <p:nvSpPr>
            <p:cNvPr id="18" name="任意多边形 17"/>
            <p:cNvSpPr/>
            <p:nvPr/>
          </p:nvSpPr>
          <p:spPr>
            <a:xfrm>
              <a:off x="1098018" y="1340446"/>
              <a:ext cx="1601772" cy="737210"/>
            </a:xfrm>
            <a:custGeom>
              <a:avLst/>
              <a:gdLst>
                <a:gd name="connsiteX0" fmla="*/ 0 w 1601772"/>
                <a:gd name="connsiteY0" fmla="*/ 122871 h 737210"/>
                <a:gd name="connsiteX1" fmla="*/ 122871 w 1601772"/>
                <a:gd name="connsiteY1" fmla="*/ 0 h 737210"/>
                <a:gd name="connsiteX2" fmla="*/ 1478901 w 1601772"/>
                <a:gd name="connsiteY2" fmla="*/ 0 h 737210"/>
                <a:gd name="connsiteX3" fmla="*/ 1601772 w 1601772"/>
                <a:gd name="connsiteY3" fmla="*/ 122871 h 737210"/>
                <a:gd name="connsiteX4" fmla="*/ 1601772 w 1601772"/>
                <a:gd name="connsiteY4" fmla="*/ 614339 h 737210"/>
                <a:gd name="connsiteX5" fmla="*/ 1478901 w 1601772"/>
                <a:gd name="connsiteY5" fmla="*/ 737210 h 737210"/>
                <a:gd name="connsiteX6" fmla="*/ 122871 w 1601772"/>
                <a:gd name="connsiteY6" fmla="*/ 737210 h 737210"/>
                <a:gd name="connsiteX7" fmla="*/ 0 w 1601772"/>
                <a:gd name="connsiteY7" fmla="*/ 614339 h 737210"/>
                <a:gd name="connsiteX8" fmla="*/ 0 w 1601772"/>
                <a:gd name="connsiteY8" fmla="*/ 122871 h 7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772" h="737210">
                  <a:moveTo>
                    <a:pt x="0" y="122871"/>
                  </a:moveTo>
                  <a:cubicBezTo>
                    <a:pt x="0" y="55011"/>
                    <a:pt x="55011" y="0"/>
                    <a:pt x="122871" y="0"/>
                  </a:cubicBezTo>
                  <a:lnTo>
                    <a:pt x="1478901" y="0"/>
                  </a:lnTo>
                  <a:cubicBezTo>
                    <a:pt x="1546761" y="0"/>
                    <a:pt x="1601772" y="55011"/>
                    <a:pt x="1601772" y="122871"/>
                  </a:cubicBezTo>
                  <a:lnTo>
                    <a:pt x="1601772" y="614339"/>
                  </a:lnTo>
                  <a:cubicBezTo>
                    <a:pt x="1601772" y="682199"/>
                    <a:pt x="1546761" y="737210"/>
                    <a:pt x="1478901" y="737210"/>
                  </a:cubicBezTo>
                  <a:lnTo>
                    <a:pt x="122871" y="737210"/>
                  </a:lnTo>
                  <a:cubicBezTo>
                    <a:pt x="55011" y="737210"/>
                    <a:pt x="0" y="682199"/>
                    <a:pt x="0" y="614339"/>
                  </a:cubicBezTo>
                  <a:lnTo>
                    <a:pt x="0" y="122871"/>
                  </a:lnTo>
                  <a:close/>
                </a:path>
              </a:pathLst>
            </a:custGeom>
            <a:solidFill>
              <a:srgbClr val="3D5E41"/>
            </a:solidFill>
            <a:ln>
              <a:noFill/>
            </a:ln>
          </p:spPr>
          <p:style>
            <a:lnRef idx="3">
              <a:schemeClr val="lt2">
                <a:hueOff val="0"/>
                <a:satOff val="0"/>
                <a:lumOff val="0"/>
                <a:alphaOff val="0"/>
              </a:schemeClr>
            </a:lnRef>
            <a:fillRef idx="1">
              <a:schemeClr val="dk2">
                <a:hueOff val="0"/>
                <a:satOff val="0"/>
                <a:lumOff val="0"/>
                <a:alphaOff val="0"/>
              </a:schemeClr>
            </a:fillRef>
            <a:effectRef idx="1">
              <a:schemeClr val="dk2">
                <a:hueOff val="0"/>
                <a:satOff val="0"/>
                <a:lumOff val="0"/>
                <a:alphaOff val="0"/>
              </a:schemeClr>
            </a:effectRef>
            <a:fontRef idx="minor">
              <a:schemeClr val="lt1"/>
            </a:fontRef>
          </p:style>
          <p:txBody>
            <a:bodyPr spcFirstLastPara="0" vert="horz" wrap="square" lIns="176958" tIns="106473" rIns="176958" bIns="106473" numCol="1" spcCol="1270" anchor="ctr" anchorCtr="0">
              <a:noAutofit/>
            </a:bodyPr>
            <a:lstStyle/>
            <a:p>
              <a:pPr lvl="0" algn="ctr" defTabSz="1644650">
                <a:lnSpc>
                  <a:spcPct val="90000"/>
                </a:lnSpc>
                <a:spcBef>
                  <a:spcPct val="0"/>
                </a:spcBef>
                <a:spcAft>
                  <a:spcPct val="35000"/>
                </a:spcAft>
              </a:pPr>
              <a:r>
                <a:rPr lang="en-US" altLang="zh-CN" sz="3700" kern="1200" dirty="0">
                  <a:latin typeface="微软雅黑" panose="020B0503020204020204" charset="-122"/>
                  <a:ea typeface="微软雅黑" panose="020B0503020204020204" charset="-122"/>
                  <a:cs typeface="+mn-ea"/>
                  <a:sym typeface="+mn-lt"/>
                </a:rPr>
                <a:t>05</a:t>
              </a:r>
            </a:p>
          </p:txBody>
        </p:sp>
      </p:grpSp>
      <p:pic>
        <p:nvPicPr>
          <p:cNvPr id="58" name="图片 57" descr="WechatIMG1669"/>
          <p:cNvPicPr>
            <a:picLocks noChangeAspect="1"/>
          </p:cNvPicPr>
          <p:nvPr/>
        </p:nvPicPr>
        <p:blipFill>
          <a:blip r:embed="rId7"/>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fade thruBlk="1"/>
      </p:transition>
    </mc:Choice>
    <mc:Fallback xmlns="">
      <p:transition spd="slow" advTm="3000">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par>
                          <p:cTn id="28" fill="hold">
                            <p:stCondLst>
                              <p:cond delay="20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40-9"/>
          <p:cNvPicPr>
            <a:picLocks noChangeAspect="1"/>
          </p:cNvPicPr>
          <p:nvPr/>
        </p:nvPicPr>
        <p:blipFill>
          <a:blip r:embed="rId2"/>
          <a:stretch>
            <a:fillRect/>
          </a:stretch>
        </p:blipFill>
        <p:spPr>
          <a:xfrm>
            <a:off x="-263560" y="-59690"/>
            <a:ext cx="10376535" cy="6917690"/>
          </a:xfrm>
          <a:prstGeom prst="rect">
            <a:avLst/>
          </a:prstGeom>
        </p:spPr>
      </p:pic>
      <p:pic>
        <p:nvPicPr>
          <p:cNvPr id="4" name="图片 3" descr="Untitled_Artwork 9"/>
          <p:cNvPicPr>
            <a:picLocks noChangeAspect="1"/>
          </p:cNvPicPr>
          <p:nvPr/>
        </p:nvPicPr>
        <p:blipFill>
          <a:blip r:embed="rId3"/>
          <a:stretch>
            <a:fillRect/>
          </a:stretch>
        </p:blipFill>
        <p:spPr>
          <a:xfrm>
            <a:off x="3060665" y="-29210"/>
            <a:ext cx="9131935" cy="6916420"/>
          </a:xfrm>
          <a:prstGeom prst="rect">
            <a:avLst/>
          </a:prstGeom>
          <a:effectLst>
            <a:glow rad="101600">
              <a:schemeClr val="accent6">
                <a:lumMod val="60000"/>
                <a:lumOff val="40000"/>
                <a:alpha val="40000"/>
              </a:schemeClr>
            </a:glow>
            <a:outerShdw blurRad="127000" dist="50800" dir="10800000" sx="101000" sy="101000" algn="r" rotWithShape="0">
              <a:prstClr val="black">
                <a:alpha val="40000"/>
              </a:prstClr>
            </a:outerShdw>
            <a:softEdge rad="12700"/>
          </a:effectLst>
        </p:spPr>
      </p:pic>
      <p:sp>
        <p:nvSpPr>
          <p:cNvPr id="2" name="标题 1"/>
          <p:cNvSpPr>
            <a:spLocks noGrp="1"/>
          </p:cNvSpPr>
          <p:nvPr>
            <p:ph type="title"/>
          </p:nvPr>
        </p:nvSpPr>
        <p:spPr>
          <a:xfrm>
            <a:off x="7414225" y="2623185"/>
            <a:ext cx="3716655" cy="1325880"/>
          </a:xfrm>
          <a:effectLst>
            <a:outerShdw blurRad="63500" dist="50800" dir="8100000" algn="tr" rotWithShape="0">
              <a:schemeClr val="tx1">
                <a:alpha val="40000"/>
              </a:schemeClr>
            </a:outerShdw>
          </a:effectLst>
        </p:spPr>
        <p:txBody>
          <a:bodyPr/>
          <a:lstStyle/>
          <a:p>
            <a:r>
              <a:rPr lang="en-US" altLang="zh-CN" sz="7200" b="1">
                <a:gradFill>
                  <a:gsLst>
                    <a:gs pos="50000">
                      <a:srgbClr val="63786E"/>
                    </a:gs>
                    <a:gs pos="0">
                      <a:srgbClr val="97A59E"/>
                    </a:gs>
                    <a:gs pos="100000">
                      <a:srgbClr val="2E4B3D"/>
                    </a:gs>
                  </a:gsLst>
                  <a:lin scaled="1"/>
                </a:gradFill>
                <a:latin typeface="微软雅黑" panose="020B0503020204020204" charset="-122"/>
                <a:ea typeface="微软雅黑" panose="020B0503020204020204" charset="-122"/>
              </a:rPr>
              <a:t>Part 01</a:t>
            </a:r>
          </a:p>
        </p:txBody>
      </p:sp>
      <p:sp>
        <p:nvSpPr>
          <p:cNvPr id="3" name="文本框 2"/>
          <p:cNvSpPr txBox="1"/>
          <p:nvPr/>
        </p:nvSpPr>
        <p:spPr>
          <a:xfrm>
            <a:off x="7414225" y="3949065"/>
            <a:ext cx="3462655" cy="460375"/>
          </a:xfrm>
          <a:prstGeom prst="rect">
            <a:avLst/>
          </a:prstGeom>
          <a:noFill/>
        </p:spPr>
        <p:txBody>
          <a:bodyPr wrap="square" rtlCol="0">
            <a:spAutoFit/>
          </a:bodyPr>
          <a:lstStyle/>
          <a:p>
            <a:pPr algn="ctr"/>
            <a:r>
              <a:rPr lang="zh-CN" altLang="en-US" sz="2400">
                <a:solidFill>
                  <a:schemeClr val="accent6">
                    <a:lumMod val="50000"/>
                  </a:schemeClr>
                </a:solidFill>
                <a:latin typeface="微软雅黑" panose="020B0503020204020204" charset="-122"/>
                <a:ea typeface="微软雅黑" panose="020B0503020204020204" charset="-122"/>
              </a:rPr>
              <a:t>输入文字</a:t>
            </a:r>
          </a:p>
        </p:txBody>
      </p:sp>
      <p:pic>
        <p:nvPicPr>
          <p:cNvPr id="58" name="图片 57" descr="WechatIMG1669"/>
          <p:cNvPicPr>
            <a:picLocks noChangeAspect="1"/>
          </p:cNvPicPr>
          <p:nvPr/>
        </p:nvPicPr>
        <p:blipFill>
          <a:blip r:embed="rId4"/>
          <a:stretch>
            <a:fillRect/>
          </a:stretch>
        </p:blipFill>
        <p:spPr>
          <a:xfrm>
            <a:off x="205705" y="132715"/>
            <a:ext cx="1318895" cy="1299210"/>
          </a:xfrm>
          <a:prstGeom prst="rect">
            <a:avLst/>
          </a:prstGeom>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图片 58" descr="640"/>
          <p:cNvPicPr>
            <a:picLocks noChangeAspect="1"/>
          </p:cNvPicPr>
          <p:nvPr/>
        </p:nvPicPr>
        <p:blipFill>
          <a:blip r:embed="rId3"/>
          <a:stretch>
            <a:fillRect/>
          </a:stretch>
        </p:blipFill>
        <p:spPr>
          <a:xfrm flipH="1">
            <a:off x="1809080" y="0"/>
            <a:ext cx="10383520" cy="6922135"/>
          </a:xfrm>
          <a:prstGeom prst="rect">
            <a:avLst/>
          </a:prstGeom>
        </p:spPr>
      </p:pic>
      <p:pic>
        <p:nvPicPr>
          <p:cNvPr id="3" name="图片 2" descr="Untitled_Artwork 8"/>
          <p:cNvPicPr>
            <a:picLocks noChangeAspect="1"/>
          </p:cNvPicPr>
          <p:nvPr/>
        </p:nvPicPr>
        <p:blipFill>
          <a:blip r:embed="rId4"/>
          <a:stretch>
            <a:fillRect/>
          </a:stretch>
        </p:blipFill>
        <p:spPr>
          <a:xfrm flipH="1">
            <a:off x="26000" y="0"/>
            <a:ext cx="9072880" cy="6860540"/>
          </a:xfrm>
          <a:prstGeom prst="rect">
            <a:avLst/>
          </a:prstGeom>
          <a:effectLst>
            <a:glow rad="101600">
              <a:schemeClr val="accent6">
                <a:lumMod val="60000"/>
                <a:lumOff val="40000"/>
                <a:alpha val="40000"/>
              </a:schemeClr>
            </a:glow>
            <a:innerShdw blurRad="127000" dist="63500" dir="10800000">
              <a:prstClr val="black">
                <a:alpha val="50000"/>
              </a:prstClr>
            </a:innerShdw>
            <a:softEdge rad="12700"/>
          </a:effectLst>
        </p:spPr>
      </p:pic>
      <p:pic>
        <p:nvPicPr>
          <p:cNvPr id="7" name="图片 6" descr="Untitled_Artwork 8"/>
          <p:cNvPicPr>
            <a:picLocks noChangeAspect="1"/>
          </p:cNvPicPr>
          <p:nvPr/>
        </p:nvPicPr>
        <p:blipFill>
          <a:blip r:embed="rId5"/>
          <a:stretch>
            <a:fillRect/>
          </a:stretch>
        </p:blipFill>
        <p:spPr>
          <a:xfrm>
            <a:off x="-367700" y="1563370"/>
            <a:ext cx="12560300" cy="4454525"/>
          </a:xfrm>
          <a:prstGeom prst="rect">
            <a:avLst/>
          </a:prstGeom>
        </p:spPr>
      </p:pic>
      <p:grpSp>
        <p:nvGrpSpPr>
          <p:cNvPr id="51" name="组合 3"/>
          <p:cNvGrpSpPr/>
          <p:nvPr/>
        </p:nvGrpSpPr>
        <p:grpSpPr>
          <a:xfrm>
            <a:off x="8942670" y="2019935"/>
            <a:ext cx="2232660" cy="3662680"/>
            <a:chOff x="778084" y="1038958"/>
            <a:chExt cx="1850186" cy="2900945"/>
          </a:xfrm>
        </p:grpSpPr>
        <p:sp>
          <p:nvSpPr>
            <p:cNvPr id="52" name="圆角矩形 51"/>
            <p:cNvSpPr/>
            <p:nvPr/>
          </p:nvSpPr>
          <p:spPr>
            <a:xfrm>
              <a:off x="887052" y="1038958"/>
              <a:ext cx="1632254" cy="1502650"/>
            </a:xfrm>
            <a:prstGeom prst="roundRect">
              <a:avLst>
                <a:gd name="adj" fmla="val 9350"/>
              </a:avLst>
            </a:prstGeom>
            <a:solidFill>
              <a:schemeClr val="accent6"/>
            </a:solidFill>
            <a:ln w="25400" cap="flat" cmpd="sng" algn="ctr">
              <a:solidFill>
                <a:sysClr val="window" lastClr="FFFFFF"/>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53" name="任意多边形 52"/>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6">
                  <a:lumMod val="75000"/>
                </a:schemeClr>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54" name="椭圆 53"/>
            <p:cNvSpPr/>
            <p:nvPr/>
          </p:nvSpPr>
          <p:spPr>
            <a:xfrm>
              <a:off x="1387356" y="1647875"/>
              <a:ext cx="600075" cy="600075"/>
            </a:xfrm>
            <a:prstGeom prst="ellipse">
              <a:avLst/>
            </a:prstGeom>
            <a:solidFill>
              <a:schemeClr val="accent6"/>
            </a:solidFill>
            <a:ln w="25400" cap="flat" cmpd="sng" algn="ctr">
              <a:no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55" name="文本框 11"/>
            <p:cNvSpPr txBox="1"/>
            <p:nvPr/>
          </p:nvSpPr>
          <p:spPr>
            <a:xfrm>
              <a:off x="1304926" y="1222952"/>
              <a:ext cx="839366" cy="591455"/>
            </a:xfrm>
            <a:prstGeom prst="rect">
              <a:avLst/>
            </a:prstGeom>
            <a:noFill/>
          </p:spPr>
          <p:txBody>
            <a:bodyPr wrap="square" lIns="91412" tIns="45706" rIns="91412" bIns="45706" rtlCol="0">
              <a:spAutoFit/>
            </a:bodyPr>
            <a:lstStyle/>
            <a:p>
              <a:pPr algn="ctr" defTabSz="1217930">
                <a:defRPr/>
              </a:pPr>
              <a:r>
                <a:rPr lang="en-US" altLang="zh-HK" sz="4265" kern="0" dirty="0">
                  <a:solidFill>
                    <a:schemeClr val="bg1"/>
                  </a:solidFill>
                  <a:cs typeface="+mn-ea"/>
                  <a:sym typeface="+mn-lt"/>
                </a:rPr>
                <a:t>04</a:t>
              </a:r>
              <a:endParaRPr lang="zh-HK" altLang="en-US" sz="4265" kern="0" dirty="0">
                <a:solidFill>
                  <a:schemeClr val="bg1"/>
                </a:solidFill>
                <a:cs typeface="+mn-ea"/>
                <a:sym typeface="+mn-lt"/>
              </a:endParaRPr>
            </a:p>
          </p:txBody>
        </p:sp>
        <p:sp>
          <p:nvSpPr>
            <p:cNvPr id="56" name="文本框 64"/>
            <p:cNvSpPr txBox="1"/>
            <p:nvPr/>
          </p:nvSpPr>
          <p:spPr>
            <a:xfrm>
              <a:off x="1148007" y="2341068"/>
              <a:ext cx="1110344" cy="266054"/>
            </a:xfrm>
            <a:prstGeom prst="rect">
              <a:avLst/>
            </a:prstGeom>
            <a:noFill/>
          </p:spPr>
          <p:txBody>
            <a:bodyPr wrap="square" lIns="91412" tIns="45706" rIns="91412" bIns="45706" rtlCol="0">
              <a:spAutoFit/>
            </a:bodyPr>
            <a:lstStyle/>
            <a:p>
              <a:pPr algn="ctr" defTabSz="1217930">
                <a:defRPr/>
              </a:pPr>
              <a:r>
                <a:rPr lang="zh-CN"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rPr>
                <a:t>添加标题</a:t>
              </a:r>
              <a:endParaRPr lang="zh-HK"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57" name="文本框 65"/>
            <p:cNvSpPr txBox="1"/>
            <p:nvPr/>
          </p:nvSpPr>
          <p:spPr>
            <a:xfrm>
              <a:off x="907517" y="2714017"/>
              <a:ext cx="1580032" cy="883662"/>
            </a:xfrm>
            <a:prstGeom prst="rect">
              <a:avLst/>
            </a:prstGeom>
            <a:noFill/>
          </p:spPr>
          <p:txBody>
            <a:bodyPr wrap="square" lIns="91412" tIns="45706" rIns="91412" bIns="45706" rtlCol="0">
              <a:spAutoFit/>
            </a:bodyPr>
            <a:lstStyle/>
            <a:p>
              <a:pPr algn="ctr">
                <a:lnSpc>
                  <a:spcPts val="2000"/>
                </a:lnSpc>
              </a:pPr>
              <a:r>
                <a:rPr lang="zh-CN" altLang="en-US" sz="1200" dirty="0">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grpSp>
      <p:grpSp>
        <p:nvGrpSpPr>
          <p:cNvPr id="43" name="组合 3"/>
          <p:cNvGrpSpPr/>
          <p:nvPr/>
        </p:nvGrpSpPr>
        <p:grpSpPr>
          <a:xfrm>
            <a:off x="6297895" y="2019935"/>
            <a:ext cx="2232660" cy="3662680"/>
            <a:chOff x="778084" y="1038958"/>
            <a:chExt cx="1850186" cy="2900945"/>
          </a:xfrm>
        </p:grpSpPr>
        <p:sp>
          <p:nvSpPr>
            <p:cNvPr id="44" name="圆角矩形 43"/>
            <p:cNvSpPr/>
            <p:nvPr/>
          </p:nvSpPr>
          <p:spPr>
            <a:xfrm>
              <a:off x="887052" y="1038958"/>
              <a:ext cx="1632254" cy="1502650"/>
            </a:xfrm>
            <a:prstGeom prst="roundRect">
              <a:avLst>
                <a:gd name="adj" fmla="val 9350"/>
              </a:avLst>
            </a:prstGeom>
            <a:solidFill>
              <a:srgbClr val="5C8C4E"/>
            </a:solidFill>
            <a:ln w="25400" cap="flat" cmpd="sng" algn="ctr">
              <a:solidFill>
                <a:sysClr val="window" lastClr="FFFFFF"/>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45" name="任意多边形 44"/>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6">
                  <a:lumMod val="75000"/>
                </a:schemeClr>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46" name="椭圆 45"/>
            <p:cNvSpPr/>
            <p:nvPr/>
          </p:nvSpPr>
          <p:spPr>
            <a:xfrm>
              <a:off x="1387356" y="1647875"/>
              <a:ext cx="600075" cy="600075"/>
            </a:xfrm>
            <a:prstGeom prst="ellipse">
              <a:avLst/>
            </a:prstGeom>
            <a:solidFill>
              <a:srgbClr val="5C8C4E"/>
            </a:solidFill>
            <a:ln w="25400" cap="flat" cmpd="sng" algn="ctr">
              <a:no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47" name="文本框 11"/>
            <p:cNvSpPr txBox="1"/>
            <p:nvPr/>
          </p:nvSpPr>
          <p:spPr>
            <a:xfrm>
              <a:off x="1304926" y="1222952"/>
              <a:ext cx="839366" cy="591455"/>
            </a:xfrm>
            <a:prstGeom prst="rect">
              <a:avLst/>
            </a:prstGeom>
            <a:noFill/>
          </p:spPr>
          <p:txBody>
            <a:bodyPr wrap="square" lIns="91412" tIns="45706" rIns="91412" bIns="45706" rtlCol="0">
              <a:spAutoFit/>
            </a:bodyPr>
            <a:lstStyle/>
            <a:p>
              <a:pPr algn="ctr" defTabSz="1217930">
                <a:defRPr/>
              </a:pPr>
              <a:r>
                <a:rPr lang="en-US" altLang="zh-HK" sz="4265" kern="0" dirty="0">
                  <a:solidFill>
                    <a:schemeClr val="bg1"/>
                  </a:solidFill>
                  <a:cs typeface="+mn-ea"/>
                  <a:sym typeface="+mn-lt"/>
                </a:rPr>
                <a:t>03</a:t>
              </a:r>
              <a:endParaRPr lang="zh-HK" altLang="en-US" sz="4265" kern="0" dirty="0">
                <a:solidFill>
                  <a:schemeClr val="bg1"/>
                </a:solidFill>
                <a:cs typeface="+mn-ea"/>
                <a:sym typeface="+mn-lt"/>
              </a:endParaRPr>
            </a:p>
          </p:txBody>
        </p:sp>
        <p:sp>
          <p:nvSpPr>
            <p:cNvPr id="48" name="文本框 64"/>
            <p:cNvSpPr txBox="1"/>
            <p:nvPr/>
          </p:nvSpPr>
          <p:spPr>
            <a:xfrm>
              <a:off x="1148007" y="2341068"/>
              <a:ext cx="1110344" cy="266054"/>
            </a:xfrm>
            <a:prstGeom prst="rect">
              <a:avLst/>
            </a:prstGeom>
            <a:noFill/>
          </p:spPr>
          <p:txBody>
            <a:bodyPr wrap="square" lIns="91412" tIns="45706" rIns="91412" bIns="45706" rtlCol="0">
              <a:spAutoFit/>
            </a:bodyPr>
            <a:lstStyle/>
            <a:p>
              <a:pPr algn="ctr" defTabSz="1217930">
                <a:defRPr/>
              </a:pPr>
              <a:r>
                <a:rPr lang="zh-CN"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rPr>
                <a:t>添加标题</a:t>
              </a:r>
              <a:endParaRPr lang="zh-HK"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49" name="文本框 65"/>
            <p:cNvSpPr txBox="1"/>
            <p:nvPr/>
          </p:nvSpPr>
          <p:spPr>
            <a:xfrm>
              <a:off x="907517" y="2714017"/>
              <a:ext cx="1580032" cy="883662"/>
            </a:xfrm>
            <a:prstGeom prst="rect">
              <a:avLst/>
            </a:prstGeom>
            <a:noFill/>
          </p:spPr>
          <p:txBody>
            <a:bodyPr wrap="square" lIns="91412" tIns="45706" rIns="91412" bIns="45706" rtlCol="0">
              <a:spAutoFit/>
            </a:bodyPr>
            <a:lstStyle/>
            <a:p>
              <a:pPr algn="ctr">
                <a:lnSpc>
                  <a:spcPts val="2000"/>
                </a:lnSpc>
              </a:pPr>
              <a:r>
                <a:rPr lang="zh-CN" altLang="en-US" sz="1200" dirty="0">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grpSp>
      <p:grpSp>
        <p:nvGrpSpPr>
          <p:cNvPr id="17" name="组合 3"/>
          <p:cNvGrpSpPr/>
          <p:nvPr/>
        </p:nvGrpSpPr>
        <p:grpSpPr>
          <a:xfrm>
            <a:off x="3615020" y="1997710"/>
            <a:ext cx="2232660" cy="3662680"/>
            <a:chOff x="778084" y="1038958"/>
            <a:chExt cx="1850186" cy="2900945"/>
          </a:xfrm>
        </p:grpSpPr>
        <p:sp>
          <p:nvSpPr>
            <p:cNvPr id="18" name="圆角矩形 17"/>
            <p:cNvSpPr/>
            <p:nvPr/>
          </p:nvSpPr>
          <p:spPr>
            <a:xfrm>
              <a:off x="887052" y="1038958"/>
              <a:ext cx="1632254" cy="1502650"/>
            </a:xfrm>
            <a:prstGeom prst="roundRect">
              <a:avLst>
                <a:gd name="adj" fmla="val 9350"/>
              </a:avLst>
            </a:prstGeom>
            <a:solidFill>
              <a:schemeClr val="accent6">
                <a:lumMod val="50000"/>
              </a:schemeClr>
            </a:solidFill>
            <a:ln w="25400" cap="flat" cmpd="sng" algn="ctr">
              <a:solidFill>
                <a:sysClr val="window" lastClr="FFFFFF"/>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28" name="任意多边形 27"/>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6">
                  <a:lumMod val="75000"/>
                </a:schemeClr>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29" name="椭圆 28"/>
            <p:cNvSpPr/>
            <p:nvPr/>
          </p:nvSpPr>
          <p:spPr>
            <a:xfrm>
              <a:off x="1387356" y="1647875"/>
              <a:ext cx="600075" cy="600075"/>
            </a:xfrm>
            <a:prstGeom prst="ellipse">
              <a:avLst/>
            </a:prstGeom>
            <a:solidFill>
              <a:schemeClr val="accent6">
                <a:lumMod val="50000"/>
              </a:schemeClr>
            </a:solidFill>
            <a:ln w="25400" cap="flat" cmpd="sng" algn="ctr">
              <a:no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35" name="文本框 11"/>
            <p:cNvSpPr txBox="1"/>
            <p:nvPr/>
          </p:nvSpPr>
          <p:spPr>
            <a:xfrm>
              <a:off x="1304926" y="1222952"/>
              <a:ext cx="839366" cy="591455"/>
            </a:xfrm>
            <a:prstGeom prst="rect">
              <a:avLst/>
            </a:prstGeom>
            <a:noFill/>
          </p:spPr>
          <p:txBody>
            <a:bodyPr wrap="square" lIns="91412" tIns="45706" rIns="91412" bIns="45706" rtlCol="0">
              <a:spAutoFit/>
            </a:bodyPr>
            <a:lstStyle/>
            <a:p>
              <a:pPr algn="ctr" defTabSz="1217930">
                <a:defRPr/>
              </a:pPr>
              <a:r>
                <a:rPr lang="en-US" altLang="zh-HK" sz="4265" kern="0" dirty="0">
                  <a:solidFill>
                    <a:schemeClr val="bg1"/>
                  </a:solidFill>
                  <a:cs typeface="+mn-ea"/>
                  <a:sym typeface="+mn-lt"/>
                </a:rPr>
                <a:t>02</a:t>
              </a:r>
              <a:endParaRPr lang="zh-HK" altLang="en-US" sz="4265" kern="0" dirty="0">
                <a:solidFill>
                  <a:schemeClr val="bg1"/>
                </a:solidFill>
                <a:cs typeface="+mn-ea"/>
                <a:sym typeface="+mn-lt"/>
              </a:endParaRPr>
            </a:p>
          </p:txBody>
        </p:sp>
        <p:sp>
          <p:nvSpPr>
            <p:cNvPr id="36" name="文本框 64"/>
            <p:cNvSpPr txBox="1"/>
            <p:nvPr/>
          </p:nvSpPr>
          <p:spPr>
            <a:xfrm>
              <a:off x="1148007" y="2341068"/>
              <a:ext cx="1110344" cy="266054"/>
            </a:xfrm>
            <a:prstGeom prst="rect">
              <a:avLst/>
            </a:prstGeom>
            <a:noFill/>
          </p:spPr>
          <p:txBody>
            <a:bodyPr wrap="square" lIns="91412" tIns="45706" rIns="91412" bIns="45706" rtlCol="0">
              <a:spAutoFit/>
            </a:bodyPr>
            <a:lstStyle/>
            <a:p>
              <a:pPr algn="ctr" defTabSz="1217930">
                <a:defRPr/>
              </a:pPr>
              <a:r>
                <a:rPr lang="zh-CN"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rPr>
                <a:t>添加标题</a:t>
              </a:r>
              <a:endParaRPr lang="zh-HK"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42" name="文本框 65"/>
            <p:cNvSpPr txBox="1"/>
            <p:nvPr/>
          </p:nvSpPr>
          <p:spPr>
            <a:xfrm>
              <a:off x="907517" y="2714017"/>
              <a:ext cx="1580032" cy="883662"/>
            </a:xfrm>
            <a:prstGeom prst="rect">
              <a:avLst/>
            </a:prstGeom>
            <a:noFill/>
          </p:spPr>
          <p:txBody>
            <a:bodyPr wrap="square" lIns="91412" tIns="45706" rIns="91412" bIns="45706" rtlCol="0">
              <a:spAutoFit/>
            </a:bodyPr>
            <a:lstStyle/>
            <a:p>
              <a:pPr algn="ctr">
                <a:lnSpc>
                  <a:spcPts val="2000"/>
                </a:lnSpc>
              </a:pPr>
              <a:r>
                <a:rPr lang="zh-CN" altLang="en-US" sz="1200" dirty="0">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grpSp>
      <p:grpSp>
        <p:nvGrpSpPr>
          <p:cNvPr id="13" name="组合 3"/>
          <p:cNvGrpSpPr/>
          <p:nvPr/>
        </p:nvGrpSpPr>
        <p:grpSpPr>
          <a:xfrm>
            <a:off x="932145" y="2019935"/>
            <a:ext cx="2232660" cy="3662680"/>
            <a:chOff x="778084" y="1038958"/>
            <a:chExt cx="1850186" cy="2900945"/>
          </a:xfrm>
        </p:grpSpPr>
        <p:sp>
          <p:nvSpPr>
            <p:cNvPr id="14" name="圆角矩形 13"/>
            <p:cNvSpPr/>
            <p:nvPr/>
          </p:nvSpPr>
          <p:spPr>
            <a:xfrm>
              <a:off x="887052" y="1038958"/>
              <a:ext cx="1632254" cy="1502650"/>
            </a:xfrm>
            <a:prstGeom prst="roundRect">
              <a:avLst>
                <a:gd name="adj" fmla="val 9350"/>
              </a:avLst>
            </a:prstGeom>
            <a:solidFill>
              <a:schemeClr val="accent6">
                <a:lumMod val="75000"/>
              </a:schemeClr>
            </a:solidFill>
            <a:ln w="25400" cap="flat" cmpd="sng" algn="ctr">
              <a:solidFill>
                <a:sysClr val="window" lastClr="FFFFFF"/>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15" name="任意多边形 14"/>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6">
                  <a:lumMod val="75000"/>
                </a:schemeClr>
              </a:solid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19" name="椭圆 18"/>
            <p:cNvSpPr/>
            <p:nvPr/>
          </p:nvSpPr>
          <p:spPr>
            <a:xfrm>
              <a:off x="1387356" y="1647875"/>
              <a:ext cx="600075" cy="600075"/>
            </a:xfrm>
            <a:prstGeom prst="ellipse">
              <a:avLst/>
            </a:prstGeom>
            <a:solidFill>
              <a:schemeClr val="accent6">
                <a:lumMod val="75000"/>
              </a:schemeClr>
            </a:solidFill>
            <a:ln w="25400" cap="flat" cmpd="sng" algn="ctr">
              <a:noFill/>
              <a:prstDash val="solid"/>
            </a:ln>
            <a:effectLst/>
          </p:spPr>
          <p:txBody>
            <a:bodyPr lIns="91412" tIns="45706" rIns="91412" bIns="45706" rtlCol="0" anchor="ctr"/>
            <a:lstStyle/>
            <a:p>
              <a:pPr algn="ctr" defTabSz="1217930">
                <a:defRPr/>
              </a:pPr>
              <a:endParaRPr lang="zh-HK" altLang="en-US" sz="2135" kern="0" dirty="0">
                <a:solidFill>
                  <a:prstClr val="white"/>
                </a:solidFill>
                <a:cs typeface="+mn-ea"/>
                <a:sym typeface="+mn-lt"/>
              </a:endParaRPr>
            </a:p>
          </p:txBody>
        </p:sp>
        <p:sp>
          <p:nvSpPr>
            <p:cNvPr id="20" name="文本框 11"/>
            <p:cNvSpPr txBox="1"/>
            <p:nvPr/>
          </p:nvSpPr>
          <p:spPr>
            <a:xfrm>
              <a:off x="1304926" y="1222952"/>
              <a:ext cx="839366" cy="591455"/>
            </a:xfrm>
            <a:prstGeom prst="rect">
              <a:avLst/>
            </a:prstGeom>
            <a:noFill/>
          </p:spPr>
          <p:txBody>
            <a:bodyPr wrap="square" lIns="91412" tIns="45706" rIns="91412" bIns="45706" rtlCol="0">
              <a:spAutoFit/>
            </a:bodyPr>
            <a:lstStyle/>
            <a:p>
              <a:pPr algn="ctr" defTabSz="1217930">
                <a:defRPr/>
              </a:pPr>
              <a:r>
                <a:rPr lang="en-US" altLang="zh-HK" sz="4265" kern="0" dirty="0">
                  <a:solidFill>
                    <a:schemeClr val="bg1"/>
                  </a:solidFill>
                  <a:cs typeface="+mn-ea"/>
                  <a:sym typeface="+mn-lt"/>
                </a:rPr>
                <a:t>01</a:t>
              </a:r>
              <a:endParaRPr lang="zh-HK" altLang="en-US" sz="4265" kern="0" dirty="0">
                <a:solidFill>
                  <a:schemeClr val="bg1"/>
                </a:solidFill>
                <a:cs typeface="+mn-ea"/>
                <a:sym typeface="+mn-lt"/>
              </a:endParaRPr>
            </a:p>
          </p:txBody>
        </p:sp>
        <p:sp>
          <p:nvSpPr>
            <p:cNvPr id="21" name="文本框 64"/>
            <p:cNvSpPr txBox="1"/>
            <p:nvPr/>
          </p:nvSpPr>
          <p:spPr>
            <a:xfrm>
              <a:off x="1148007" y="2341068"/>
              <a:ext cx="1110344" cy="266054"/>
            </a:xfrm>
            <a:prstGeom prst="rect">
              <a:avLst/>
            </a:prstGeom>
            <a:noFill/>
          </p:spPr>
          <p:txBody>
            <a:bodyPr wrap="square" lIns="91412" tIns="45706" rIns="91412" bIns="45706" rtlCol="0">
              <a:spAutoFit/>
            </a:bodyPr>
            <a:lstStyle/>
            <a:p>
              <a:pPr algn="ctr" defTabSz="1217930">
                <a:defRPr/>
              </a:pPr>
              <a:r>
                <a:rPr lang="zh-CN"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rPr>
                <a:t>添加标题</a:t>
              </a:r>
              <a:endParaRPr lang="zh-HK" altLang="en-US" sz="1600" b="1" kern="0"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sp>
          <p:nvSpPr>
            <p:cNvPr id="22" name="文本框 65"/>
            <p:cNvSpPr txBox="1"/>
            <p:nvPr/>
          </p:nvSpPr>
          <p:spPr>
            <a:xfrm>
              <a:off x="907517" y="2714017"/>
              <a:ext cx="1580032" cy="883662"/>
            </a:xfrm>
            <a:prstGeom prst="rect">
              <a:avLst/>
            </a:prstGeom>
            <a:noFill/>
          </p:spPr>
          <p:txBody>
            <a:bodyPr wrap="square" lIns="91412" tIns="45706" rIns="91412" bIns="45706" rtlCol="0">
              <a:spAutoFit/>
            </a:bodyPr>
            <a:lstStyle/>
            <a:p>
              <a:pPr algn="ctr">
                <a:lnSpc>
                  <a:spcPts val="2000"/>
                </a:lnSpc>
              </a:pPr>
              <a:r>
                <a:rPr lang="zh-CN" altLang="en-US" sz="1200" dirty="0">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grpSp>
      <p:sp>
        <p:nvSpPr>
          <p:cNvPr id="5" name="矩形 4"/>
          <p:cNvSpPr/>
          <p:nvPr/>
        </p:nvSpPr>
        <p:spPr>
          <a:xfrm>
            <a:off x="45027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6" name="Rectangle 4"/>
          <p:cNvSpPr txBox="1">
            <a:spLocks noChangeArrowheads="1"/>
          </p:cNvSpPr>
          <p:nvPr/>
        </p:nvSpPr>
        <p:spPr bwMode="auto">
          <a:xfrm>
            <a:off x="3479587" y="1062635"/>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50000"/>
                  </a:schemeClr>
                </a:solidFill>
                <a:latin typeface="微软雅黑" panose="020B0503020204020204" charset="-122"/>
                <a:ea typeface="微软雅黑" panose="020B0503020204020204" charset="-122"/>
              </a:rPr>
              <a:t>输入文字</a:t>
            </a:r>
          </a:p>
        </p:txBody>
      </p:sp>
      <p:pic>
        <p:nvPicPr>
          <p:cNvPr id="58" name="图片 57" descr="WechatIMG1669"/>
          <p:cNvPicPr>
            <a:picLocks noChangeAspect="1"/>
          </p:cNvPicPr>
          <p:nvPr/>
        </p:nvPicPr>
        <p:blipFill>
          <a:blip r:embed="rId6"/>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additive="base">
                                        <p:cTn id="22" dur="500" fill="hold"/>
                                        <p:tgtEl>
                                          <p:spTgt spid="43"/>
                                        </p:tgtEl>
                                        <p:attrNameLst>
                                          <p:attrName>ppt_x</p:attrName>
                                        </p:attrNameLst>
                                      </p:cBhvr>
                                      <p:tavLst>
                                        <p:tav tm="0">
                                          <p:val>
                                            <p:strVal val="#ppt_x"/>
                                          </p:val>
                                        </p:tav>
                                        <p:tav tm="100000">
                                          <p:val>
                                            <p:strVal val="#ppt_x"/>
                                          </p:val>
                                        </p:tav>
                                      </p:tavLst>
                                    </p:anim>
                                    <p:anim calcmode="lin" valueType="num">
                                      <p:cBhvr additive="base">
                                        <p:cTn id="23" dur="500" fill="hold"/>
                                        <p:tgtEl>
                                          <p:spTgt spid="43"/>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2" presetClass="entr" presetSubtype="4"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ppt_x"/>
                                          </p:val>
                                        </p:tav>
                                        <p:tav tm="100000">
                                          <p:val>
                                            <p:strVal val="#ppt_x"/>
                                          </p:val>
                                        </p:tav>
                                      </p:tavLst>
                                    </p:anim>
                                    <p:anim calcmode="lin" valueType="num">
                                      <p:cBhvr additive="base">
                                        <p:cTn id="2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640-2"/>
          <p:cNvPicPr>
            <a:picLocks noChangeAspect="1"/>
          </p:cNvPicPr>
          <p:nvPr/>
        </p:nvPicPr>
        <p:blipFill>
          <a:blip r:embed="rId3"/>
          <a:stretch>
            <a:fillRect/>
          </a:stretch>
        </p:blipFill>
        <p:spPr>
          <a:xfrm>
            <a:off x="1906235" y="0"/>
            <a:ext cx="10286365" cy="6858000"/>
          </a:xfrm>
          <a:prstGeom prst="rect">
            <a:avLst/>
          </a:prstGeom>
        </p:spPr>
      </p:pic>
      <p:pic>
        <p:nvPicPr>
          <p:cNvPr id="2" name="图片 1" descr="Untitled_Artwork 8"/>
          <p:cNvPicPr>
            <a:picLocks noChangeAspect="1"/>
          </p:cNvPicPr>
          <p:nvPr/>
        </p:nvPicPr>
        <p:blipFill>
          <a:blip r:embed="rId4"/>
          <a:stretch>
            <a:fillRect/>
          </a:stretch>
        </p:blipFill>
        <p:spPr>
          <a:xfrm flipH="1">
            <a:off x="600" y="0"/>
            <a:ext cx="10394950" cy="6929755"/>
          </a:xfrm>
          <a:prstGeom prst="rect">
            <a:avLst/>
          </a:prstGeom>
        </p:spPr>
      </p:pic>
      <p:pic>
        <p:nvPicPr>
          <p:cNvPr id="4" name="图片 3" descr="Untitled_Artwork 8的副本"/>
          <p:cNvPicPr>
            <a:picLocks noChangeAspect="1"/>
          </p:cNvPicPr>
          <p:nvPr/>
        </p:nvPicPr>
        <p:blipFill>
          <a:blip r:embed="rId5"/>
          <a:stretch>
            <a:fillRect/>
          </a:stretch>
        </p:blipFill>
        <p:spPr>
          <a:xfrm>
            <a:off x="-443265" y="1652270"/>
            <a:ext cx="12666980" cy="4679315"/>
          </a:xfrm>
          <a:prstGeom prst="rect">
            <a:avLst/>
          </a:prstGeom>
        </p:spPr>
      </p:pic>
      <p:sp>
        <p:nvSpPr>
          <p:cNvPr id="67" name="Freeform 6"/>
          <p:cNvSpPr/>
          <p:nvPr/>
        </p:nvSpPr>
        <p:spPr bwMode="auto">
          <a:xfrm>
            <a:off x="4756053" y="5357528"/>
            <a:ext cx="4284" cy="2118"/>
          </a:xfrm>
          <a:custGeom>
            <a:avLst/>
            <a:gdLst>
              <a:gd name="T0" fmla="*/ 2 w 4"/>
              <a:gd name="T1" fmla="*/ 0 h 4"/>
              <a:gd name="T2" fmla="*/ 4 w 4"/>
              <a:gd name="T3" fmla="*/ 4 h 4"/>
              <a:gd name="T4" fmla="*/ 0 w 4"/>
              <a:gd name="T5" fmla="*/ 4 h 4"/>
              <a:gd name="T6" fmla="*/ 2 w 4"/>
              <a:gd name="T7" fmla="*/ 0 h 4"/>
            </a:gdLst>
            <a:ahLst/>
            <a:cxnLst>
              <a:cxn ang="0">
                <a:pos x="T0" y="T1"/>
              </a:cxn>
              <a:cxn ang="0">
                <a:pos x="T2" y="T3"/>
              </a:cxn>
              <a:cxn ang="0">
                <a:pos x="T4" y="T5"/>
              </a:cxn>
              <a:cxn ang="0">
                <a:pos x="T6" y="T7"/>
              </a:cxn>
            </a:cxnLst>
            <a:rect l="0" t="0" r="r" b="b"/>
            <a:pathLst>
              <a:path w="4" h="4">
                <a:moveTo>
                  <a:pt x="2" y="0"/>
                </a:moveTo>
                <a:lnTo>
                  <a:pt x="4" y="4"/>
                </a:lnTo>
                <a:lnTo>
                  <a:pt x="0" y="4"/>
                </a:lnTo>
                <a:lnTo>
                  <a:pt x="2" y="0"/>
                </a:lnTo>
                <a:close/>
              </a:path>
            </a:pathLst>
          </a:custGeom>
          <a:solidFill>
            <a:srgbClr val="FFCA00"/>
          </a:solidFill>
          <a:ln w="0">
            <a:noFill/>
            <a:prstDash val="solid"/>
            <a:round/>
          </a:ln>
        </p:spPr>
        <p:txBody>
          <a:bodyPr vert="horz" wrap="square" lIns="130886" tIns="65442" rIns="130886" bIns="65442" numCol="1" anchor="t" anchorCtr="0" compatLnSpc="1"/>
          <a:lstStyle/>
          <a:p>
            <a:pPr algn="ctr" fontAlgn="base">
              <a:spcBef>
                <a:spcPct val="0"/>
              </a:spcBef>
              <a:spcAft>
                <a:spcPct val="0"/>
              </a:spcAft>
            </a:pPr>
            <a:endParaRPr lang="en-US" sz="2930">
              <a:solidFill>
                <a:srgbClr val="000000"/>
              </a:solidFill>
              <a:cs typeface="+mn-ea"/>
              <a:sym typeface="+mn-lt"/>
            </a:endParaRPr>
          </a:p>
        </p:txBody>
      </p:sp>
      <p:sp>
        <p:nvSpPr>
          <p:cNvPr id="68" name="Freeform 46"/>
          <p:cNvSpPr/>
          <p:nvPr/>
        </p:nvSpPr>
        <p:spPr bwMode="auto">
          <a:xfrm flipH="1">
            <a:off x="6173220" y="2132463"/>
            <a:ext cx="2518534" cy="209604"/>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69" name="Freeform 46"/>
          <p:cNvSpPr/>
          <p:nvPr/>
        </p:nvSpPr>
        <p:spPr bwMode="auto">
          <a:xfrm flipH="1">
            <a:off x="6489202" y="3577600"/>
            <a:ext cx="2220166" cy="46126"/>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70" name="Freeform 46"/>
          <p:cNvSpPr/>
          <p:nvPr/>
        </p:nvSpPr>
        <p:spPr bwMode="auto">
          <a:xfrm flipH="1">
            <a:off x="5625874" y="4641271"/>
            <a:ext cx="2813478" cy="46126"/>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71" name="Freeform 46"/>
          <p:cNvSpPr/>
          <p:nvPr/>
        </p:nvSpPr>
        <p:spPr bwMode="auto">
          <a:xfrm>
            <a:off x="1096346" y="2617291"/>
            <a:ext cx="2477253" cy="118883"/>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72" name="Rectangle 37"/>
          <p:cNvSpPr/>
          <p:nvPr/>
        </p:nvSpPr>
        <p:spPr bwMode="auto">
          <a:xfrm>
            <a:off x="1342539" y="2808895"/>
            <a:ext cx="2231133" cy="704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spcBef>
                <a:spcPct val="0"/>
              </a:spcBef>
              <a:buNone/>
            </a:pPr>
            <a:r>
              <a:rPr lang="zh-CN" altLang="en-US" sz="10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sp>
        <p:nvSpPr>
          <p:cNvPr id="73" name="Freeform 46"/>
          <p:cNvSpPr/>
          <p:nvPr/>
        </p:nvSpPr>
        <p:spPr bwMode="auto">
          <a:xfrm>
            <a:off x="1361125" y="3657351"/>
            <a:ext cx="3040448" cy="118883"/>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74" name="Rectangle 37"/>
          <p:cNvSpPr/>
          <p:nvPr/>
        </p:nvSpPr>
        <p:spPr bwMode="auto">
          <a:xfrm>
            <a:off x="1587833" y="3816181"/>
            <a:ext cx="2231133"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spcBef>
                <a:spcPct val="0"/>
              </a:spcBef>
              <a:buNone/>
            </a:pPr>
            <a:r>
              <a:rPr lang="zh-CN" altLang="en-US" sz="1000" dirty="0">
                <a:solidFill>
                  <a:schemeClr val="tx1">
                    <a:lumMod val="95000"/>
                    <a:lumOff val="5000"/>
                  </a:schemeClr>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endParaRPr lang="zh-CN" altLang="en-US" sz="1000" dirty="0">
              <a:solidFill>
                <a:schemeClr val="tx1">
                  <a:lumMod val="50000"/>
                  <a:lumOff val="50000"/>
                </a:schemeClr>
              </a:solidFill>
              <a:latin typeface="微软雅黑" panose="020B0503020204020204" charset="-122"/>
              <a:ea typeface="微软雅黑" panose="020B0503020204020204" charset="-122"/>
              <a:cs typeface="+mn-ea"/>
              <a:sym typeface="+mn-lt"/>
            </a:endParaRPr>
          </a:p>
        </p:txBody>
      </p:sp>
      <p:sp>
        <p:nvSpPr>
          <p:cNvPr id="75" name="Freeform 46"/>
          <p:cNvSpPr/>
          <p:nvPr/>
        </p:nvSpPr>
        <p:spPr bwMode="auto">
          <a:xfrm flipV="1">
            <a:off x="1174674" y="5423777"/>
            <a:ext cx="2643868" cy="118883"/>
          </a:xfrm>
          <a:custGeom>
            <a:avLst/>
            <a:gdLst>
              <a:gd name="T0" fmla="*/ 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a:moveTo>
                  <a:pt x="0" y="21600"/>
                </a:moveTo>
                <a:lnTo>
                  <a:pt x="0" y="0"/>
                </a:lnTo>
                <a:lnTo>
                  <a:pt x="21600" y="0"/>
                </a:lnTo>
              </a:path>
            </a:pathLst>
          </a:custGeom>
          <a:noFill/>
          <a:ln w="3175" cap="flat">
            <a:solidFill>
              <a:schemeClr val="tx1"/>
            </a:solidFill>
            <a:prstDash val="solid"/>
            <a:miter lim="800000"/>
            <a:headEnd type="none" w="med" len="med"/>
            <a:tailEnd type="oval"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pPr>
            <a:endParaRPr lang="en-US" sz="2930">
              <a:solidFill>
                <a:srgbClr val="323232"/>
              </a:solidFill>
              <a:cs typeface="+mn-ea"/>
              <a:sym typeface="+mn-lt"/>
            </a:endParaRPr>
          </a:p>
        </p:txBody>
      </p:sp>
      <p:sp>
        <p:nvSpPr>
          <p:cNvPr id="76" name="Rectangle 37"/>
          <p:cNvSpPr/>
          <p:nvPr/>
        </p:nvSpPr>
        <p:spPr bwMode="auto">
          <a:xfrm>
            <a:off x="1381249" y="4805819"/>
            <a:ext cx="2231133"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spcBef>
                <a:spcPct val="0"/>
              </a:spcBef>
              <a:buNone/>
            </a:pPr>
            <a:r>
              <a:rPr lang="zh-CN" altLang="en-US" sz="1000" dirty="0">
                <a:solidFill>
                  <a:schemeClr val="tx1">
                    <a:lumMod val="95000"/>
                    <a:lumOff val="5000"/>
                  </a:schemeClr>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endParaRPr lang="zh-CN" altLang="en-US" sz="1000" dirty="0">
              <a:solidFill>
                <a:schemeClr val="tx1">
                  <a:lumMod val="50000"/>
                  <a:lumOff val="50000"/>
                </a:schemeClr>
              </a:solidFill>
              <a:latin typeface="微软雅黑" panose="020B0503020204020204" charset="-122"/>
              <a:ea typeface="微软雅黑" panose="020B0503020204020204" charset="-122"/>
              <a:cs typeface="+mn-ea"/>
              <a:sym typeface="+mn-lt"/>
            </a:endParaRPr>
          </a:p>
        </p:txBody>
      </p:sp>
      <p:grpSp>
        <p:nvGrpSpPr>
          <p:cNvPr id="77" name="Group 5"/>
          <p:cNvGrpSpPr/>
          <p:nvPr/>
        </p:nvGrpSpPr>
        <p:grpSpPr>
          <a:xfrm>
            <a:off x="899224" y="2808616"/>
            <a:ext cx="403224" cy="352106"/>
            <a:chOff x="1082626" y="2203296"/>
            <a:chExt cx="298806" cy="264080"/>
          </a:xfrm>
        </p:grpSpPr>
        <p:sp>
          <p:nvSpPr>
            <p:cNvPr id="78" name="Oval 2"/>
            <p:cNvSpPr/>
            <p:nvPr/>
          </p:nvSpPr>
          <p:spPr bwMode="auto">
            <a:xfrm>
              <a:off x="1100040" y="2203296"/>
              <a:ext cx="264080" cy="264080"/>
            </a:xfrm>
            <a:prstGeom prst="ellipse">
              <a:avLst/>
            </a:prstGeom>
            <a:solidFill>
              <a:srgbClr val="5C8C4E"/>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79" name="Rectangle 22"/>
            <p:cNvSpPr/>
            <p:nvPr/>
          </p:nvSpPr>
          <p:spPr bwMode="auto">
            <a:xfrm>
              <a:off x="1082626" y="2237110"/>
              <a:ext cx="298806" cy="19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1</a:t>
              </a:r>
            </a:p>
          </p:txBody>
        </p:sp>
      </p:grpSp>
      <p:grpSp>
        <p:nvGrpSpPr>
          <p:cNvPr id="80" name="Group 235"/>
          <p:cNvGrpSpPr/>
          <p:nvPr/>
        </p:nvGrpSpPr>
        <p:grpSpPr>
          <a:xfrm>
            <a:off x="1108246" y="3816226"/>
            <a:ext cx="403134" cy="352106"/>
            <a:chOff x="1069450" y="2203296"/>
            <a:chExt cx="298739" cy="264080"/>
          </a:xfrm>
        </p:grpSpPr>
        <p:sp>
          <p:nvSpPr>
            <p:cNvPr id="81" name="Oval 236"/>
            <p:cNvSpPr/>
            <p:nvPr/>
          </p:nvSpPr>
          <p:spPr bwMode="auto">
            <a:xfrm>
              <a:off x="1103804" y="2203296"/>
              <a:ext cx="264080" cy="264080"/>
            </a:xfrm>
            <a:prstGeom prst="ellipse">
              <a:avLst/>
            </a:prstGeom>
            <a:solidFill>
              <a:schemeClr val="accent6">
                <a:lumMod val="50000"/>
              </a:schemeClr>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82" name="Rectangle 22"/>
            <p:cNvSpPr/>
            <p:nvPr/>
          </p:nvSpPr>
          <p:spPr bwMode="auto">
            <a:xfrm>
              <a:off x="1069450" y="2241123"/>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2</a:t>
              </a:r>
            </a:p>
          </p:txBody>
        </p:sp>
      </p:grpSp>
      <p:grpSp>
        <p:nvGrpSpPr>
          <p:cNvPr id="83" name="Group 238"/>
          <p:cNvGrpSpPr/>
          <p:nvPr/>
        </p:nvGrpSpPr>
        <p:grpSpPr>
          <a:xfrm>
            <a:off x="958176" y="5005291"/>
            <a:ext cx="403134" cy="352106"/>
            <a:chOff x="1086390" y="2203296"/>
            <a:chExt cx="298739" cy="264080"/>
          </a:xfrm>
        </p:grpSpPr>
        <p:sp>
          <p:nvSpPr>
            <p:cNvPr id="84" name="Oval 239"/>
            <p:cNvSpPr/>
            <p:nvPr/>
          </p:nvSpPr>
          <p:spPr bwMode="auto">
            <a:xfrm>
              <a:off x="1103804" y="2203296"/>
              <a:ext cx="264080" cy="264080"/>
            </a:xfrm>
            <a:prstGeom prst="ellipse">
              <a:avLst/>
            </a:prstGeom>
            <a:solidFill>
              <a:schemeClr val="accent6"/>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85" name="Rectangle 22"/>
            <p:cNvSpPr/>
            <p:nvPr/>
          </p:nvSpPr>
          <p:spPr bwMode="auto">
            <a:xfrm>
              <a:off x="1086390" y="222350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3</a:t>
              </a:r>
            </a:p>
          </p:txBody>
        </p:sp>
      </p:grpSp>
      <p:sp>
        <p:nvSpPr>
          <p:cNvPr id="86" name="Rectangle 37"/>
          <p:cNvSpPr/>
          <p:nvPr/>
        </p:nvSpPr>
        <p:spPr bwMode="auto">
          <a:xfrm>
            <a:off x="6315052" y="2284169"/>
            <a:ext cx="1935549" cy="586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l">
              <a:lnSpc>
                <a:spcPct val="120000"/>
              </a:lnSpc>
              <a:spcBef>
                <a:spcPct val="0"/>
              </a:spcBef>
              <a:buNone/>
            </a:pPr>
            <a:r>
              <a:rPr lang="zh-CN" altLang="en-US" sz="1000" dirty="0">
                <a:solidFill>
                  <a:schemeClr val="bg1"/>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r>
              <a:rPr lang="zh-CN" altLang="en-US" sz="900" dirty="0">
                <a:solidFill>
                  <a:schemeClr val="tx1">
                    <a:lumMod val="95000"/>
                    <a:lumOff val="5000"/>
                  </a:schemeClr>
                </a:solidFill>
                <a:cs typeface="+mn-ea"/>
                <a:sym typeface="+mn-lt"/>
              </a:rPr>
              <a:t>。</a:t>
            </a:r>
          </a:p>
        </p:txBody>
      </p:sp>
      <p:sp>
        <p:nvSpPr>
          <p:cNvPr id="87" name="Rectangle 37"/>
          <p:cNvSpPr/>
          <p:nvPr/>
        </p:nvSpPr>
        <p:spPr bwMode="auto">
          <a:xfrm>
            <a:off x="6590213" y="3738137"/>
            <a:ext cx="1935549" cy="657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spcBef>
                <a:spcPct val="0"/>
              </a:spcBef>
              <a:buNone/>
            </a:pPr>
            <a:r>
              <a:rPr lang="zh-CN" altLang="en-US" sz="1000" dirty="0">
                <a:solidFill>
                  <a:schemeClr val="bg1"/>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p>
        </p:txBody>
      </p:sp>
      <p:sp>
        <p:nvSpPr>
          <p:cNvPr id="88" name="Rectangle 37"/>
          <p:cNvSpPr/>
          <p:nvPr/>
        </p:nvSpPr>
        <p:spPr bwMode="auto">
          <a:xfrm>
            <a:off x="5755062" y="4734939"/>
            <a:ext cx="1935549" cy="63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spcBef>
                <a:spcPct val="0"/>
              </a:spcBef>
              <a:buNone/>
            </a:pPr>
            <a:r>
              <a:rPr lang="zh-CN" altLang="en-US" sz="1000" dirty="0">
                <a:solidFill>
                  <a:schemeClr val="bg1"/>
                </a:solidFill>
                <a:latin typeface="微软雅黑" panose="020B0503020204020204" charset="-122"/>
                <a:ea typeface="微软雅黑" panose="020B0503020204020204" charset="-122"/>
                <a:cs typeface="+mn-ea"/>
                <a:sym typeface="+mn-lt"/>
              </a:rPr>
              <a:t>请在此处输入具体内容，文字请尽量言简意赅，此处为具体文字，请尽量言简意赅，表达意思即可</a:t>
            </a:r>
            <a:r>
              <a:rPr lang="zh-CN" altLang="en-US" sz="1000" dirty="0">
                <a:solidFill>
                  <a:schemeClr val="tx1">
                    <a:lumMod val="95000"/>
                    <a:lumOff val="5000"/>
                  </a:schemeClr>
                </a:solidFill>
                <a:cs typeface="+mn-ea"/>
                <a:sym typeface="+mn-lt"/>
              </a:rPr>
              <a:t>。</a:t>
            </a:r>
            <a:endParaRPr lang="zh-CN" altLang="en-US" sz="1000" dirty="0">
              <a:solidFill>
                <a:schemeClr val="tx1">
                  <a:lumMod val="50000"/>
                  <a:lumOff val="50000"/>
                </a:schemeClr>
              </a:solidFill>
              <a:cs typeface="+mn-ea"/>
              <a:sym typeface="+mn-lt"/>
            </a:endParaRPr>
          </a:p>
        </p:txBody>
      </p:sp>
      <p:grpSp>
        <p:nvGrpSpPr>
          <p:cNvPr id="89" name="Group 244"/>
          <p:cNvGrpSpPr/>
          <p:nvPr/>
        </p:nvGrpSpPr>
        <p:grpSpPr>
          <a:xfrm>
            <a:off x="8502723" y="2435452"/>
            <a:ext cx="403134" cy="352106"/>
            <a:chOff x="1079332" y="2203296"/>
            <a:chExt cx="298739" cy="264080"/>
          </a:xfrm>
        </p:grpSpPr>
        <p:sp>
          <p:nvSpPr>
            <p:cNvPr id="90" name="Oval 245"/>
            <p:cNvSpPr/>
            <p:nvPr/>
          </p:nvSpPr>
          <p:spPr bwMode="auto">
            <a:xfrm>
              <a:off x="1103804" y="2203296"/>
              <a:ext cx="264080" cy="264080"/>
            </a:xfrm>
            <a:prstGeom prst="ellipse">
              <a:avLst/>
            </a:prstGeom>
            <a:solidFill>
              <a:schemeClr val="accent6">
                <a:lumMod val="60000"/>
                <a:lumOff val="40000"/>
              </a:schemeClr>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91" name="Rectangle 22"/>
            <p:cNvSpPr/>
            <p:nvPr/>
          </p:nvSpPr>
          <p:spPr bwMode="auto">
            <a:xfrm>
              <a:off x="1079332" y="221207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4</a:t>
              </a:r>
            </a:p>
          </p:txBody>
        </p:sp>
      </p:grpSp>
      <p:grpSp>
        <p:nvGrpSpPr>
          <p:cNvPr id="92" name="Group 247"/>
          <p:cNvGrpSpPr/>
          <p:nvPr/>
        </p:nvGrpSpPr>
        <p:grpSpPr>
          <a:xfrm>
            <a:off x="8525762" y="3714768"/>
            <a:ext cx="403134" cy="352106"/>
            <a:chOff x="1079332" y="2203296"/>
            <a:chExt cx="298739" cy="264080"/>
          </a:xfrm>
        </p:grpSpPr>
        <p:sp>
          <p:nvSpPr>
            <p:cNvPr id="93" name="Oval 248"/>
            <p:cNvSpPr/>
            <p:nvPr/>
          </p:nvSpPr>
          <p:spPr bwMode="auto">
            <a:xfrm>
              <a:off x="1096746" y="2203296"/>
              <a:ext cx="264080" cy="264080"/>
            </a:xfrm>
            <a:prstGeom prst="ellipse">
              <a:avLst/>
            </a:prstGeom>
            <a:solidFill>
              <a:srgbClr val="ABC759"/>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94" name="Rectangle 22"/>
            <p:cNvSpPr/>
            <p:nvPr/>
          </p:nvSpPr>
          <p:spPr bwMode="auto">
            <a:xfrm>
              <a:off x="1079332" y="223493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5</a:t>
              </a:r>
            </a:p>
          </p:txBody>
        </p:sp>
      </p:grpSp>
      <p:grpSp>
        <p:nvGrpSpPr>
          <p:cNvPr id="95" name="Group 250"/>
          <p:cNvGrpSpPr/>
          <p:nvPr/>
        </p:nvGrpSpPr>
        <p:grpSpPr>
          <a:xfrm>
            <a:off x="8232276" y="4805743"/>
            <a:ext cx="403134" cy="352106"/>
            <a:chOff x="1079332" y="2203296"/>
            <a:chExt cx="298739" cy="264080"/>
          </a:xfrm>
        </p:grpSpPr>
        <p:sp>
          <p:nvSpPr>
            <p:cNvPr id="96" name="Oval 251"/>
            <p:cNvSpPr/>
            <p:nvPr/>
          </p:nvSpPr>
          <p:spPr bwMode="auto">
            <a:xfrm>
              <a:off x="1103804" y="2203296"/>
              <a:ext cx="264080" cy="264080"/>
            </a:xfrm>
            <a:prstGeom prst="ellipse">
              <a:avLst/>
            </a:prstGeom>
            <a:solidFill>
              <a:schemeClr val="accent6">
                <a:lumMod val="50000"/>
              </a:schemeClr>
            </a:solidFill>
            <a:ln w="25400" cap="flat" cmpd="sng" algn="ctr">
              <a:noFill/>
              <a:prstDash val="solid"/>
              <a:round/>
              <a:headEnd type="none" w="med" len="med"/>
              <a:tailEnd type="none" w="med" len="med"/>
            </a:ln>
            <a:effectLst/>
          </p:spPr>
          <p:txBody>
            <a:bodyPr vert="horz" wrap="square" lIns="121882" tIns="60941" rIns="121882" bIns="60941" numCol="1" rtlCol="0" anchor="t" anchorCtr="0" compatLnSpc="1"/>
            <a:lstStyle/>
            <a:p>
              <a:pPr algn="ctr" defTabSz="1308735" fontAlgn="base">
                <a:spcBef>
                  <a:spcPct val="0"/>
                </a:spcBef>
                <a:spcAft>
                  <a:spcPct val="0"/>
                </a:spcAft>
                <a:defRPr/>
              </a:pPr>
              <a:endParaRPr lang="en-US" sz="7995" kern="0">
                <a:solidFill>
                  <a:srgbClr val="000000"/>
                </a:solidFill>
                <a:cs typeface="+mn-ea"/>
                <a:sym typeface="+mn-lt"/>
              </a:endParaRPr>
            </a:p>
          </p:txBody>
        </p:sp>
        <p:sp>
          <p:nvSpPr>
            <p:cNvPr id="97" name="Rectangle 22"/>
            <p:cNvSpPr/>
            <p:nvPr/>
          </p:nvSpPr>
          <p:spPr bwMode="auto">
            <a:xfrm>
              <a:off x="1079332" y="2269222"/>
              <a:ext cx="298739" cy="19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gn="ctr" fontAlgn="base">
                <a:spcBef>
                  <a:spcPct val="0"/>
                </a:spcBef>
                <a:spcAft>
                  <a:spcPct val="0"/>
                </a:spcAft>
                <a:defRPr/>
              </a:pPr>
              <a:r>
                <a:rPr lang="en-US" sz="2135" kern="0" dirty="0">
                  <a:solidFill>
                    <a:srgbClr val="FFFFFF"/>
                  </a:solidFill>
                  <a:cs typeface="+mn-ea"/>
                  <a:sym typeface="+mn-lt"/>
                </a:rPr>
                <a:t>6</a:t>
              </a:r>
            </a:p>
          </p:txBody>
        </p:sp>
      </p:grpSp>
      <p:grpSp>
        <p:nvGrpSpPr>
          <p:cNvPr id="98" name="Group 6"/>
          <p:cNvGrpSpPr/>
          <p:nvPr/>
        </p:nvGrpSpPr>
        <p:grpSpPr>
          <a:xfrm>
            <a:off x="4454651" y="2920001"/>
            <a:ext cx="1110937" cy="947678"/>
            <a:chOff x="4326126" y="2238091"/>
            <a:chExt cx="823252" cy="710758"/>
          </a:xfrm>
        </p:grpSpPr>
        <p:grpSp>
          <p:nvGrpSpPr>
            <p:cNvPr id="99" name="Group 214"/>
            <p:cNvGrpSpPr/>
            <p:nvPr/>
          </p:nvGrpSpPr>
          <p:grpSpPr>
            <a:xfrm>
              <a:off x="4326126" y="2238091"/>
              <a:ext cx="823252" cy="710758"/>
              <a:chOff x="3755667" y="1931353"/>
              <a:chExt cx="680374" cy="587404"/>
            </a:xfrm>
          </p:grpSpPr>
          <p:sp>
            <p:nvSpPr>
              <p:cNvPr id="101"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92D050"/>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02" name="Freeform 46"/>
              <p:cNvSpPr/>
              <p:nvPr/>
            </p:nvSpPr>
            <p:spPr bwMode="auto">
              <a:xfrm>
                <a:off x="3840267" y="200872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00" name="Freeform 6"/>
            <p:cNvSpPr>
              <a:spLocks noEditPoints="1"/>
            </p:cNvSpPr>
            <p:nvPr/>
          </p:nvSpPr>
          <p:spPr bwMode="auto">
            <a:xfrm>
              <a:off x="4574886" y="2452577"/>
              <a:ext cx="325676" cy="291624"/>
            </a:xfrm>
            <a:custGeom>
              <a:avLst/>
              <a:gdLst>
                <a:gd name="T0" fmla="*/ 18 w 158"/>
                <a:gd name="T1" fmla="*/ 22 h 141"/>
                <a:gd name="T2" fmla="*/ 18 w 158"/>
                <a:gd name="T3" fmla="*/ 138 h 141"/>
                <a:gd name="T4" fmla="*/ 15 w 158"/>
                <a:gd name="T5" fmla="*/ 141 h 141"/>
                <a:gd name="T6" fmla="*/ 9 w 158"/>
                <a:gd name="T7" fmla="*/ 141 h 141"/>
                <a:gd name="T8" fmla="*/ 6 w 158"/>
                <a:gd name="T9" fmla="*/ 138 h 141"/>
                <a:gd name="T10" fmla="*/ 6 w 158"/>
                <a:gd name="T11" fmla="*/ 22 h 141"/>
                <a:gd name="T12" fmla="*/ 0 w 158"/>
                <a:gd name="T13" fmla="*/ 12 h 141"/>
                <a:gd name="T14" fmla="*/ 12 w 158"/>
                <a:gd name="T15" fmla="*/ 0 h 141"/>
                <a:gd name="T16" fmla="*/ 24 w 158"/>
                <a:gd name="T17" fmla="*/ 12 h 141"/>
                <a:gd name="T18" fmla="*/ 18 w 158"/>
                <a:gd name="T19" fmla="*/ 22 h 141"/>
                <a:gd name="T20" fmla="*/ 158 w 158"/>
                <a:gd name="T21" fmla="*/ 88 h 141"/>
                <a:gd name="T22" fmla="*/ 155 w 158"/>
                <a:gd name="T23" fmla="*/ 93 h 141"/>
                <a:gd name="T24" fmla="*/ 154 w 158"/>
                <a:gd name="T25" fmla="*/ 94 h 141"/>
                <a:gd name="T26" fmla="*/ 120 w 158"/>
                <a:gd name="T27" fmla="*/ 105 h 141"/>
                <a:gd name="T28" fmla="*/ 105 w 158"/>
                <a:gd name="T29" fmla="*/ 101 h 141"/>
                <a:gd name="T30" fmla="*/ 103 w 158"/>
                <a:gd name="T31" fmla="*/ 100 h 141"/>
                <a:gd name="T32" fmla="*/ 75 w 158"/>
                <a:gd name="T33" fmla="*/ 92 h 141"/>
                <a:gd name="T34" fmla="*/ 32 w 158"/>
                <a:gd name="T35" fmla="*/ 105 h 141"/>
                <a:gd name="T36" fmla="*/ 29 w 158"/>
                <a:gd name="T37" fmla="*/ 106 h 141"/>
                <a:gd name="T38" fmla="*/ 27 w 158"/>
                <a:gd name="T39" fmla="*/ 105 h 141"/>
                <a:gd name="T40" fmla="*/ 24 w 158"/>
                <a:gd name="T41" fmla="*/ 100 h 141"/>
                <a:gd name="T42" fmla="*/ 24 w 158"/>
                <a:gd name="T43" fmla="*/ 32 h 141"/>
                <a:gd name="T44" fmla="*/ 26 w 158"/>
                <a:gd name="T45" fmla="*/ 27 h 141"/>
                <a:gd name="T46" fmla="*/ 72 w 158"/>
                <a:gd name="T47" fmla="*/ 12 h 141"/>
                <a:gd name="T48" fmla="*/ 110 w 158"/>
                <a:gd name="T49" fmla="*/ 23 h 141"/>
                <a:gd name="T50" fmla="*/ 119 w 158"/>
                <a:gd name="T51" fmla="*/ 25 h 141"/>
                <a:gd name="T52" fmla="*/ 147 w 158"/>
                <a:gd name="T53" fmla="*/ 14 h 141"/>
                <a:gd name="T54" fmla="*/ 150 w 158"/>
                <a:gd name="T55" fmla="*/ 13 h 141"/>
                <a:gd name="T56" fmla="*/ 156 w 158"/>
                <a:gd name="T57" fmla="*/ 13 h 141"/>
                <a:gd name="T58" fmla="*/ 158 w 158"/>
                <a:gd name="T59" fmla="*/ 18 h 141"/>
                <a:gd name="T60" fmla="*/ 158 w 158"/>
                <a:gd name="T61" fmla="*/ 88 h 141"/>
                <a:gd name="T62" fmla="*/ 70 w 158"/>
                <a:gd name="T63" fmla="*/ 24 h 141"/>
                <a:gd name="T64" fmla="*/ 35 w 158"/>
                <a:gd name="T65" fmla="*/ 36 h 141"/>
                <a:gd name="T66" fmla="*/ 35 w 158"/>
                <a:gd name="T67" fmla="*/ 53 h 141"/>
                <a:gd name="T68" fmla="*/ 70 w 158"/>
                <a:gd name="T69" fmla="*/ 42 h 141"/>
                <a:gd name="T70" fmla="*/ 70 w 158"/>
                <a:gd name="T71" fmla="*/ 24 h 141"/>
                <a:gd name="T72" fmla="*/ 70 w 158"/>
                <a:gd name="T73" fmla="*/ 63 h 141"/>
                <a:gd name="T74" fmla="*/ 35 w 158"/>
                <a:gd name="T75" fmla="*/ 73 h 141"/>
                <a:gd name="T76" fmla="*/ 35 w 158"/>
                <a:gd name="T77" fmla="*/ 90 h 141"/>
                <a:gd name="T78" fmla="*/ 70 w 158"/>
                <a:gd name="T79" fmla="*/ 80 h 141"/>
                <a:gd name="T80" fmla="*/ 70 w 158"/>
                <a:gd name="T81" fmla="*/ 63 h 141"/>
                <a:gd name="T82" fmla="*/ 147 w 158"/>
                <a:gd name="T83" fmla="*/ 68 h 141"/>
                <a:gd name="T84" fmla="*/ 111 w 158"/>
                <a:gd name="T85" fmla="*/ 74 h 141"/>
                <a:gd name="T86" fmla="*/ 111 w 158"/>
                <a:gd name="T87" fmla="*/ 54 h 141"/>
                <a:gd name="T88" fmla="*/ 108 w 158"/>
                <a:gd name="T89" fmla="*/ 52 h 141"/>
                <a:gd name="T90" fmla="*/ 75 w 158"/>
                <a:gd name="T91" fmla="*/ 42 h 141"/>
                <a:gd name="T92" fmla="*/ 70 w 158"/>
                <a:gd name="T93" fmla="*/ 42 h 141"/>
                <a:gd name="T94" fmla="*/ 70 w 158"/>
                <a:gd name="T95" fmla="*/ 63 h 141"/>
                <a:gd name="T96" fmla="*/ 72 w 158"/>
                <a:gd name="T97" fmla="*/ 63 h 141"/>
                <a:gd name="T98" fmla="*/ 108 w 158"/>
                <a:gd name="T99" fmla="*/ 73 h 141"/>
                <a:gd name="T100" fmla="*/ 111 w 158"/>
                <a:gd name="T101" fmla="*/ 74 h 141"/>
                <a:gd name="T102" fmla="*/ 111 w 158"/>
                <a:gd name="T103" fmla="*/ 91 h 141"/>
                <a:gd name="T104" fmla="*/ 120 w 158"/>
                <a:gd name="T105" fmla="*/ 93 h 141"/>
                <a:gd name="T106" fmla="*/ 147 w 158"/>
                <a:gd name="T107" fmla="*/ 84 h 141"/>
                <a:gd name="T108" fmla="*/ 147 w 158"/>
                <a:gd name="T109" fmla="*/ 68 h 141"/>
                <a:gd name="T110" fmla="*/ 147 w 158"/>
                <a:gd name="T111" fmla="*/ 28 h 141"/>
                <a:gd name="T112" fmla="*/ 119 w 158"/>
                <a:gd name="T113" fmla="*/ 36 h 141"/>
                <a:gd name="T114" fmla="*/ 111 w 158"/>
                <a:gd name="T115" fmla="*/ 36 h 141"/>
                <a:gd name="T116" fmla="*/ 111 w 158"/>
                <a:gd name="T117" fmla="*/ 54 h 141"/>
                <a:gd name="T118" fmla="*/ 147 w 158"/>
                <a:gd name="T119" fmla="*/ 45 h 141"/>
                <a:gd name="T120" fmla="*/ 147 w 158"/>
                <a:gd name="T121" fmla="*/ 2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41">
                  <a:moveTo>
                    <a:pt x="18" y="22"/>
                  </a:moveTo>
                  <a:cubicBezTo>
                    <a:pt x="18" y="138"/>
                    <a:pt x="18" y="138"/>
                    <a:pt x="18" y="138"/>
                  </a:cubicBezTo>
                  <a:cubicBezTo>
                    <a:pt x="18" y="140"/>
                    <a:pt x="16" y="141"/>
                    <a:pt x="15" y="141"/>
                  </a:cubicBezTo>
                  <a:cubicBezTo>
                    <a:pt x="9" y="141"/>
                    <a:pt x="9" y="141"/>
                    <a:pt x="9" y="141"/>
                  </a:cubicBezTo>
                  <a:cubicBezTo>
                    <a:pt x="7" y="141"/>
                    <a:pt x="6" y="140"/>
                    <a:pt x="6" y="138"/>
                  </a:cubicBezTo>
                  <a:cubicBezTo>
                    <a:pt x="6" y="22"/>
                    <a:pt x="6" y="22"/>
                    <a:pt x="6" y="22"/>
                  </a:cubicBezTo>
                  <a:cubicBezTo>
                    <a:pt x="3" y="20"/>
                    <a:pt x="0" y="16"/>
                    <a:pt x="0" y="12"/>
                  </a:cubicBezTo>
                  <a:cubicBezTo>
                    <a:pt x="0" y="6"/>
                    <a:pt x="5" y="0"/>
                    <a:pt x="12" y="0"/>
                  </a:cubicBezTo>
                  <a:cubicBezTo>
                    <a:pt x="18" y="0"/>
                    <a:pt x="24" y="6"/>
                    <a:pt x="24" y="12"/>
                  </a:cubicBezTo>
                  <a:cubicBezTo>
                    <a:pt x="24" y="16"/>
                    <a:pt x="21" y="20"/>
                    <a:pt x="18" y="22"/>
                  </a:cubicBezTo>
                  <a:close/>
                  <a:moveTo>
                    <a:pt x="158" y="88"/>
                  </a:moveTo>
                  <a:cubicBezTo>
                    <a:pt x="158" y="90"/>
                    <a:pt x="157" y="92"/>
                    <a:pt x="155" y="93"/>
                  </a:cubicBezTo>
                  <a:cubicBezTo>
                    <a:pt x="155" y="93"/>
                    <a:pt x="154" y="94"/>
                    <a:pt x="154" y="94"/>
                  </a:cubicBezTo>
                  <a:cubicBezTo>
                    <a:pt x="148" y="97"/>
                    <a:pt x="134" y="105"/>
                    <a:pt x="120" y="105"/>
                  </a:cubicBezTo>
                  <a:cubicBezTo>
                    <a:pt x="114" y="105"/>
                    <a:pt x="110" y="103"/>
                    <a:pt x="105" y="101"/>
                  </a:cubicBezTo>
                  <a:cubicBezTo>
                    <a:pt x="103" y="100"/>
                    <a:pt x="103" y="100"/>
                    <a:pt x="103" y="100"/>
                  </a:cubicBezTo>
                  <a:cubicBezTo>
                    <a:pt x="94" y="95"/>
                    <a:pt x="86" y="92"/>
                    <a:pt x="75" y="92"/>
                  </a:cubicBezTo>
                  <a:cubicBezTo>
                    <a:pt x="62" y="92"/>
                    <a:pt x="43" y="99"/>
                    <a:pt x="32" y="105"/>
                  </a:cubicBezTo>
                  <a:cubicBezTo>
                    <a:pt x="32" y="106"/>
                    <a:pt x="30" y="106"/>
                    <a:pt x="29" y="106"/>
                  </a:cubicBezTo>
                  <a:cubicBezTo>
                    <a:pt x="28" y="106"/>
                    <a:pt x="27" y="106"/>
                    <a:pt x="27" y="105"/>
                  </a:cubicBezTo>
                  <a:cubicBezTo>
                    <a:pt x="25" y="104"/>
                    <a:pt x="24" y="102"/>
                    <a:pt x="24" y="100"/>
                  </a:cubicBezTo>
                  <a:cubicBezTo>
                    <a:pt x="24" y="32"/>
                    <a:pt x="24" y="32"/>
                    <a:pt x="24" y="32"/>
                  </a:cubicBezTo>
                  <a:cubicBezTo>
                    <a:pt x="24" y="30"/>
                    <a:pt x="25" y="28"/>
                    <a:pt x="26" y="27"/>
                  </a:cubicBezTo>
                  <a:cubicBezTo>
                    <a:pt x="32" y="24"/>
                    <a:pt x="53" y="12"/>
                    <a:pt x="72" y="12"/>
                  </a:cubicBezTo>
                  <a:cubicBezTo>
                    <a:pt x="87" y="12"/>
                    <a:pt x="100" y="18"/>
                    <a:pt x="110" y="23"/>
                  </a:cubicBezTo>
                  <a:cubicBezTo>
                    <a:pt x="113" y="24"/>
                    <a:pt x="116" y="25"/>
                    <a:pt x="119" y="25"/>
                  </a:cubicBezTo>
                  <a:cubicBezTo>
                    <a:pt x="129" y="25"/>
                    <a:pt x="141" y="18"/>
                    <a:pt x="147" y="14"/>
                  </a:cubicBezTo>
                  <a:cubicBezTo>
                    <a:pt x="148" y="14"/>
                    <a:pt x="149" y="13"/>
                    <a:pt x="150" y="13"/>
                  </a:cubicBezTo>
                  <a:cubicBezTo>
                    <a:pt x="152" y="12"/>
                    <a:pt x="154" y="12"/>
                    <a:pt x="156" y="13"/>
                  </a:cubicBezTo>
                  <a:cubicBezTo>
                    <a:pt x="157" y="14"/>
                    <a:pt x="158" y="16"/>
                    <a:pt x="158" y="18"/>
                  </a:cubicBezTo>
                  <a:lnTo>
                    <a:pt x="158" y="88"/>
                  </a:lnTo>
                  <a:close/>
                  <a:moveTo>
                    <a:pt x="70" y="24"/>
                  </a:moveTo>
                  <a:cubicBezTo>
                    <a:pt x="59" y="25"/>
                    <a:pt x="45" y="30"/>
                    <a:pt x="35" y="36"/>
                  </a:cubicBezTo>
                  <a:cubicBezTo>
                    <a:pt x="35" y="53"/>
                    <a:pt x="35" y="53"/>
                    <a:pt x="35" y="53"/>
                  </a:cubicBezTo>
                  <a:cubicBezTo>
                    <a:pt x="46" y="47"/>
                    <a:pt x="59" y="42"/>
                    <a:pt x="70" y="42"/>
                  </a:cubicBezTo>
                  <a:lnTo>
                    <a:pt x="70" y="24"/>
                  </a:lnTo>
                  <a:close/>
                  <a:moveTo>
                    <a:pt x="70" y="63"/>
                  </a:moveTo>
                  <a:cubicBezTo>
                    <a:pt x="59" y="64"/>
                    <a:pt x="46" y="68"/>
                    <a:pt x="35" y="73"/>
                  </a:cubicBezTo>
                  <a:cubicBezTo>
                    <a:pt x="35" y="90"/>
                    <a:pt x="35" y="90"/>
                    <a:pt x="35" y="90"/>
                  </a:cubicBezTo>
                  <a:cubicBezTo>
                    <a:pt x="46" y="85"/>
                    <a:pt x="59" y="81"/>
                    <a:pt x="70" y="80"/>
                  </a:cubicBezTo>
                  <a:lnTo>
                    <a:pt x="70" y="63"/>
                  </a:lnTo>
                  <a:close/>
                  <a:moveTo>
                    <a:pt x="147" y="68"/>
                  </a:moveTo>
                  <a:cubicBezTo>
                    <a:pt x="138" y="72"/>
                    <a:pt x="124" y="78"/>
                    <a:pt x="111" y="74"/>
                  </a:cubicBezTo>
                  <a:cubicBezTo>
                    <a:pt x="111" y="54"/>
                    <a:pt x="111" y="54"/>
                    <a:pt x="111" y="54"/>
                  </a:cubicBezTo>
                  <a:cubicBezTo>
                    <a:pt x="110" y="53"/>
                    <a:pt x="109" y="53"/>
                    <a:pt x="108" y="52"/>
                  </a:cubicBezTo>
                  <a:cubicBezTo>
                    <a:pt x="97" y="47"/>
                    <a:pt x="89" y="42"/>
                    <a:pt x="75" y="42"/>
                  </a:cubicBezTo>
                  <a:cubicBezTo>
                    <a:pt x="73" y="42"/>
                    <a:pt x="72" y="42"/>
                    <a:pt x="70" y="42"/>
                  </a:cubicBezTo>
                  <a:cubicBezTo>
                    <a:pt x="70" y="63"/>
                    <a:pt x="70" y="63"/>
                    <a:pt x="70" y="63"/>
                  </a:cubicBezTo>
                  <a:cubicBezTo>
                    <a:pt x="71" y="63"/>
                    <a:pt x="72" y="63"/>
                    <a:pt x="72" y="63"/>
                  </a:cubicBezTo>
                  <a:cubicBezTo>
                    <a:pt x="86" y="63"/>
                    <a:pt x="97" y="67"/>
                    <a:pt x="108" y="73"/>
                  </a:cubicBezTo>
                  <a:cubicBezTo>
                    <a:pt x="109" y="73"/>
                    <a:pt x="110" y="74"/>
                    <a:pt x="111" y="74"/>
                  </a:cubicBezTo>
                  <a:cubicBezTo>
                    <a:pt x="111" y="91"/>
                    <a:pt x="111" y="91"/>
                    <a:pt x="111" y="91"/>
                  </a:cubicBezTo>
                  <a:cubicBezTo>
                    <a:pt x="114" y="92"/>
                    <a:pt x="117" y="93"/>
                    <a:pt x="120" y="93"/>
                  </a:cubicBezTo>
                  <a:cubicBezTo>
                    <a:pt x="130" y="93"/>
                    <a:pt x="141" y="87"/>
                    <a:pt x="147" y="84"/>
                  </a:cubicBezTo>
                  <a:lnTo>
                    <a:pt x="147" y="68"/>
                  </a:lnTo>
                  <a:close/>
                  <a:moveTo>
                    <a:pt x="147" y="28"/>
                  </a:moveTo>
                  <a:cubicBezTo>
                    <a:pt x="139" y="32"/>
                    <a:pt x="129" y="36"/>
                    <a:pt x="119" y="36"/>
                  </a:cubicBezTo>
                  <a:cubicBezTo>
                    <a:pt x="116" y="36"/>
                    <a:pt x="114" y="36"/>
                    <a:pt x="111" y="36"/>
                  </a:cubicBezTo>
                  <a:cubicBezTo>
                    <a:pt x="111" y="54"/>
                    <a:pt x="111" y="54"/>
                    <a:pt x="111" y="54"/>
                  </a:cubicBezTo>
                  <a:cubicBezTo>
                    <a:pt x="124" y="57"/>
                    <a:pt x="138" y="50"/>
                    <a:pt x="147" y="45"/>
                  </a:cubicBezTo>
                  <a:lnTo>
                    <a:pt x="147" y="28"/>
                  </a:lnTo>
                  <a:close/>
                </a:path>
              </a:pathLst>
            </a:custGeom>
            <a:solidFill>
              <a:srgbClr val="92D050"/>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grpSp>
        <p:nvGrpSpPr>
          <p:cNvPr id="103" name="Group 13"/>
          <p:cNvGrpSpPr/>
          <p:nvPr/>
        </p:nvGrpSpPr>
        <p:grpSpPr>
          <a:xfrm>
            <a:off x="4454732" y="3905425"/>
            <a:ext cx="1110937" cy="947678"/>
            <a:chOff x="4323363" y="2970968"/>
            <a:chExt cx="823252" cy="710758"/>
          </a:xfrm>
        </p:grpSpPr>
        <p:grpSp>
          <p:nvGrpSpPr>
            <p:cNvPr id="104" name="Group 223"/>
            <p:cNvGrpSpPr/>
            <p:nvPr/>
          </p:nvGrpSpPr>
          <p:grpSpPr>
            <a:xfrm>
              <a:off x="4323363" y="2970968"/>
              <a:ext cx="823252" cy="710758"/>
              <a:chOff x="3755667" y="1931353"/>
              <a:chExt cx="680374" cy="587404"/>
            </a:xfrm>
          </p:grpSpPr>
          <p:sp>
            <p:nvSpPr>
              <p:cNvPr id="106"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6"/>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07" name="Freeform 46"/>
              <p:cNvSpPr/>
              <p:nvPr/>
            </p:nvSpPr>
            <p:spPr bwMode="auto">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05" name="Freeform 7"/>
            <p:cNvSpPr>
              <a:spLocks noEditPoints="1"/>
            </p:cNvSpPr>
            <p:nvPr/>
          </p:nvSpPr>
          <p:spPr bwMode="auto">
            <a:xfrm>
              <a:off x="4580089" y="3139036"/>
              <a:ext cx="328025" cy="326055"/>
            </a:xfrm>
            <a:custGeom>
              <a:avLst/>
              <a:gdLst>
                <a:gd name="T0" fmla="*/ 124 w 141"/>
                <a:gd name="T1" fmla="*/ 140 h 140"/>
                <a:gd name="T2" fmla="*/ 18 w 141"/>
                <a:gd name="T3" fmla="*/ 140 h 140"/>
                <a:gd name="T4" fmla="*/ 7 w 141"/>
                <a:gd name="T5" fmla="*/ 121 h 140"/>
                <a:gd name="T6" fmla="*/ 53 w 141"/>
                <a:gd name="T7" fmla="*/ 48 h 140"/>
                <a:gd name="T8" fmla="*/ 53 w 141"/>
                <a:gd name="T9" fmla="*/ 11 h 140"/>
                <a:gd name="T10" fmla="*/ 48 w 141"/>
                <a:gd name="T11" fmla="*/ 11 h 140"/>
                <a:gd name="T12" fmla="*/ 42 w 141"/>
                <a:gd name="T13" fmla="*/ 6 h 140"/>
                <a:gd name="T14" fmla="*/ 48 w 141"/>
                <a:gd name="T15" fmla="*/ 0 h 140"/>
                <a:gd name="T16" fmla="*/ 94 w 141"/>
                <a:gd name="T17" fmla="*/ 0 h 140"/>
                <a:gd name="T18" fmla="*/ 100 w 141"/>
                <a:gd name="T19" fmla="*/ 6 h 140"/>
                <a:gd name="T20" fmla="*/ 94 w 141"/>
                <a:gd name="T21" fmla="*/ 11 h 140"/>
                <a:gd name="T22" fmla="*/ 89 w 141"/>
                <a:gd name="T23" fmla="*/ 11 h 140"/>
                <a:gd name="T24" fmla="*/ 89 w 141"/>
                <a:gd name="T25" fmla="*/ 48 h 140"/>
                <a:gd name="T26" fmla="*/ 135 w 141"/>
                <a:gd name="T27" fmla="*/ 121 h 140"/>
                <a:gd name="T28" fmla="*/ 124 w 141"/>
                <a:gd name="T29" fmla="*/ 140 h 140"/>
                <a:gd name="T30" fmla="*/ 38 w 141"/>
                <a:gd name="T31" fmla="*/ 93 h 140"/>
                <a:gd name="T32" fmla="*/ 104 w 141"/>
                <a:gd name="T33" fmla="*/ 93 h 140"/>
                <a:gd name="T34" fmla="*/ 79 w 141"/>
                <a:gd name="T35" fmla="*/ 54 h 140"/>
                <a:gd name="T36" fmla="*/ 77 w 141"/>
                <a:gd name="T37" fmla="*/ 51 h 140"/>
                <a:gd name="T38" fmla="*/ 77 w 141"/>
                <a:gd name="T39" fmla="*/ 48 h 140"/>
                <a:gd name="T40" fmla="*/ 77 w 141"/>
                <a:gd name="T41" fmla="*/ 11 h 140"/>
                <a:gd name="T42" fmla="*/ 65 w 141"/>
                <a:gd name="T43" fmla="*/ 11 h 140"/>
                <a:gd name="T44" fmla="*/ 65 w 141"/>
                <a:gd name="T45" fmla="*/ 48 h 140"/>
                <a:gd name="T46" fmla="*/ 65 w 141"/>
                <a:gd name="T47" fmla="*/ 51 h 140"/>
                <a:gd name="T48" fmla="*/ 63 w 141"/>
                <a:gd name="T49" fmla="*/ 54 h 140"/>
                <a:gd name="T50" fmla="*/ 38 w 141"/>
                <a:gd name="T51" fmla="*/ 9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1" h="140">
                  <a:moveTo>
                    <a:pt x="124" y="140"/>
                  </a:moveTo>
                  <a:cubicBezTo>
                    <a:pt x="18" y="140"/>
                    <a:pt x="18" y="140"/>
                    <a:pt x="18" y="140"/>
                  </a:cubicBezTo>
                  <a:cubicBezTo>
                    <a:pt x="5" y="140"/>
                    <a:pt x="0" y="131"/>
                    <a:pt x="7" y="121"/>
                  </a:cubicBezTo>
                  <a:cubicBezTo>
                    <a:pt x="53" y="48"/>
                    <a:pt x="53" y="48"/>
                    <a:pt x="53" y="48"/>
                  </a:cubicBezTo>
                  <a:cubicBezTo>
                    <a:pt x="53" y="11"/>
                    <a:pt x="53" y="11"/>
                    <a:pt x="53" y="11"/>
                  </a:cubicBezTo>
                  <a:cubicBezTo>
                    <a:pt x="48" y="11"/>
                    <a:pt x="48" y="11"/>
                    <a:pt x="48" y="11"/>
                  </a:cubicBezTo>
                  <a:cubicBezTo>
                    <a:pt x="44" y="11"/>
                    <a:pt x="42" y="9"/>
                    <a:pt x="42" y="6"/>
                  </a:cubicBezTo>
                  <a:cubicBezTo>
                    <a:pt x="42" y="2"/>
                    <a:pt x="44" y="0"/>
                    <a:pt x="48" y="0"/>
                  </a:cubicBezTo>
                  <a:cubicBezTo>
                    <a:pt x="94" y="0"/>
                    <a:pt x="94" y="0"/>
                    <a:pt x="94" y="0"/>
                  </a:cubicBezTo>
                  <a:cubicBezTo>
                    <a:pt x="98" y="0"/>
                    <a:pt x="100" y="2"/>
                    <a:pt x="100" y="6"/>
                  </a:cubicBezTo>
                  <a:cubicBezTo>
                    <a:pt x="100" y="9"/>
                    <a:pt x="98" y="11"/>
                    <a:pt x="94" y="11"/>
                  </a:cubicBezTo>
                  <a:cubicBezTo>
                    <a:pt x="89" y="11"/>
                    <a:pt x="89" y="11"/>
                    <a:pt x="89" y="11"/>
                  </a:cubicBezTo>
                  <a:cubicBezTo>
                    <a:pt x="89" y="48"/>
                    <a:pt x="89" y="48"/>
                    <a:pt x="89" y="48"/>
                  </a:cubicBezTo>
                  <a:cubicBezTo>
                    <a:pt x="135" y="121"/>
                    <a:pt x="135" y="121"/>
                    <a:pt x="135" y="121"/>
                  </a:cubicBezTo>
                  <a:cubicBezTo>
                    <a:pt x="141" y="131"/>
                    <a:pt x="137" y="140"/>
                    <a:pt x="124" y="140"/>
                  </a:cubicBezTo>
                  <a:close/>
                  <a:moveTo>
                    <a:pt x="38" y="93"/>
                  </a:moveTo>
                  <a:cubicBezTo>
                    <a:pt x="104" y="93"/>
                    <a:pt x="104" y="93"/>
                    <a:pt x="104" y="93"/>
                  </a:cubicBezTo>
                  <a:cubicBezTo>
                    <a:pt x="79" y="54"/>
                    <a:pt x="79" y="54"/>
                    <a:pt x="79" y="54"/>
                  </a:cubicBezTo>
                  <a:cubicBezTo>
                    <a:pt x="77" y="51"/>
                    <a:pt x="77" y="51"/>
                    <a:pt x="77" y="51"/>
                  </a:cubicBezTo>
                  <a:cubicBezTo>
                    <a:pt x="77" y="48"/>
                    <a:pt x="77" y="48"/>
                    <a:pt x="77" y="48"/>
                  </a:cubicBezTo>
                  <a:cubicBezTo>
                    <a:pt x="77" y="11"/>
                    <a:pt x="77" y="11"/>
                    <a:pt x="77" y="11"/>
                  </a:cubicBezTo>
                  <a:cubicBezTo>
                    <a:pt x="65" y="11"/>
                    <a:pt x="65" y="11"/>
                    <a:pt x="65" y="11"/>
                  </a:cubicBezTo>
                  <a:cubicBezTo>
                    <a:pt x="65" y="48"/>
                    <a:pt x="65" y="48"/>
                    <a:pt x="65" y="48"/>
                  </a:cubicBezTo>
                  <a:cubicBezTo>
                    <a:pt x="65" y="51"/>
                    <a:pt x="65" y="51"/>
                    <a:pt x="65" y="51"/>
                  </a:cubicBezTo>
                  <a:cubicBezTo>
                    <a:pt x="63" y="54"/>
                    <a:pt x="63" y="54"/>
                    <a:pt x="63" y="54"/>
                  </a:cubicBezTo>
                  <a:lnTo>
                    <a:pt x="38" y="93"/>
                  </a:lnTo>
                  <a:close/>
                </a:path>
              </a:pathLst>
            </a:custGeom>
            <a:solidFill>
              <a:schemeClr val="accent6"/>
            </a:solidFill>
            <a:ln>
              <a:noFill/>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grpSp>
        <p:nvGrpSpPr>
          <p:cNvPr id="108" name="Group 7"/>
          <p:cNvGrpSpPr/>
          <p:nvPr/>
        </p:nvGrpSpPr>
        <p:grpSpPr>
          <a:xfrm>
            <a:off x="5343298" y="3416646"/>
            <a:ext cx="1110937" cy="947678"/>
            <a:chOff x="4964418" y="2602479"/>
            <a:chExt cx="823252" cy="710758"/>
          </a:xfrm>
        </p:grpSpPr>
        <p:grpSp>
          <p:nvGrpSpPr>
            <p:cNvPr id="109" name="Group 220"/>
            <p:cNvGrpSpPr/>
            <p:nvPr/>
          </p:nvGrpSpPr>
          <p:grpSpPr>
            <a:xfrm>
              <a:off x="4964418" y="2602479"/>
              <a:ext cx="823252" cy="710758"/>
              <a:chOff x="3755667" y="1931353"/>
              <a:chExt cx="680374" cy="587404"/>
            </a:xfrm>
          </p:grpSpPr>
          <p:sp>
            <p:nvSpPr>
              <p:cNvPr id="111"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ABC759"/>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12" name="Freeform 46"/>
              <p:cNvSpPr/>
              <p:nvPr/>
            </p:nvSpPr>
            <p:spPr bwMode="auto">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10" name="Freeform 8"/>
            <p:cNvSpPr>
              <a:spLocks noEditPoints="1"/>
            </p:cNvSpPr>
            <p:nvPr/>
          </p:nvSpPr>
          <p:spPr bwMode="auto">
            <a:xfrm>
              <a:off x="5209647" y="2816545"/>
              <a:ext cx="320093" cy="266264"/>
            </a:xfrm>
            <a:custGeom>
              <a:avLst/>
              <a:gdLst>
                <a:gd name="T0" fmla="*/ 141 w 141"/>
                <a:gd name="T1" fmla="*/ 103 h 117"/>
                <a:gd name="T2" fmla="*/ 126 w 141"/>
                <a:gd name="T3" fmla="*/ 117 h 117"/>
                <a:gd name="T4" fmla="*/ 15 w 141"/>
                <a:gd name="T5" fmla="*/ 117 h 117"/>
                <a:gd name="T6" fmla="*/ 0 w 141"/>
                <a:gd name="T7" fmla="*/ 103 h 117"/>
                <a:gd name="T8" fmla="*/ 0 w 141"/>
                <a:gd name="T9" fmla="*/ 73 h 117"/>
                <a:gd name="T10" fmla="*/ 2 w 141"/>
                <a:gd name="T11" fmla="*/ 66 h 117"/>
                <a:gd name="T12" fmla="*/ 20 w 141"/>
                <a:gd name="T13" fmla="*/ 11 h 117"/>
                <a:gd name="T14" fmla="*/ 35 w 141"/>
                <a:gd name="T15" fmla="*/ 0 h 117"/>
                <a:gd name="T16" fmla="*/ 106 w 141"/>
                <a:gd name="T17" fmla="*/ 0 h 117"/>
                <a:gd name="T18" fmla="*/ 121 w 141"/>
                <a:gd name="T19" fmla="*/ 11 h 117"/>
                <a:gd name="T20" fmla="*/ 140 w 141"/>
                <a:gd name="T21" fmla="*/ 66 h 117"/>
                <a:gd name="T22" fmla="*/ 141 w 141"/>
                <a:gd name="T23" fmla="*/ 73 h 117"/>
                <a:gd name="T24" fmla="*/ 141 w 141"/>
                <a:gd name="T25" fmla="*/ 103 h 117"/>
                <a:gd name="T26" fmla="*/ 129 w 141"/>
                <a:gd name="T27" fmla="*/ 73 h 117"/>
                <a:gd name="T28" fmla="*/ 126 w 141"/>
                <a:gd name="T29" fmla="*/ 70 h 117"/>
                <a:gd name="T30" fmla="*/ 15 w 141"/>
                <a:gd name="T31" fmla="*/ 70 h 117"/>
                <a:gd name="T32" fmla="*/ 12 w 141"/>
                <a:gd name="T33" fmla="*/ 73 h 117"/>
                <a:gd name="T34" fmla="*/ 12 w 141"/>
                <a:gd name="T35" fmla="*/ 103 h 117"/>
                <a:gd name="T36" fmla="*/ 15 w 141"/>
                <a:gd name="T37" fmla="*/ 105 h 117"/>
                <a:gd name="T38" fmla="*/ 126 w 141"/>
                <a:gd name="T39" fmla="*/ 105 h 117"/>
                <a:gd name="T40" fmla="*/ 129 w 141"/>
                <a:gd name="T41" fmla="*/ 103 h 117"/>
                <a:gd name="T42" fmla="*/ 129 w 141"/>
                <a:gd name="T43" fmla="*/ 73 h 117"/>
                <a:gd name="T44" fmla="*/ 125 w 141"/>
                <a:gd name="T45" fmla="*/ 59 h 117"/>
                <a:gd name="T46" fmla="*/ 110 w 141"/>
                <a:gd name="T47" fmla="*/ 14 h 117"/>
                <a:gd name="T48" fmla="*/ 106 w 141"/>
                <a:gd name="T49" fmla="*/ 12 h 117"/>
                <a:gd name="T50" fmla="*/ 35 w 141"/>
                <a:gd name="T51" fmla="*/ 12 h 117"/>
                <a:gd name="T52" fmla="*/ 31 w 141"/>
                <a:gd name="T53" fmla="*/ 14 h 117"/>
                <a:gd name="T54" fmla="*/ 17 w 141"/>
                <a:gd name="T55" fmla="*/ 59 h 117"/>
                <a:gd name="T56" fmla="*/ 125 w 141"/>
                <a:gd name="T57" fmla="*/ 59 h 117"/>
                <a:gd name="T58" fmla="*/ 88 w 141"/>
                <a:gd name="T59" fmla="*/ 95 h 117"/>
                <a:gd name="T60" fmla="*/ 81 w 141"/>
                <a:gd name="T61" fmla="*/ 88 h 117"/>
                <a:gd name="T62" fmla="*/ 88 w 141"/>
                <a:gd name="T63" fmla="*/ 81 h 117"/>
                <a:gd name="T64" fmla="*/ 96 w 141"/>
                <a:gd name="T65" fmla="*/ 88 h 117"/>
                <a:gd name="T66" fmla="*/ 88 w 141"/>
                <a:gd name="T67" fmla="*/ 95 h 117"/>
                <a:gd name="T68" fmla="*/ 112 w 141"/>
                <a:gd name="T69" fmla="*/ 95 h 117"/>
                <a:gd name="T70" fmla="*/ 104 w 141"/>
                <a:gd name="T71" fmla="*/ 88 h 117"/>
                <a:gd name="T72" fmla="*/ 112 w 141"/>
                <a:gd name="T73" fmla="*/ 81 h 117"/>
                <a:gd name="T74" fmla="*/ 119 w 141"/>
                <a:gd name="T75" fmla="*/ 88 h 117"/>
                <a:gd name="T76" fmla="*/ 112 w 141"/>
                <a:gd name="T77" fmla="*/ 9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1" h="117">
                  <a:moveTo>
                    <a:pt x="141" y="103"/>
                  </a:moveTo>
                  <a:cubicBezTo>
                    <a:pt x="141" y="111"/>
                    <a:pt x="134" y="117"/>
                    <a:pt x="126" y="117"/>
                  </a:cubicBezTo>
                  <a:cubicBezTo>
                    <a:pt x="15" y="117"/>
                    <a:pt x="15" y="117"/>
                    <a:pt x="15" y="117"/>
                  </a:cubicBezTo>
                  <a:cubicBezTo>
                    <a:pt x="7" y="117"/>
                    <a:pt x="0" y="111"/>
                    <a:pt x="0" y="103"/>
                  </a:cubicBezTo>
                  <a:cubicBezTo>
                    <a:pt x="0" y="73"/>
                    <a:pt x="0" y="73"/>
                    <a:pt x="0" y="73"/>
                  </a:cubicBezTo>
                  <a:cubicBezTo>
                    <a:pt x="0" y="71"/>
                    <a:pt x="1" y="69"/>
                    <a:pt x="2" y="66"/>
                  </a:cubicBezTo>
                  <a:cubicBezTo>
                    <a:pt x="20" y="11"/>
                    <a:pt x="20" y="11"/>
                    <a:pt x="20" y="11"/>
                  </a:cubicBezTo>
                  <a:cubicBezTo>
                    <a:pt x="22" y="4"/>
                    <a:pt x="28" y="0"/>
                    <a:pt x="35" y="0"/>
                  </a:cubicBezTo>
                  <a:cubicBezTo>
                    <a:pt x="106" y="0"/>
                    <a:pt x="106" y="0"/>
                    <a:pt x="106" y="0"/>
                  </a:cubicBezTo>
                  <a:cubicBezTo>
                    <a:pt x="113" y="0"/>
                    <a:pt x="119" y="4"/>
                    <a:pt x="121" y="11"/>
                  </a:cubicBezTo>
                  <a:cubicBezTo>
                    <a:pt x="140" y="66"/>
                    <a:pt x="140" y="66"/>
                    <a:pt x="140" y="66"/>
                  </a:cubicBezTo>
                  <a:cubicBezTo>
                    <a:pt x="140" y="69"/>
                    <a:pt x="141" y="71"/>
                    <a:pt x="141" y="73"/>
                  </a:cubicBezTo>
                  <a:lnTo>
                    <a:pt x="141" y="103"/>
                  </a:lnTo>
                  <a:close/>
                  <a:moveTo>
                    <a:pt x="129" y="73"/>
                  </a:moveTo>
                  <a:cubicBezTo>
                    <a:pt x="129" y="72"/>
                    <a:pt x="128" y="70"/>
                    <a:pt x="126" y="70"/>
                  </a:cubicBezTo>
                  <a:cubicBezTo>
                    <a:pt x="15" y="70"/>
                    <a:pt x="15" y="70"/>
                    <a:pt x="15" y="70"/>
                  </a:cubicBezTo>
                  <a:cubicBezTo>
                    <a:pt x="13" y="70"/>
                    <a:pt x="12" y="72"/>
                    <a:pt x="12" y="73"/>
                  </a:cubicBezTo>
                  <a:cubicBezTo>
                    <a:pt x="12" y="103"/>
                    <a:pt x="12" y="103"/>
                    <a:pt x="12" y="103"/>
                  </a:cubicBezTo>
                  <a:cubicBezTo>
                    <a:pt x="12" y="104"/>
                    <a:pt x="13" y="105"/>
                    <a:pt x="15" y="105"/>
                  </a:cubicBezTo>
                  <a:cubicBezTo>
                    <a:pt x="126" y="105"/>
                    <a:pt x="126" y="105"/>
                    <a:pt x="126" y="105"/>
                  </a:cubicBezTo>
                  <a:cubicBezTo>
                    <a:pt x="128" y="105"/>
                    <a:pt x="129" y="104"/>
                    <a:pt x="129" y="103"/>
                  </a:cubicBezTo>
                  <a:lnTo>
                    <a:pt x="129" y="73"/>
                  </a:lnTo>
                  <a:close/>
                  <a:moveTo>
                    <a:pt x="125" y="59"/>
                  </a:moveTo>
                  <a:cubicBezTo>
                    <a:pt x="110" y="14"/>
                    <a:pt x="110" y="14"/>
                    <a:pt x="110" y="14"/>
                  </a:cubicBezTo>
                  <a:cubicBezTo>
                    <a:pt x="110" y="13"/>
                    <a:pt x="108" y="12"/>
                    <a:pt x="106" y="12"/>
                  </a:cubicBezTo>
                  <a:cubicBezTo>
                    <a:pt x="35" y="12"/>
                    <a:pt x="35" y="12"/>
                    <a:pt x="35" y="12"/>
                  </a:cubicBezTo>
                  <a:cubicBezTo>
                    <a:pt x="33" y="12"/>
                    <a:pt x="32" y="13"/>
                    <a:pt x="31" y="14"/>
                  </a:cubicBezTo>
                  <a:cubicBezTo>
                    <a:pt x="17" y="59"/>
                    <a:pt x="17" y="59"/>
                    <a:pt x="17" y="59"/>
                  </a:cubicBezTo>
                  <a:lnTo>
                    <a:pt x="125" y="59"/>
                  </a:lnTo>
                  <a:close/>
                  <a:moveTo>
                    <a:pt x="88" y="95"/>
                  </a:moveTo>
                  <a:cubicBezTo>
                    <a:pt x="84" y="95"/>
                    <a:pt x="81" y="92"/>
                    <a:pt x="81" y="88"/>
                  </a:cubicBezTo>
                  <a:cubicBezTo>
                    <a:pt x="81" y="84"/>
                    <a:pt x="84" y="81"/>
                    <a:pt x="88" y="81"/>
                  </a:cubicBezTo>
                  <a:cubicBezTo>
                    <a:pt x="92" y="81"/>
                    <a:pt x="96" y="84"/>
                    <a:pt x="96" y="88"/>
                  </a:cubicBezTo>
                  <a:cubicBezTo>
                    <a:pt x="96" y="92"/>
                    <a:pt x="92" y="95"/>
                    <a:pt x="88" y="95"/>
                  </a:cubicBezTo>
                  <a:close/>
                  <a:moveTo>
                    <a:pt x="112" y="95"/>
                  </a:moveTo>
                  <a:cubicBezTo>
                    <a:pt x="108" y="95"/>
                    <a:pt x="104" y="92"/>
                    <a:pt x="104" y="88"/>
                  </a:cubicBezTo>
                  <a:cubicBezTo>
                    <a:pt x="104" y="84"/>
                    <a:pt x="108" y="81"/>
                    <a:pt x="112" y="81"/>
                  </a:cubicBezTo>
                  <a:cubicBezTo>
                    <a:pt x="116" y="81"/>
                    <a:pt x="119" y="84"/>
                    <a:pt x="119" y="88"/>
                  </a:cubicBezTo>
                  <a:cubicBezTo>
                    <a:pt x="119" y="92"/>
                    <a:pt x="116" y="95"/>
                    <a:pt x="112" y="95"/>
                  </a:cubicBezTo>
                  <a:close/>
                </a:path>
              </a:pathLst>
            </a:custGeom>
            <a:solidFill>
              <a:srgbClr val="ABC759"/>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grpSp>
        <p:nvGrpSpPr>
          <p:cNvPr id="113" name="Group 4"/>
          <p:cNvGrpSpPr/>
          <p:nvPr/>
        </p:nvGrpSpPr>
        <p:grpSpPr>
          <a:xfrm>
            <a:off x="5062283" y="1923103"/>
            <a:ext cx="1110937" cy="947678"/>
            <a:chOff x="4745821" y="1499943"/>
            <a:chExt cx="823252" cy="710758"/>
          </a:xfrm>
        </p:grpSpPr>
        <p:grpSp>
          <p:nvGrpSpPr>
            <p:cNvPr id="114" name="Group 217"/>
            <p:cNvGrpSpPr/>
            <p:nvPr/>
          </p:nvGrpSpPr>
          <p:grpSpPr>
            <a:xfrm>
              <a:off x="4745821" y="1499943"/>
              <a:ext cx="823252" cy="710758"/>
              <a:chOff x="3755667" y="1931353"/>
              <a:chExt cx="680374" cy="587404"/>
            </a:xfrm>
          </p:grpSpPr>
          <p:sp>
            <p:nvSpPr>
              <p:cNvPr id="116"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6">
                  <a:lumMod val="60000"/>
                  <a:lumOff val="40000"/>
                </a:schemeClr>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17" name="Freeform 46"/>
              <p:cNvSpPr/>
              <p:nvPr/>
            </p:nvSpPr>
            <p:spPr bwMode="auto">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15" name="Freeform 9"/>
            <p:cNvSpPr>
              <a:spLocks noEditPoints="1"/>
            </p:cNvSpPr>
            <p:nvPr/>
          </p:nvSpPr>
          <p:spPr bwMode="auto">
            <a:xfrm>
              <a:off x="4982104" y="1753402"/>
              <a:ext cx="367123" cy="246476"/>
            </a:xfrm>
            <a:custGeom>
              <a:avLst/>
              <a:gdLst>
                <a:gd name="T0" fmla="*/ 208 w 210"/>
                <a:gd name="T1" fmla="*/ 38 h 141"/>
                <a:gd name="T2" fmla="*/ 106 w 210"/>
                <a:gd name="T3" fmla="*/ 70 h 141"/>
                <a:gd name="T4" fmla="*/ 105 w 210"/>
                <a:gd name="T5" fmla="*/ 71 h 141"/>
                <a:gd name="T6" fmla="*/ 104 w 210"/>
                <a:gd name="T7" fmla="*/ 70 h 141"/>
                <a:gd name="T8" fmla="*/ 44 w 210"/>
                <a:gd name="T9" fmla="*/ 52 h 141"/>
                <a:gd name="T10" fmla="*/ 35 w 210"/>
                <a:gd name="T11" fmla="*/ 78 h 141"/>
                <a:gd name="T12" fmla="*/ 41 w 210"/>
                <a:gd name="T13" fmla="*/ 88 h 141"/>
                <a:gd name="T14" fmla="*/ 35 w 210"/>
                <a:gd name="T15" fmla="*/ 98 h 141"/>
                <a:gd name="T16" fmla="*/ 41 w 210"/>
                <a:gd name="T17" fmla="*/ 138 h 141"/>
                <a:gd name="T18" fmla="*/ 40 w 210"/>
                <a:gd name="T19" fmla="*/ 140 h 141"/>
                <a:gd name="T20" fmla="*/ 38 w 210"/>
                <a:gd name="T21" fmla="*/ 141 h 141"/>
                <a:gd name="T22" fmla="*/ 20 w 210"/>
                <a:gd name="T23" fmla="*/ 141 h 141"/>
                <a:gd name="T24" fmla="*/ 18 w 210"/>
                <a:gd name="T25" fmla="*/ 140 h 141"/>
                <a:gd name="T26" fmla="*/ 17 w 210"/>
                <a:gd name="T27" fmla="*/ 138 h 141"/>
                <a:gd name="T28" fmla="*/ 22 w 210"/>
                <a:gd name="T29" fmla="*/ 98 h 141"/>
                <a:gd name="T30" fmla="*/ 17 w 210"/>
                <a:gd name="T31" fmla="*/ 88 h 141"/>
                <a:gd name="T32" fmla="*/ 23 w 210"/>
                <a:gd name="T33" fmla="*/ 78 h 141"/>
                <a:gd name="T34" fmla="*/ 32 w 210"/>
                <a:gd name="T35" fmla="*/ 48 h 141"/>
                <a:gd name="T36" fmla="*/ 2 w 210"/>
                <a:gd name="T37" fmla="*/ 38 h 141"/>
                <a:gd name="T38" fmla="*/ 0 w 210"/>
                <a:gd name="T39" fmla="*/ 35 h 141"/>
                <a:gd name="T40" fmla="*/ 2 w 210"/>
                <a:gd name="T41" fmla="*/ 33 h 141"/>
                <a:gd name="T42" fmla="*/ 104 w 210"/>
                <a:gd name="T43" fmla="*/ 0 h 141"/>
                <a:gd name="T44" fmla="*/ 105 w 210"/>
                <a:gd name="T45" fmla="*/ 0 h 141"/>
                <a:gd name="T46" fmla="*/ 106 w 210"/>
                <a:gd name="T47" fmla="*/ 0 h 141"/>
                <a:gd name="T48" fmla="*/ 208 w 210"/>
                <a:gd name="T49" fmla="*/ 33 h 141"/>
                <a:gd name="T50" fmla="*/ 210 w 210"/>
                <a:gd name="T51" fmla="*/ 35 h 141"/>
                <a:gd name="T52" fmla="*/ 208 w 210"/>
                <a:gd name="T53" fmla="*/ 38 h 141"/>
                <a:gd name="T54" fmla="*/ 164 w 210"/>
                <a:gd name="T55" fmla="*/ 94 h 141"/>
                <a:gd name="T56" fmla="*/ 105 w 210"/>
                <a:gd name="T57" fmla="*/ 117 h 141"/>
                <a:gd name="T58" fmla="*/ 46 w 210"/>
                <a:gd name="T59" fmla="*/ 94 h 141"/>
                <a:gd name="T60" fmla="*/ 48 w 210"/>
                <a:gd name="T61" fmla="*/ 65 h 141"/>
                <a:gd name="T62" fmla="*/ 101 w 210"/>
                <a:gd name="T63" fmla="*/ 82 h 141"/>
                <a:gd name="T64" fmla="*/ 105 w 210"/>
                <a:gd name="T65" fmla="*/ 82 h 141"/>
                <a:gd name="T66" fmla="*/ 109 w 210"/>
                <a:gd name="T67" fmla="*/ 82 h 141"/>
                <a:gd name="T68" fmla="*/ 162 w 210"/>
                <a:gd name="T69" fmla="*/ 65 h 141"/>
                <a:gd name="T70" fmla="*/ 164 w 210"/>
                <a:gd name="T71" fmla="*/ 94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0" h="141">
                  <a:moveTo>
                    <a:pt x="208" y="38"/>
                  </a:moveTo>
                  <a:cubicBezTo>
                    <a:pt x="106" y="70"/>
                    <a:pt x="106" y="70"/>
                    <a:pt x="106" y="70"/>
                  </a:cubicBezTo>
                  <a:cubicBezTo>
                    <a:pt x="106" y="71"/>
                    <a:pt x="105" y="71"/>
                    <a:pt x="105" y="71"/>
                  </a:cubicBezTo>
                  <a:cubicBezTo>
                    <a:pt x="105" y="71"/>
                    <a:pt x="104" y="71"/>
                    <a:pt x="104" y="70"/>
                  </a:cubicBezTo>
                  <a:cubicBezTo>
                    <a:pt x="44" y="52"/>
                    <a:pt x="44" y="52"/>
                    <a:pt x="44" y="52"/>
                  </a:cubicBezTo>
                  <a:cubicBezTo>
                    <a:pt x="39" y="56"/>
                    <a:pt x="36" y="66"/>
                    <a:pt x="35" y="78"/>
                  </a:cubicBezTo>
                  <a:cubicBezTo>
                    <a:pt x="38" y="80"/>
                    <a:pt x="41" y="84"/>
                    <a:pt x="41" y="88"/>
                  </a:cubicBezTo>
                  <a:cubicBezTo>
                    <a:pt x="41" y="92"/>
                    <a:pt x="38" y="96"/>
                    <a:pt x="35" y="98"/>
                  </a:cubicBezTo>
                  <a:cubicBezTo>
                    <a:pt x="41" y="138"/>
                    <a:pt x="41" y="138"/>
                    <a:pt x="41" y="138"/>
                  </a:cubicBezTo>
                  <a:cubicBezTo>
                    <a:pt x="41" y="138"/>
                    <a:pt x="40" y="139"/>
                    <a:pt x="40" y="140"/>
                  </a:cubicBezTo>
                  <a:cubicBezTo>
                    <a:pt x="39" y="141"/>
                    <a:pt x="38" y="141"/>
                    <a:pt x="38" y="141"/>
                  </a:cubicBezTo>
                  <a:cubicBezTo>
                    <a:pt x="20" y="141"/>
                    <a:pt x="20" y="141"/>
                    <a:pt x="20" y="141"/>
                  </a:cubicBezTo>
                  <a:cubicBezTo>
                    <a:pt x="19" y="141"/>
                    <a:pt x="18" y="141"/>
                    <a:pt x="18" y="140"/>
                  </a:cubicBezTo>
                  <a:cubicBezTo>
                    <a:pt x="17" y="139"/>
                    <a:pt x="17" y="138"/>
                    <a:pt x="17" y="138"/>
                  </a:cubicBezTo>
                  <a:cubicBezTo>
                    <a:pt x="22" y="98"/>
                    <a:pt x="22" y="98"/>
                    <a:pt x="22" y="98"/>
                  </a:cubicBezTo>
                  <a:cubicBezTo>
                    <a:pt x="19" y="96"/>
                    <a:pt x="17" y="92"/>
                    <a:pt x="17" y="88"/>
                  </a:cubicBezTo>
                  <a:cubicBezTo>
                    <a:pt x="17" y="84"/>
                    <a:pt x="20" y="80"/>
                    <a:pt x="23" y="78"/>
                  </a:cubicBezTo>
                  <a:cubicBezTo>
                    <a:pt x="24" y="67"/>
                    <a:pt x="26" y="56"/>
                    <a:pt x="32" y="48"/>
                  </a:cubicBezTo>
                  <a:cubicBezTo>
                    <a:pt x="2" y="38"/>
                    <a:pt x="2" y="38"/>
                    <a:pt x="2" y="38"/>
                  </a:cubicBezTo>
                  <a:cubicBezTo>
                    <a:pt x="0" y="38"/>
                    <a:pt x="0" y="37"/>
                    <a:pt x="0" y="35"/>
                  </a:cubicBezTo>
                  <a:cubicBezTo>
                    <a:pt x="0" y="34"/>
                    <a:pt x="0" y="33"/>
                    <a:pt x="2" y="33"/>
                  </a:cubicBezTo>
                  <a:cubicBezTo>
                    <a:pt x="104" y="0"/>
                    <a:pt x="104" y="0"/>
                    <a:pt x="104" y="0"/>
                  </a:cubicBezTo>
                  <a:cubicBezTo>
                    <a:pt x="104" y="0"/>
                    <a:pt x="105" y="0"/>
                    <a:pt x="105" y="0"/>
                  </a:cubicBezTo>
                  <a:cubicBezTo>
                    <a:pt x="105" y="0"/>
                    <a:pt x="106" y="0"/>
                    <a:pt x="106" y="0"/>
                  </a:cubicBezTo>
                  <a:cubicBezTo>
                    <a:pt x="208" y="33"/>
                    <a:pt x="208" y="33"/>
                    <a:pt x="208" y="33"/>
                  </a:cubicBezTo>
                  <a:cubicBezTo>
                    <a:pt x="210" y="33"/>
                    <a:pt x="210" y="34"/>
                    <a:pt x="210" y="35"/>
                  </a:cubicBezTo>
                  <a:cubicBezTo>
                    <a:pt x="210" y="37"/>
                    <a:pt x="210" y="38"/>
                    <a:pt x="208" y="38"/>
                  </a:cubicBezTo>
                  <a:close/>
                  <a:moveTo>
                    <a:pt x="164" y="94"/>
                  </a:moveTo>
                  <a:cubicBezTo>
                    <a:pt x="164" y="107"/>
                    <a:pt x="137" y="117"/>
                    <a:pt x="105" y="117"/>
                  </a:cubicBezTo>
                  <a:cubicBezTo>
                    <a:pt x="73" y="117"/>
                    <a:pt x="46" y="107"/>
                    <a:pt x="46" y="94"/>
                  </a:cubicBezTo>
                  <a:cubicBezTo>
                    <a:pt x="48" y="65"/>
                    <a:pt x="48" y="65"/>
                    <a:pt x="48" y="65"/>
                  </a:cubicBezTo>
                  <a:cubicBezTo>
                    <a:pt x="101" y="82"/>
                    <a:pt x="101" y="82"/>
                    <a:pt x="101" y="82"/>
                  </a:cubicBezTo>
                  <a:cubicBezTo>
                    <a:pt x="102" y="82"/>
                    <a:pt x="104" y="82"/>
                    <a:pt x="105" y="82"/>
                  </a:cubicBezTo>
                  <a:cubicBezTo>
                    <a:pt x="106" y="82"/>
                    <a:pt x="108" y="82"/>
                    <a:pt x="109" y="82"/>
                  </a:cubicBezTo>
                  <a:cubicBezTo>
                    <a:pt x="162" y="65"/>
                    <a:pt x="162" y="65"/>
                    <a:pt x="162" y="65"/>
                  </a:cubicBezTo>
                  <a:lnTo>
                    <a:pt x="164" y="94"/>
                  </a:lnTo>
                  <a:close/>
                </a:path>
              </a:pathLst>
            </a:custGeom>
            <a:solidFill>
              <a:schemeClr val="accent6">
                <a:lumMod val="40000"/>
                <a:lumOff val="60000"/>
              </a:schemeClr>
            </a:solidFill>
            <a:ln>
              <a:noFill/>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grpSp>
        <p:nvGrpSpPr>
          <p:cNvPr id="118" name="Group 14"/>
          <p:cNvGrpSpPr/>
          <p:nvPr/>
        </p:nvGrpSpPr>
        <p:grpSpPr>
          <a:xfrm>
            <a:off x="3914072" y="4890973"/>
            <a:ext cx="1110937" cy="947678"/>
            <a:chOff x="3897771" y="3699175"/>
            <a:chExt cx="823252" cy="710758"/>
          </a:xfrm>
        </p:grpSpPr>
        <p:grpSp>
          <p:nvGrpSpPr>
            <p:cNvPr id="119" name="Group 226"/>
            <p:cNvGrpSpPr/>
            <p:nvPr/>
          </p:nvGrpSpPr>
          <p:grpSpPr>
            <a:xfrm>
              <a:off x="3897771" y="3699175"/>
              <a:ext cx="823252" cy="710758"/>
              <a:chOff x="3755667" y="1931353"/>
              <a:chExt cx="680374" cy="587404"/>
            </a:xfrm>
          </p:grpSpPr>
          <p:sp>
            <p:nvSpPr>
              <p:cNvPr id="121"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chemeClr val="accent6">
                  <a:lumMod val="75000"/>
                </a:schemeClr>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22" name="Freeform 46"/>
              <p:cNvSpPr/>
              <p:nvPr/>
            </p:nvSpPr>
            <p:spPr bwMode="auto">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FFFFFF"/>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20" name="Freeform 10"/>
            <p:cNvSpPr>
              <a:spLocks noEditPoints="1"/>
            </p:cNvSpPr>
            <p:nvPr/>
          </p:nvSpPr>
          <p:spPr bwMode="auto">
            <a:xfrm>
              <a:off x="4159874" y="3911582"/>
              <a:ext cx="309160" cy="285750"/>
            </a:xfrm>
            <a:custGeom>
              <a:avLst/>
              <a:gdLst>
                <a:gd name="T0" fmla="*/ 152 w 152"/>
                <a:gd name="T1" fmla="*/ 114 h 140"/>
                <a:gd name="T2" fmla="*/ 149 w 152"/>
                <a:gd name="T3" fmla="*/ 117 h 140"/>
                <a:gd name="T4" fmla="*/ 129 w 152"/>
                <a:gd name="T5" fmla="*/ 117 h 140"/>
                <a:gd name="T6" fmla="*/ 129 w 152"/>
                <a:gd name="T7" fmla="*/ 131 h 140"/>
                <a:gd name="T8" fmla="*/ 120 w 152"/>
                <a:gd name="T9" fmla="*/ 140 h 140"/>
                <a:gd name="T10" fmla="*/ 32 w 152"/>
                <a:gd name="T11" fmla="*/ 140 h 140"/>
                <a:gd name="T12" fmla="*/ 23 w 152"/>
                <a:gd name="T13" fmla="*/ 131 h 140"/>
                <a:gd name="T14" fmla="*/ 23 w 152"/>
                <a:gd name="T15" fmla="*/ 117 h 140"/>
                <a:gd name="T16" fmla="*/ 3 w 152"/>
                <a:gd name="T17" fmla="*/ 117 h 140"/>
                <a:gd name="T18" fmla="*/ 0 w 152"/>
                <a:gd name="T19" fmla="*/ 114 h 140"/>
                <a:gd name="T20" fmla="*/ 0 w 152"/>
                <a:gd name="T21" fmla="*/ 76 h 140"/>
                <a:gd name="T22" fmla="*/ 17 w 152"/>
                <a:gd name="T23" fmla="*/ 58 h 140"/>
                <a:gd name="T24" fmla="*/ 23 w 152"/>
                <a:gd name="T25" fmla="*/ 58 h 140"/>
                <a:gd name="T26" fmla="*/ 23 w 152"/>
                <a:gd name="T27" fmla="*/ 8 h 140"/>
                <a:gd name="T28" fmla="*/ 32 w 152"/>
                <a:gd name="T29" fmla="*/ 0 h 140"/>
                <a:gd name="T30" fmla="*/ 94 w 152"/>
                <a:gd name="T31" fmla="*/ 0 h 140"/>
                <a:gd name="T32" fmla="*/ 109 w 152"/>
                <a:gd name="T33" fmla="*/ 6 h 140"/>
                <a:gd name="T34" fmla="*/ 123 w 152"/>
                <a:gd name="T35" fmla="*/ 20 h 140"/>
                <a:gd name="T36" fmla="*/ 129 w 152"/>
                <a:gd name="T37" fmla="*/ 35 h 140"/>
                <a:gd name="T38" fmla="*/ 129 w 152"/>
                <a:gd name="T39" fmla="*/ 58 h 140"/>
                <a:gd name="T40" fmla="*/ 135 w 152"/>
                <a:gd name="T41" fmla="*/ 58 h 140"/>
                <a:gd name="T42" fmla="*/ 152 w 152"/>
                <a:gd name="T43" fmla="*/ 76 h 140"/>
                <a:gd name="T44" fmla="*/ 152 w 152"/>
                <a:gd name="T45" fmla="*/ 114 h 140"/>
                <a:gd name="T46" fmla="*/ 117 w 152"/>
                <a:gd name="T47" fmla="*/ 70 h 140"/>
                <a:gd name="T48" fmla="*/ 117 w 152"/>
                <a:gd name="T49" fmla="*/ 35 h 140"/>
                <a:gd name="T50" fmla="*/ 102 w 152"/>
                <a:gd name="T51" fmla="*/ 35 h 140"/>
                <a:gd name="T52" fmla="*/ 94 w 152"/>
                <a:gd name="T53" fmla="*/ 26 h 140"/>
                <a:gd name="T54" fmla="*/ 94 w 152"/>
                <a:gd name="T55" fmla="*/ 11 h 140"/>
                <a:gd name="T56" fmla="*/ 35 w 152"/>
                <a:gd name="T57" fmla="*/ 11 h 140"/>
                <a:gd name="T58" fmla="*/ 35 w 152"/>
                <a:gd name="T59" fmla="*/ 70 h 140"/>
                <a:gd name="T60" fmla="*/ 117 w 152"/>
                <a:gd name="T61" fmla="*/ 70 h 140"/>
                <a:gd name="T62" fmla="*/ 117 w 152"/>
                <a:gd name="T63" fmla="*/ 129 h 140"/>
                <a:gd name="T64" fmla="*/ 117 w 152"/>
                <a:gd name="T65" fmla="*/ 105 h 140"/>
                <a:gd name="T66" fmla="*/ 35 w 152"/>
                <a:gd name="T67" fmla="*/ 105 h 140"/>
                <a:gd name="T68" fmla="*/ 35 w 152"/>
                <a:gd name="T69" fmla="*/ 129 h 140"/>
                <a:gd name="T70" fmla="*/ 117 w 152"/>
                <a:gd name="T71" fmla="*/ 129 h 140"/>
                <a:gd name="T72" fmla="*/ 135 w 152"/>
                <a:gd name="T73" fmla="*/ 70 h 140"/>
                <a:gd name="T74" fmla="*/ 129 w 152"/>
                <a:gd name="T75" fmla="*/ 76 h 140"/>
                <a:gd name="T76" fmla="*/ 135 w 152"/>
                <a:gd name="T77" fmla="*/ 82 h 140"/>
                <a:gd name="T78" fmla="*/ 140 w 152"/>
                <a:gd name="T79" fmla="*/ 76 h 140"/>
                <a:gd name="T80" fmla="*/ 135 w 152"/>
                <a:gd name="T81" fmla="*/ 7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2" h="140">
                  <a:moveTo>
                    <a:pt x="152" y="114"/>
                  </a:moveTo>
                  <a:cubicBezTo>
                    <a:pt x="152" y="115"/>
                    <a:pt x="151" y="117"/>
                    <a:pt x="149" y="117"/>
                  </a:cubicBezTo>
                  <a:cubicBezTo>
                    <a:pt x="129" y="117"/>
                    <a:pt x="129" y="117"/>
                    <a:pt x="129" y="117"/>
                  </a:cubicBezTo>
                  <a:cubicBezTo>
                    <a:pt x="129" y="131"/>
                    <a:pt x="129" y="131"/>
                    <a:pt x="129" y="131"/>
                  </a:cubicBezTo>
                  <a:cubicBezTo>
                    <a:pt x="129" y="136"/>
                    <a:pt x="125" y="140"/>
                    <a:pt x="120" y="140"/>
                  </a:cubicBezTo>
                  <a:cubicBezTo>
                    <a:pt x="32" y="140"/>
                    <a:pt x="32" y="140"/>
                    <a:pt x="32" y="140"/>
                  </a:cubicBezTo>
                  <a:cubicBezTo>
                    <a:pt x="27" y="140"/>
                    <a:pt x="23" y="136"/>
                    <a:pt x="23" y="131"/>
                  </a:cubicBezTo>
                  <a:cubicBezTo>
                    <a:pt x="23" y="117"/>
                    <a:pt x="23" y="117"/>
                    <a:pt x="23" y="117"/>
                  </a:cubicBezTo>
                  <a:cubicBezTo>
                    <a:pt x="3" y="117"/>
                    <a:pt x="3" y="117"/>
                    <a:pt x="3" y="117"/>
                  </a:cubicBezTo>
                  <a:cubicBezTo>
                    <a:pt x="1" y="117"/>
                    <a:pt x="0" y="115"/>
                    <a:pt x="0" y="114"/>
                  </a:cubicBezTo>
                  <a:cubicBezTo>
                    <a:pt x="0" y="76"/>
                    <a:pt x="0" y="76"/>
                    <a:pt x="0" y="76"/>
                  </a:cubicBezTo>
                  <a:cubicBezTo>
                    <a:pt x="0" y="66"/>
                    <a:pt x="8" y="58"/>
                    <a:pt x="17" y="58"/>
                  </a:cubicBezTo>
                  <a:cubicBezTo>
                    <a:pt x="23" y="58"/>
                    <a:pt x="23" y="58"/>
                    <a:pt x="23" y="58"/>
                  </a:cubicBezTo>
                  <a:cubicBezTo>
                    <a:pt x="23" y="8"/>
                    <a:pt x="23" y="8"/>
                    <a:pt x="23" y="8"/>
                  </a:cubicBezTo>
                  <a:cubicBezTo>
                    <a:pt x="23" y="4"/>
                    <a:pt x="27" y="0"/>
                    <a:pt x="32" y="0"/>
                  </a:cubicBezTo>
                  <a:cubicBezTo>
                    <a:pt x="94" y="0"/>
                    <a:pt x="94" y="0"/>
                    <a:pt x="94" y="0"/>
                  </a:cubicBezTo>
                  <a:cubicBezTo>
                    <a:pt x="98" y="0"/>
                    <a:pt x="105" y="2"/>
                    <a:pt x="109" y="6"/>
                  </a:cubicBezTo>
                  <a:cubicBezTo>
                    <a:pt x="123" y="20"/>
                    <a:pt x="123" y="20"/>
                    <a:pt x="123" y="20"/>
                  </a:cubicBezTo>
                  <a:cubicBezTo>
                    <a:pt x="126" y="23"/>
                    <a:pt x="129" y="30"/>
                    <a:pt x="129" y="35"/>
                  </a:cubicBezTo>
                  <a:cubicBezTo>
                    <a:pt x="129" y="58"/>
                    <a:pt x="129" y="58"/>
                    <a:pt x="129" y="58"/>
                  </a:cubicBezTo>
                  <a:cubicBezTo>
                    <a:pt x="135" y="58"/>
                    <a:pt x="135" y="58"/>
                    <a:pt x="135" y="58"/>
                  </a:cubicBezTo>
                  <a:cubicBezTo>
                    <a:pt x="144" y="58"/>
                    <a:pt x="152" y="66"/>
                    <a:pt x="152" y="76"/>
                  </a:cubicBezTo>
                  <a:lnTo>
                    <a:pt x="152" y="114"/>
                  </a:lnTo>
                  <a:close/>
                  <a:moveTo>
                    <a:pt x="117" y="70"/>
                  </a:moveTo>
                  <a:cubicBezTo>
                    <a:pt x="117" y="35"/>
                    <a:pt x="117" y="35"/>
                    <a:pt x="117" y="35"/>
                  </a:cubicBezTo>
                  <a:cubicBezTo>
                    <a:pt x="102" y="35"/>
                    <a:pt x="102" y="35"/>
                    <a:pt x="102" y="35"/>
                  </a:cubicBezTo>
                  <a:cubicBezTo>
                    <a:pt x="98" y="35"/>
                    <a:pt x="94" y="31"/>
                    <a:pt x="94" y="26"/>
                  </a:cubicBezTo>
                  <a:cubicBezTo>
                    <a:pt x="94" y="11"/>
                    <a:pt x="94" y="11"/>
                    <a:pt x="94" y="11"/>
                  </a:cubicBezTo>
                  <a:cubicBezTo>
                    <a:pt x="35" y="11"/>
                    <a:pt x="35" y="11"/>
                    <a:pt x="35" y="11"/>
                  </a:cubicBezTo>
                  <a:cubicBezTo>
                    <a:pt x="35" y="70"/>
                    <a:pt x="35" y="70"/>
                    <a:pt x="35" y="70"/>
                  </a:cubicBezTo>
                  <a:lnTo>
                    <a:pt x="117" y="70"/>
                  </a:lnTo>
                  <a:close/>
                  <a:moveTo>
                    <a:pt x="117" y="129"/>
                  </a:moveTo>
                  <a:cubicBezTo>
                    <a:pt x="117" y="105"/>
                    <a:pt x="117" y="105"/>
                    <a:pt x="117" y="105"/>
                  </a:cubicBezTo>
                  <a:cubicBezTo>
                    <a:pt x="35" y="105"/>
                    <a:pt x="35" y="105"/>
                    <a:pt x="35" y="105"/>
                  </a:cubicBezTo>
                  <a:cubicBezTo>
                    <a:pt x="35" y="129"/>
                    <a:pt x="35" y="129"/>
                    <a:pt x="35" y="129"/>
                  </a:cubicBezTo>
                  <a:lnTo>
                    <a:pt x="117" y="129"/>
                  </a:lnTo>
                  <a:close/>
                  <a:moveTo>
                    <a:pt x="135" y="70"/>
                  </a:moveTo>
                  <a:cubicBezTo>
                    <a:pt x="131" y="70"/>
                    <a:pt x="129" y="73"/>
                    <a:pt x="129" y="76"/>
                  </a:cubicBezTo>
                  <a:cubicBezTo>
                    <a:pt x="129" y="79"/>
                    <a:pt x="131" y="82"/>
                    <a:pt x="135" y="82"/>
                  </a:cubicBezTo>
                  <a:cubicBezTo>
                    <a:pt x="138" y="82"/>
                    <a:pt x="140" y="79"/>
                    <a:pt x="140" y="76"/>
                  </a:cubicBezTo>
                  <a:cubicBezTo>
                    <a:pt x="140" y="73"/>
                    <a:pt x="138" y="70"/>
                    <a:pt x="135" y="7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grpSp>
        <p:nvGrpSpPr>
          <p:cNvPr id="123" name="Group 3"/>
          <p:cNvGrpSpPr/>
          <p:nvPr/>
        </p:nvGrpSpPr>
        <p:grpSpPr>
          <a:xfrm>
            <a:off x="3573836" y="2435130"/>
            <a:ext cx="1110937" cy="947678"/>
            <a:chOff x="3684228" y="1869676"/>
            <a:chExt cx="823252" cy="710758"/>
          </a:xfrm>
        </p:grpSpPr>
        <p:grpSp>
          <p:nvGrpSpPr>
            <p:cNvPr id="124" name="Group 1"/>
            <p:cNvGrpSpPr/>
            <p:nvPr/>
          </p:nvGrpSpPr>
          <p:grpSpPr>
            <a:xfrm>
              <a:off x="3684228" y="1869676"/>
              <a:ext cx="823252" cy="710758"/>
              <a:chOff x="3755667" y="1931353"/>
              <a:chExt cx="680374" cy="587404"/>
            </a:xfrm>
            <a:solidFill>
              <a:srgbClr val="FFFFFF"/>
            </a:solidFill>
          </p:grpSpPr>
          <p:sp>
            <p:nvSpPr>
              <p:cNvPr id="126" name="Freeform 46"/>
              <p:cNvSpPr/>
              <p:nvPr/>
            </p:nvSpPr>
            <p:spPr bwMode="auto">
              <a:xfrm>
                <a:off x="3755667" y="1931353"/>
                <a:ext cx="680374" cy="587404"/>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solidFill>
                <a:srgbClr val="3D5E41"/>
              </a:solid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sp>
            <p:nvSpPr>
              <p:cNvPr id="127" name="Freeform 46"/>
              <p:cNvSpPr/>
              <p:nvPr/>
            </p:nvSpPr>
            <p:spPr bwMode="auto">
              <a:xfrm>
                <a:off x="3840267" y="2004393"/>
                <a:ext cx="511175" cy="441325"/>
              </a:xfrm>
              <a:custGeom>
                <a:avLst/>
                <a:gdLst>
                  <a:gd name="T0" fmla="*/ 161 w 643"/>
                  <a:gd name="T1" fmla="*/ 0 h 555"/>
                  <a:gd name="T2" fmla="*/ 482 w 643"/>
                  <a:gd name="T3" fmla="*/ 0 h 555"/>
                  <a:gd name="T4" fmla="*/ 643 w 643"/>
                  <a:gd name="T5" fmla="*/ 277 h 555"/>
                  <a:gd name="T6" fmla="*/ 482 w 643"/>
                  <a:gd name="T7" fmla="*/ 555 h 555"/>
                  <a:gd name="T8" fmla="*/ 161 w 643"/>
                  <a:gd name="T9" fmla="*/ 555 h 555"/>
                  <a:gd name="T10" fmla="*/ 0 w 643"/>
                  <a:gd name="T11" fmla="*/ 277 h 555"/>
                  <a:gd name="T12" fmla="*/ 161 w 643"/>
                  <a:gd name="T13" fmla="*/ 0 h 555"/>
                </a:gdLst>
                <a:ahLst/>
                <a:cxnLst>
                  <a:cxn ang="0">
                    <a:pos x="T0" y="T1"/>
                  </a:cxn>
                  <a:cxn ang="0">
                    <a:pos x="T2" y="T3"/>
                  </a:cxn>
                  <a:cxn ang="0">
                    <a:pos x="T4" y="T5"/>
                  </a:cxn>
                  <a:cxn ang="0">
                    <a:pos x="T6" y="T7"/>
                  </a:cxn>
                  <a:cxn ang="0">
                    <a:pos x="T8" y="T9"/>
                  </a:cxn>
                  <a:cxn ang="0">
                    <a:pos x="T10" y="T11"/>
                  </a:cxn>
                  <a:cxn ang="0">
                    <a:pos x="T12" y="T13"/>
                  </a:cxn>
                </a:cxnLst>
                <a:rect l="0" t="0" r="r" b="b"/>
                <a:pathLst>
                  <a:path w="643" h="555">
                    <a:moveTo>
                      <a:pt x="161" y="0"/>
                    </a:moveTo>
                    <a:lnTo>
                      <a:pt x="482" y="0"/>
                    </a:lnTo>
                    <a:lnTo>
                      <a:pt x="643" y="277"/>
                    </a:lnTo>
                    <a:lnTo>
                      <a:pt x="482" y="555"/>
                    </a:lnTo>
                    <a:lnTo>
                      <a:pt x="161" y="555"/>
                    </a:lnTo>
                    <a:lnTo>
                      <a:pt x="0" y="277"/>
                    </a:lnTo>
                    <a:lnTo>
                      <a:pt x="161" y="0"/>
                    </a:lnTo>
                    <a:close/>
                  </a:path>
                </a:pathLst>
              </a:custGeom>
              <a:grpFill/>
              <a:ln w="0">
                <a:noFill/>
                <a:prstDash val="solid"/>
                <a:round/>
              </a:ln>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125" name="Freeform 11"/>
            <p:cNvSpPr>
              <a:spLocks noEditPoints="1"/>
            </p:cNvSpPr>
            <p:nvPr/>
          </p:nvSpPr>
          <p:spPr bwMode="auto">
            <a:xfrm>
              <a:off x="3950778" y="2059444"/>
              <a:ext cx="290153" cy="341524"/>
            </a:xfrm>
            <a:custGeom>
              <a:avLst/>
              <a:gdLst>
                <a:gd name="T0" fmla="*/ 118 w 129"/>
                <a:gd name="T1" fmla="*/ 87 h 152"/>
                <a:gd name="T2" fmla="*/ 107 w 129"/>
                <a:gd name="T3" fmla="*/ 99 h 152"/>
                <a:gd name="T4" fmla="*/ 51 w 129"/>
                <a:gd name="T5" fmla="*/ 107 h 152"/>
                <a:gd name="T6" fmla="*/ 15 w 129"/>
                <a:gd name="T7" fmla="*/ 94 h 152"/>
                <a:gd name="T8" fmla="*/ 9 w 129"/>
                <a:gd name="T9" fmla="*/ 79 h 152"/>
                <a:gd name="T10" fmla="*/ 0 w 129"/>
                <a:gd name="T11" fmla="*/ 22 h 152"/>
                <a:gd name="T12" fmla="*/ 17 w 129"/>
                <a:gd name="T13" fmla="*/ 8 h 152"/>
                <a:gd name="T14" fmla="*/ 46 w 129"/>
                <a:gd name="T15" fmla="*/ 2 h 152"/>
                <a:gd name="T16" fmla="*/ 107 w 129"/>
                <a:gd name="T17" fmla="*/ 6 h 152"/>
                <a:gd name="T18" fmla="*/ 127 w 129"/>
                <a:gd name="T19" fmla="*/ 18 h 152"/>
                <a:gd name="T20" fmla="*/ 128 w 129"/>
                <a:gd name="T21" fmla="*/ 27 h 152"/>
                <a:gd name="T22" fmla="*/ 118 w 129"/>
                <a:gd name="T23" fmla="*/ 87 h 152"/>
                <a:gd name="T24" fmla="*/ 101 w 129"/>
                <a:gd name="T25" fmla="*/ 141 h 152"/>
                <a:gd name="T26" fmla="*/ 47 w 129"/>
                <a:gd name="T27" fmla="*/ 148 h 152"/>
                <a:gd name="T28" fmla="*/ 21 w 129"/>
                <a:gd name="T29" fmla="*/ 135 h 152"/>
                <a:gd name="T30" fmla="*/ 16 w 129"/>
                <a:gd name="T31" fmla="*/ 108 h 152"/>
                <a:gd name="T32" fmla="*/ 16 w 129"/>
                <a:gd name="T33" fmla="*/ 106 h 152"/>
                <a:gd name="T34" fmla="*/ 18 w 129"/>
                <a:gd name="T35" fmla="*/ 106 h 152"/>
                <a:gd name="T36" fmla="*/ 111 w 129"/>
                <a:gd name="T37" fmla="*/ 106 h 152"/>
                <a:gd name="T38" fmla="*/ 112 w 129"/>
                <a:gd name="T39" fmla="*/ 115 h 152"/>
                <a:gd name="T40" fmla="*/ 101 w 129"/>
                <a:gd name="T41" fmla="*/ 141 h 152"/>
                <a:gd name="T42" fmla="*/ 89 w 129"/>
                <a:gd name="T43" fmla="*/ 13 h 152"/>
                <a:gd name="T44" fmla="*/ 38 w 129"/>
                <a:gd name="T45" fmla="*/ 13 h 152"/>
                <a:gd name="T46" fmla="*/ 22 w 129"/>
                <a:gd name="T47" fmla="*/ 20 h 152"/>
                <a:gd name="T48" fmla="*/ 44 w 129"/>
                <a:gd name="T49" fmla="*/ 28 h 152"/>
                <a:gd name="T50" fmla="*/ 85 w 129"/>
                <a:gd name="T51" fmla="*/ 28 h 152"/>
                <a:gd name="T52" fmla="*/ 106 w 129"/>
                <a:gd name="T53" fmla="*/ 20 h 152"/>
                <a:gd name="T54" fmla="*/ 89 w 129"/>
                <a:gd name="T55" fmla="*/ 13 h 152"/>
                <a:gd name="T56" fmla="*/ 56 w 129"/>
                <a:gd name="T57" fmla="*/ 54 h 152"/>
                <a:gd name="T58" fmla="*/ 44 w 129"/>
                <a:gd name="T59" fmla="*/ 74 h 152"/>
                <a:gd name="T60" fmla="*/ 66 w 129"/>
                <a:gd name="T61" fmla="*/ 93 h 152"/>
                <a:gd name="T62" fmla="*/ 84 w 129"/>
                <a:gd name="T63" fmla="*/ 70 h 152"/>
                <a:gd name="T64" fmla="*/ 56 w 129"/>
                <a:gd name="T65" fmla="*/ 54 h 152"/>
                <a:gd name="T66" fmla="*/ 59 w 129"/>
                <a:gd name="T67" fmla="*/ 82 h 152"/>
                <a:gd name="T68" fmla="*/ 59 w 129"/>
                <a:gd name="T69" fmla="*/ 64 h 152"/>
                <a:gd name="T70" fmla="*/ 74 w 129"/>
                <a:gd name="T71" fmla="*/ 72 h 152"/>
                <a:gd name="T72" fmla="*/ 59 w 129"/>
                <a:gd name="T73" fmla="*/ 8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2">
                  <a:moveTo>
                    <a:pt x="118" y="87"/>
                  </a:moveTo>
                  <a:cubicBezTo>
                    <a:pt x="117" y="93"/>
                    <a:pt x="111" y="96"/>
                    <a:pt x="107" y="99"/>
                  </a:cubicBezTo>
                  <a:cubicBezTo>
                    <a:pt x="89" y="107"/>
                    <a:pt x="69" y="109"/>
                    <a:pt x="51" y="107"/>
                  </a:cubicBezTo>
                  <a:cubicBezTo>
                    <a:pt x="38" y="106"/>
                    <a:pt x="25" y="102"/>
                    <a:pt x="15" y="94"/>
                  </a:cubicBezTo>
                  <a:cubicBezTo>
                    <a:pt x="10" y="90"/>
                    <a:pt x="10" y="84"/>
                    <a:pt x="9" y="79"/>
                  </a:cubicBezTo>
                  <a:cubicBezTo>
                    <a:pt x="6" y="60"/>
                    <a:pt x="2" y="41"/>
                    <a:pt x="0" y="22"/>
                  </a:cubicBezTo>
                  <a:cubicBezTo>
                    <a:pt x="1" y="14"/>
                    <a:pt x="10" y="10"/>
                    <a:pt x="17" y="8"/>
                  </a:cubicBezTo>
                  <a:cubicBezTo>
                    <a:pt x="26" y="4"/>
                    <a:pt x="36" y="3"/>
                    <a:pt x="46" y="2"/>
                  </a:cubicBezTo>
                  <a:cubicBezTo>
                    <a:pt x="66" y="0"/>
                    <a:pt x="87" y="1"/>
                    <a:pt x="107" y="6"/>
                  </a:cubicBezTo>
                  <a:cubicBezTo>
                    <a:pt x="115" y="9"/>
                    <a:pt x="122" y="12"/>
                    <a:pt x="127" y="18"/>
                  </a:cubicBezTo>
                  <a:cubicBezTo>
                    <a:pt x="129" y="20"/>
                    <a:pt x="129" y="24"/>
                    <a:pt x="128" y="27"/>
                  </a:cubicBezTo>
                  <a:cubicBezTo>
                    <a:pt x="125" y="47"/>
                    <a:pt x="121" y="67"/>
                    <a:pt x="118" y="87"/>
                  </a:cubicBezTo>
                  <a:close/>
                  <a:moveTo>
                    <a:pt x="101" y="141"/>
                  </a:moveTo>
                  <a:cubicBezTo>
                    <a:pt x="85" y="151"/>
                    <a:pt x="65" y="152"/>
                    <a:pt x="47" y="148"/>
                  </a:cubicBezTo>
                  <a:cubicBezTo>
                    <a:pt x="37" y="147"/>
                    <a:pt x="26" y="144"/>
                    <a:pt x="21" y="135"/>
                  </a:cubicBezTo>
                  <a:cubicBezTo>
                    <a:pt x="18" y="126"/>
                    <a:pt x="17" y="117"/>
                    <a:pt x="16" y="108"/>
                  </a:cubicBezTo>
                  <a:cubicBezTo>
                    <a:pt x="16" y="106"/>
                    <a:pt x="16" y="106"/>
                    <a:pt x="16" y="106"/>
                  </a:cubicBezTo>
                  <a:cubicBezTo>
                    <a:pt x="18" y="106"/>
                    <a:pt x="18" y="106"/>
                    <a:pt x="18" y="106"/>
                  </a:cubicBezTo>
                  <a:cubicBezTo>
                    <a:pt x="45" y="124"/>
                    <a:pt x="83" y="124"/>
                    <a:pt x="111" y="106"/>
                  </a:cubicBezTo>
                  <a:cubicBezTo>
                    <a:pt x="115" y="107"/>
                    <a:pt x="112" y="112"/>
                    <a:pt x="112" y="115"/>
                  </a:cubicBezTo>
                  <a:cubicBezTo>
                    <a:pt x="109" y="124"/>
                    <a:pt x="110" y="136"/>
                    <a:pt x="101" y="141"/>
                  </a:cubicBezTo>
                  <a:close/>
                  <a:moveTo>
                    <a:pt x="89" y="13"/>
                  </a:moveTo>
                  <a:cubicBezTo>
                    <a:pt x="72" y="11"/>
                    <a:pt x="55" y="10"/>
                    <a:pt x="38" y="13"/>
                  </a:cubicBezTo>
                  <a:cubicBezTo>
                    <a:pt x="32" y="14"/>
                    <a:pt x="26" y="15"/>
                    <a:pt x="22" y="20"/>
                  </a:cubicBezTo>
                  <a:cubicBezTo>
                    <a:pt x="28" y="26"/>
                    <a:pt x="36" y="27"/>
                    <a:pt x="44" y="28"/>
                  </a:cubicBezTo>
                  <a:cubicBezTo>
                    <a:pt x="57" y="29"/>
                    <a:pt x="71" y="30"/>
                    <a:pt x="85" y="28"/>
                  </a:cubicBezTo>
                  <a:cubicBezTo>
                    <a:pt x="92" y="27"/>
                    <a:pt x="101" y="26"/>
                    <a:pt x="106" y="20"/>
                  </a:cubicBezTo>
                  <a:cubicBezTo>
                    <a:pt x="102" y="15"/>
                    <a:pt x="95" y="14"/>
                    <a:pt x="89" y="13"/>
                  </a:cubicBezTo>
                  <a:close/>
                  <a:moveTo>
                    <a:pt x="56" y="54"/>
                  </a:moveTo>
                  <a:cubicBezTo>
                    <a:pt x="48" y="57"/>
                    <a:pt x="43" y="65"/>
                    <a:pt x="44" y="74"/>
                  </a:cubicBezTo>
                  <a:cubicBezTo>
                    <a:pt x="44" y="85"/>
                    <a:pt x="55" y="94"/>
                    <a:pt x="66" y="93"/>
                  </a:cubicBezTo>
                  <a:cubicBezTo>
                    <a:pt x="77" y="92"/>
                    <a:pt x="86" y="81"/>
                    <a:pt x="84" y="70"/>
                  </a:cubicBezTo>
                  <a:cubicBezTo>
                    <a:pt x="83" y="57"/>
                    <a:pt x="68" y="48"/>
                    <a:pt x="56" y="54"/>
                  </a:cubicBezTo>
                  <a:close/>
                  <a:moveTo>
                    <a:pt x="59" y="82"/>
                  </a:moveTo>
                  <a:cubicBezTo>
                    <a:pt x="52" y="79"/>
                    <a:pt x="52" y="67"/>
                    <a:pt x="59" y="64"/>
                  </a:cubicBezTo>
                  <a:cubicBezTo>
                    <a:pt x="65" y="60"/>
                    <a:pt x="74" y="65"/>
                    <a:pt x="74" y="72"/>
                  </a:cubicBezTo>
                  <a:cubicBezTo>
                    <a:pt x="75" y="80"/>
                    <a:pt x="66" y="86"/>
                    <a:pt x="59" y="82"/>
                  </a:cubicBezTo>
                  <a:close/>
                </a:path>
              </a:pathLst>
            </a:custGeom>
            <a:solidFill>
              <a:srgbClr val="3D5E41"/>
            </a:solid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algn="ctr" fontAlgn="base">
                <a:spcBef>
                  <a:spcPct val="0"/>
                </a:spcBef>
                <a:spcAft>
                  <a:spcPct val="0"/>
                </a:spcAft>
                <a:defRPr/>
              </a:pPr>
              <a:endParaRPr lang="en-US" sz="2930" kern="0">
                <a:solidFill>
                  <a:srgbClr val="000000"/>
                </a:solidFill>
                <a:cs typeface="+mn-ea"/>
                <a:sym typeface="+mn-lt"/>
              </a:endParaRPr>
            </a:p>
          </p:txBody>
        </p:sp>
      </p:grpSp>
      <p:sp>
        <p:nvSpPr>
          <p:cNvPr id="3" name="矩形 2"/>
          <p:cNvSpPr/>
          <p:nvPr/>
        </p:nvSpPr>
        <p:spPr>
          <a:xfrm>
            <a:off x="45027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15" name="Rectangle 4"/>
          <p:cNvSpPr txBox="1">
            <a:spLocks noChangeArrowheads="1"/>
          </p:cNvSpPr>
          <p:nvPr/>
        </p:nvSpPr>
        <p:spPr bwMode="auto">
          <a:xfrm>
            <a:off x="3457362" y="106581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50000"/>
                  </a:schemeClr>
                </a:solidFill>
                <a:latin typeface="微软雅黑" panose="020B0503020204020204" charset="-122"/>
                <a:ea typeface="微软雅黑" panose="020B0503020204020204" charset="-122"/>
              </a:rPr>
              <a:t>输入文字</a:t>
            </a:r>
          </a:p>
        </p:txBody>
      </p:sp>
      <p:sp>
        <p:nvSpPr>
          <p:cNvPr id="16" name="矩形 15"/>
          <p:cNvSpPr/>
          <p:nvPr/>
        </p:nvSpPr>
        <p:spPr>
          <a:xfrm>
            <a:off x="9514805" y="1915160"/>
            <a:ext cx="2129790" cy="4152900"/>
          </a:xfrm>
          <a:prstGeom prst="rect">
            <a:avLst/>
          </a:prstGeom>
        </p:spPr>
        <p:txBody>
          <a:bodyPr wrap="square" lIns="91408" tIns="45704" rIns="91408" bIns="45704">
            <a:spAutoFit/>
          </a:bodyPr>
          <a:lstStyle/>
          <a:p>
            <a:pPr>
              <a:lnSpc>
                <a:spcPct val="150000"/>
              </a:lnSpc>
              <a:defRPr/>
            </a:pPr>
            <a:r>
              <a:rPr lang="zh-CN" altLang="en-US" sz="1600" kern="0">
                <a:solidFill>
                  <a:schemeClr val="bg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a:t>
            </a:r>
            <a:r>
              <a:rPr lang="zh-CN" altLang="en-US" sz="1600" kern="0">
                <a:solidFill>
                  <a:schemeClr val="bg1"/>
                </a:solidFill>
                <a:latin typeface="微软雅黑" panose="020B0503020204020204" charset="-122"/>
                <a:ea typeface="微软雅黑" panose="020B0503020204020204" charset="-122"/>
                <a:sym typeface="+mn-ea"/>
              </a:rPr>
              <a:t>在这里输入你需要的文本内容在这里输入你需要的文本内容在这里输入你需要的文本内容</a:t>
            </a:r>
            <a:endParaRPr lang="zh-CN" altLang="en-US" sz="1600" kern="0">
              <a:solidFill>
                <a:schemeClr val="bg1"/>
              </a:solidFill>
              <a:latin typeface="微软雅黑" panose="020B0503020204020204" charset="-122"/>
              <a:ea typeface="微软雅黑" panose="020B0503020204020204" charset="-122"/>
            </a:endParaRPr>
          </a:p>
        </p:txBody>
      </p:sp>
      <p:pic>
        <p:nvPicPr>
          <p:cNvPr id="9" name="图片 8" descr="WechatIMG1669"/>
          <p:cNvPicPr>
            <a:picLocks noChangeAspect="1"/>
          </p:cNvPicPr>
          <p:nvPr/>
        </p:nvPicPr>
        <p:blipFill>
          <a:blip r:embed="rId6"/>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strips(downLeft)">
                                      <p:cBhvr>
                                        <p:cTn id="12" dur="500"/>
                                        <p:tgtEl>
                                          <p:spTgt spid="123"/>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wipe(right)">
                                      <p:cBhvr>
                                        <p:cTn id="16" dur="500"/>
                                        <p:tgtEl>
                                          <p:spTgt spid="71"/>
                                        </p:tgtEl>
                                      </p:cBhvr>
                                    </p:animEffect>
                                  </p:childTnLst>
                                </p:cTn>
                              </p:par>
                              <p:par>
                                <p:cTn id="17" presetID="53" presetClass="entr" presetSubtype="16" fill="hold" nodeType="withEffect">
                                  <p:stCondLst>
                                    <p:cond delay="0"/>
                                  </p:stCondLst>
                                  <p:childTnLst>
                                    <p:set>
                                      <p:cBhvr>
                                        <p:cTn id="18" dur="1" fill="hold">
                                          <p:stCondLst>
                                            <p:cond delay="0"/>
                                          </p:stCondLst>
                                        </p:cTn>
                                        <p:tgtEl>
                                          <p:spTgt spid="77"/>
                                        </p:tgtEl>
                                        <p:attrNameLst>
                                          <p:attrName>style.visibility</p:attrName>
                                        </p:attrNameLst>
                                      </p:cBhvr>
                                      <p:to>
                                        <p:strVal val="visible"/>
                                      </p:to>
                                    </p:set>
                                    <p:anim calcmode="lin" valueType="num">
                                      <p:cBhvr>
                                        <p:cTn id="19" dur="500" fill="hold"/>
                                        <p:tgtEl>
                                          <p:spTgt spid="77"/>
                                        </p:tgtEl>
                                        <p:attrNameLst>
                                          <p:attrName>ppt_w</p:attrName>
                                        </p:attrNameLst>
                                      </p:cBhvr>
                                      <p:tavLst>
                                        <p:tav tm="0">
                                          <p:val>
                                            <p:fltVal val="0"/>
                                          </p:val>
                                        </p:tav>
                                        <p:tav tm="100000">
                                          <p:val>
                                            <p:strVal val="#ppt_w"/>
                                          </p:val>
                                        </p:tav>
                                      </p:tavLst>
                                    </p:anim>
                                    <p:anim calcmode="lin" valueType="num">
                                      <p:cBhvr>
                                        <p:cTn id="20" dur="500" fill="hold"/>
                                        <p:tgtEl>
                                          <p:spTgt spid="77"/>
                                        </p:tgtEl>
                                        <p:attrNameLst>
                                          <p:attrName>ppt_h</p:attrName>
                                        </p:attrNameLst>
                                      </p:cBhvr>
                                      <p:tavLst>
                                        <p:tav tm="0">
                                          <p:val>
                                            <p:fltVal val="0"/>
                                          </p:val>
                                        </p:tav>
                                        <p:tav tm="100000">
                                          <p:val>
                                            <p:strVal val="#ppt_h"/>
                                          </p:val>
                                        </p:tav>
                                      </p:tavLst>
                                    </p:anim>
                                    <p:animEffect transition="in" filter="fade">
                                      <p:cBhvr>
                                        <p:cTn id="21" dur="500"/>
                                        <p:tgtEl>
                                          <p:spTgt spid="77"/>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wipe(left)">
                                      <p:cBhvr>
                                        <p:cTn id="25" dur="500"/>
                                        <p:tgtEl>
                                          <p:spTgt spid="72"/>
                                        </p:tgtEl>
                                      </p:cBhvr>
                                    </p:animEffect>
                                  </p:childTnLst>
                                </p:cTn>
                              </p:par>
                            </p:childTnLst>
                          </p:cTn>
                        </p:par>
                        <p:par>
                          <p:cTn id="26" fill="hold">
                            <p:stCondLst>
                              <p:cond delay="1500"/>
                            </p:stCondLst>
                            <p:childTnLst>
                              <p:par>
                                <p:cTn id="27" presetID="18" presetClass="entr" presetSubtype="12" fill="hold" nodeType="after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strips(downLeft)">
                                      <p:cBhvr>
                                        <p:cTn id="29" dur="500"/>
                                        <p:tgtEl>
                                          <p:spTgt spid="98"/>
                                        </p:tgtEl>
                                      </p:cBhvr>
                                    </p:animEffect>
                                  </p:childTnLst>
                                </p:cTn>
                              </p:par>
                            </p:childTnLst>
                          </p:cTn>
                        </p:par>
                        <p:par>
                          <p:cTn id="30" fill="hold">
                            <p:stCondLst>
                              <p:cond delay="2000"/>
                            </p:stCondLst>
                            <p:childTnLst>
                              <p:par>
                                <p:cTn id="31" presetID="22" presetClass="entr" presetSubtype="2" fill="hold" grpId="0" nodeType="after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wipe(right)">
                                      <p:cBhvr>
                                        <p:cTn id="33" dur="500"/>
                                        <p:tgtEl>
                                          <p:spTgt spid="73"/>
                                        </p:tgtEl>
                                      </p:cBhvr>
                                    </p:animEffect>
                                  </p:childTnLst>
                                </p:cTn>
                              </p:par>
                              <p:par>
                                <p:cTn id="34" presetID="53" presetClass="entr" presetSubtype="16" fill="hold" nodeType="withEffect">
                                  <p:stCondLst>
                                    <p:cond delay="0"/>
                                  </p:stCondLst>
                                  <p:childTnLst>
                                    <p:set>
                                      <p:cBhvr>
                                        <p:cTn id="35" dur="1" fill="hold">
                                          <p:stCondLst>
                                            <p:cond delay="0"/>
                                          </p:stCondLst>
                                        </p:cTn>
                                        <p:tgtEl>
                                          <p:spTgt spid="80"/>
                                        </p:tgtEl>
                                        <p:attrNameLst>
                                          <p:attrName>style.visibility</p:attrName>
                                        </p:attrNameLst>
                                      </p:cBhvr>
                                      <p:to>
                                        <p:strVal val="visible"/>
                                      </p:to>
                                    </p:set>
                                    <p:anim calcmode="lin" valueType="num">
                                      <p:cBhvr>
                                        <p:cTn id="36" dur="500" fill="hold"/>
                                        <p:tgtEl>
                                          <p:spTgt spid="80"/>
                                        </p:tgtEl>
                                        <p:attrNameLst>
                                          <p:attrName>ppt_w</p:attrName>
                                        </p:attrNameLst>
                                      </p:cBhvr>
                                      <p:tavLst>
                                        <p:tav tm="0">
                                          <p:val>
                                            <p:fltVal val="0"/>
                                          </p:val>
                                        </p:tav>
                                        <p:tav tm="100000">
                                          <p:val>
                                            <p:strVal val="#ppt_w"/>
                                          </p:val>
                                        </p:tav>
                                      </p:tavLst>
                                    </p:anim>
                                    <p:anim calcmode="lin" valueType="num">
                                      <p:cBhvr>
                                        <p:cTn id="37" dur="500" fill="hold"/>
                                        <p:tgtEl>
                                          <p:spTgt spid="80"/>
                                        </p:tgtEl>
                                        <p:attrNameLst>
                                          <p:attrName>ppt_h</p:attrName>
                                        </p:attrNameLst>
                                      </p:cBhvr>
                                      <p:tavLst>
                                        <p:tav tm="0">
                                          <p:val>
                                            <p:fltVal val="0"/>
                                          </p:val>
                                        </p:tav>
                                        <p:tav tm="100000">
                                          <p:val>
                                            <p:strVal val="#ppt_h"/>
                                          </p:val>
                                        </p:tav>
                                      </p:tavLst>
                                    </p:anim>
                                    <p:animEffect transition="in" filter="fade">
                                      <p:cBhvr>
                                        <p:cTn id="38" dur="500"/>
                                        <p:tgtEl>
                                          <p:spTgt spid="80"/>
                                        </p:tgtEl>
                                      </p:cBhvr>
                                    </p:animEffect>
                                  </p:childTnLst>
                                </p:cTn>
                              </p:par>
                            </p:childTnLst>
                          </p:cTn>
                        </p:par>
                        <p:par>
                          <p:cTn id="39" fill="hold">
                            <p:stCondLst>
                              <p:cond delay="2500"/>
                            </p:stCondLst>
                            <p:childTnLst>
                              <p:par>
                                <p:cTn id="40" presetID="22" presetClass="entr" presetSubtype="8" fill="hold" grpId="0" nodeType="after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wipe(left)">
                                      <p:cBhvr>
                                        <p:cTn id="42" dur="500"/>
                                        <p:tgtEl>
                                          <p:spTgt spid="74"/>
                                        </p:tgtEl>
                                      </p:cBhvr>
                                    </p:animEffect>
                                  </p:childTnLst>
                                </p:cTn>
                              </p:par>
                            </p:childTnLst>
                          </p:cTn>
                        </p:par>
                        <p:par>
                          <p:cTn id="43" fill="hold">
                            <p:stCondLst>
                              <p:cond delay="3000"/>
                            </p:stCondLst>
                            <p:childTnLst>
                              <p:par>
                                <p:cTn id="44" presetID="18" presetClass="entr" presetSubtype="12" fill="hold" nodeType="afterEffect">
                                  <p:stCondLst>
                                    <p:cond delay="0"/>
                                  </p:stCondLst>
                                  <p:childTnLst>
                                    <p:set>
                                      <p:cBhvr>
                                        <p:cTn id="45" dur="1" fill="hold">
                                          <p:stCondLst>
                                            <p:cond delay="0"/>
                                          </p:stCondLst>
                                        </p:cTn>
                                        <p:tgtEl>
                                          <p:spTgt spid="118"/>
                                        </p:tgtEl>
                                        <p:attrNameLst>
                                          <p:attrName>style.visibility</p:attrName>
                                        </p:attrNameLst>
                                      </p:cBhvr>
                                      <p:to>
                                        <p:strVal val="visible"/>
                                      </p:to>
                                    </p:set>
                                    <p:animEffect transition="in" filter="strips(downLeft)">
                                      <p:cBhvr>
                                        <p:cTn id="46" dur="500"/>
                                        <p:tgtEl>
                                          <p:spTgt spid="118"/>
                                        </p:tgtEl>
                                      </p:cBhvr>
                                    </p:animEffect>
                                  </p:childTnLst>
                                </p:cTn>
                              </p:par>
                            </p:childTnLst>
                          </p:cTn>
                        </p:par>
                        <p:par>
                          <p:cTn id="47" fill="hold">
                            <p:stCondLst>
                              <p:cond delay="3500"/>
                            </p:stCondLst>
                            <p:childTnLst>
                              <p:par>
                                <p:cTn id="48" presetID="22" presetClass="entr" presetSubtype="2" fill="hold" grpId="0" nodeType="after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wipe(right)">
                                      <p:cBhvr>
                                        <p:cTn id="50" dur="500"/>
                                        <p:tgtEl>
                                          <p:spTgt spid="75"/>
                                        </p:tgtEl>
                                      </p:cBhvr>
                                    </p:animEffect>
                                  </p:childTnLst>
                                </p:cTn>
                              </p:par>
                              <p:par>
                                <p:cTn id="51" presetID="53" presetClass="entr" presetSubtype="16" fill="hold" nodeType="withEffect">
                                  <p:stCondLst>
                                    <p:cond delay="0"/>
                                  </p:stCondLst>
                                  <p:childTnLst>
                                    <p:set>
                                      <p:cBhvr>
                                        <p:cTn id="52" dur="1" fill="hold">
                                          <p:stCondLst>
                                            <p:cond delay="0"/>
                                          </p:stCondLst>
                                        </p:cTn>
                                        <p:tgtEl>
                                          <p:spTgt spid="83"/>
                                        </p:tgtEl>
                                        <p:attrNameLst>
                                          <p:attrName>style.visibility</p:attrName>
                                        </p:attrNameLst>
                                      </p:cBhvr>
                                      <p:to>
                                        <p:strVal val="visible"/>
                                      </p:to>
                                    </p:set>
                                    <p:anim calcmode="lin" valueType="num">
                                      <p:cBhvr>
                                        <p:cTn id="53" dur="500" fill="hold"/>
                                        <p:tgtEl>
                                          <p:spTgt spid="83"/>
                                        </p:tgtEl>
                                        <p:attrNameLst>
                                          <p:attrName>ppt_w</p:attrName>
                                        </p:attrNameLst>
                                      </p:cBhvr>
                                      <p:tavLst>
                                        <p:tav tm="0">
                                          <p:val>
                                            <p:fltVal val="0"/>
                                          </p:val>
                                        </p:tav>
                                        <p:tav tm="100000">
                                          <p:val>
                                            <p:strVal val="#ppt_w"/>
                                          </p:val>
                                        </p:tav>
                                      </p:tavLst>
                                    </p:anim>
                                    <p:anim calcmode="lin" valueType="num">
                                      <p:cBhvr>
                                        <p:cTn id="54" dur="500" fill="hold"/>
                                        <p:tgtEl>
                                          <p:spTgt spid="83"/>
                                        </p:tgtEl>
                                        <p:attrNameLst>
                                          <p:attrName>ppt_h</p:attrName>
                                        </p:attrNameLst>
                                      </p:cBhvr>
                                      <p:tavLst>
                                        <p:tav tm="0">
                                          <p:val>
                                            <p:fltVal val="0"/>
                                          </p:val>
                                        </p:tav>
                                        <p:tav tm="100000">
                                          <p:val>
                                            <p:strVal val="#ppt_h"/>
                                          </p:val>
                                        </p:tav>
                                      </p:tavLst>
                                    </p:anim>
                                    <p:animEffect transition="in" filter="fade">
                                      <p:cBhvr>
                                        <p:cTn id="55" dur="500"/>
                                        <p:tgtEl>
                                          <p:spTgt spid="83"/>
                                        </p:tgtEl>
                                      </p:cBhvr>
                                    </p:animEffec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76"/>
                                        </p:tgtEl>
                                        <p:attrNameLst>
                                          <p:attrName>style.visibility</p:attrName>
                                        </p:attrNameLst>
                                      </p:cBhvr>
                                      <p:to>
                                        <p:strVal val="visible"/>
                                      </p:to>
                                    </p:set>
                                    <p:animEffect transition="in" filter="wipe(left)">
                                      <p:cBhvr>
                                        <p:cTn id="59" dur="500"/>
                                        <p:tgtEl>
                                          <p:spTgt spid="76"/>
                                        </p:tgtEl>
                                      </p:cBhvr>
                                    </p:animEffect>
                                  </p:childTnLst>
                                </p:cTn>
                              </p:par>
                            </p:childTnLst>
                          </p:cTn>
                        </p:par>
                        <p:par>
                          <p:cTn id="60" fill="hold">
                            <p:stCondLst>
                              <p:cond delay="4500"/>
                            </p:stCondLst>
                            <p:childTnLst>
                              <p:par>
                                <p:cTn id="61" presetID="18" presetClass="entr" presetSubtype="12" fill="hold" nodeType="afterEffect">
                                  <p:stCondLst>
                                    <p:cond delay="0"/>
                                  </p:stCondLst>
                                  <p:childTnLst>
                                    <p:set>
                                      <p:cBhvr>
                                        <p:cTn id="62" dur="1" fill="hold">
                                          <p:stCondLst>
                                            <p:cond delay="0"/>
                                          </p:stCondLst>
                                        </p:cTn>
                                        <p:tgtEl>
                                          <p:spTgt spid="113"/>
                                        </p:tgtEl>
                                        <p:attrNameLst>
                                          <p:attrName>style.visibility</p:attrName>
                                        </p:attrNameLst>
                                      </p:cBhvr>
                                      <p:to>
                                        <p:strVal val="visible"/>
                                      </p:to>
                                    </p:set>
                                    <p:animEffect transition="in" filter="strips(downLeft)">
                                      <p:cBhvr>
                                        <p:cTn id="63" dur="500"/>
                                        <p:tgtEl>
                                          <p:spTgt spid="113"/>
                                        </p:tgtEl>
                                      </p:cBhvr>
                                    </p:animEffect>
                                  </p:childTnLst>
                                </p:cTn>
                              </p:par>
                            </p:childTnLst>
                          </p:cTn>
                        </p:par>
                        <p:par>
                          <p:cTn id="64" fill="hold">
                            <p:stCondLst>
                              <p:cond delay="5000"/>
                            </p:stCondLst>
                            <p:childTnLst>
                              <p:par>
                                <p:cTn id="65" presetID="22" presetClass="entr" presetSubtype="8" fill="hold" grpId="0" nodeType="after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wipe(left)">
                                      <p:cBhvr>
                                        <p:cTn id="67" dur="500"/>
                                        <p:tgtEl>
                                          <p:spTgt spid="68"/>
                                        </p:tgtEl>
                                      </p:cBhvr>
                                    </p:animEffect>
                                  </p:childTnLst>
                                </p:cTn>
                              </p:par>
                              <p:par>
                                <p:cTn id="68" presetID="53" presetClass="entr" presetSubtype="16" fill="hold" nodeType="withEffect">
                                  <p:stCondLst>
                                    <p:cond delay="0"/>
                                  </p:stCondLst>
                                  <p:childTnLst>
                                    <p:set>
                                      <p:cBhvr>
                                        <p:cTn id="69" dur="1" fill="hold">
                                          <p:stCondLst>
                                            <p:cond delay="0"/>
                                          </p:stCondLst>
                                        </p:cTn>
                                        <p:tgtEl>
                                          <p:spTgt spid="89"/>
                                        </p:tgtEl>
                                        <p:attrNameLst>
                                          <p:attrName>style.visibility</p:attrName>
                                        </p:attrNameLst>
                                      </p:cBhvr>
                                      <p:to>
                                        <p:strVal val="visible"/>
                                      </p:to>
                                    </p:set>
                                    <p:anim calcmode="lin" valueType="num">
                                      <p:cBhvr>
                                        <p:cTn id="70" dur="500" fill="hold"/>
                                        <p:tgtEl>
                                          <p:spTgt spid="89"/>
                                        </p:tgtEl>
                                        <p:attrNameLst>
                                          <p:attrName>ppt_w</p:attrName>
                                        </p:attrNameLst>
                                      </p:cBhvr>
                                      <p:tavLst>
                                        <p:tav tm="0">
                                          <p:val>
                                            <p:fltVal val="0"/>
                                          </p:val>
                                        </p:tav>
                                        <p:tav tm="100000">
                                          <p:val>
                                            <p:strVal val="#ppt_w"/>
                                          </p:val>
                                        </p:tav>
                                      </p:tavLst>
                                    </p:anim>
                                    <p:anim calcmode="lin" valueType="num">
                                      <p:cBhvr>
                                        <p:cTn id="71" dur="500" fill="hold"/>
                                        <p:tgtEl>
                                          <p:spTgt spid="89"/>
                                        </p:tgtEl>
                                        <p:attrNameLst>
                                          <p:attrName>ppt_h</p:attrName>
                                        </p:attrNameLst>
                                      </p:cBhvr>
                                      <p:tavLst>
                                        <p:tav tm="0">
                                          <p:val>
                                            <p:fltVal val="0"/>
                                          </p:val>
                                        </p:tav>
                                        <p:tav tm="100000">
                                          <p:val>
                                            <p:strVal val="#ppt_h"/>
                                          </p:val>
                                        </p:tav>
                                      </p:tavLst>
                                    </p:anim>
                                    <p:animEffect transition="in" filter="fade">
                                      <p:cBhvr>
                                        <p:cTn id="72" dur="500"/>
                                        <p:tgtEl>
                                          <p:spTgt spid="89"/>
                                        </p:tgtEl>
                                      </p:cBhvr>
                                    </p:animEffect>
                                  </p:childTnLst>
                                </p:cTn>
                              </p:par>
                            </p:childTnLst>
                          </p:cTn>
                        </p:par>
                        <p:par>
                          <p:cTn id="73" fill="hold">
                            <p:stCondLst>
                              <p:cond delay="5500"/>
                            </p:stCondLst>
                            <p:childTnLst>
                              <p:par>
                                <p:cTn id="74" presetID="22" presetClass="entr" presetSubtype="2" fill="hold" grpId="0" nodeType="afterEffect">
                                  <p:stCondLst>
                                    <p:cond delay="0"/>
                                  </p:stCondLst>
                                  <p:childTnLst>
                                    <p:set>
                                      <p:cBhvr>
                                        <p:cTn id="75" dur="1" fill="hold">
                                          <p:stCondLst>
                                            <p:cond delay="0"/>
                                          </p:stCondLst>
                                        </p:cTn>
                                        <p:tgtEl>
                                          <p:spTgt spid="86"/>
                                        </p:tgtEl>
                                        <p:attrNameLst>
                                          <p:attrName>style.visibility</p:attrName>
                                        </p:attrNameLst>
                                      </p:cBhvr>
                                      <p:to>
                                        <p:strVal val="visible"/>
                                      </p:to>
                                    </p:set>
                                    <p:animEffect transition="in" filter="wipe(right)">
                                      <p:cBhvr>
                                        <p:cTn id="76" dur="500"/>
                                        <p:tgtEl>
                                          <p:spTgt spid="86"/>
                                        </p:tgtEl>
                                      </p:cBhvr>
                                    </p:animEffect>
                                  </p:childTnLst>
                                </p:cTn>
                              </p:par>
                            </p:childTnLst>
                          </p:cTn>
                        </p:par>
                        <p:par>
                          <p:cTn id="77" fill="hold">
                            <p:stCondLst>
                              <p:cond delay="6000"/>
                            </p:stCondLst>
                            <p:childTnLst>
                              <p:par>
                                <p:cTn id="78" presetID="18" presetClass="entr" presetSubtype="12" fill="hold" nodeType="afterEffect">
                                  <p:stCondLst>
                                    <p:cond delay="0"/>
                                  </p:stCondLst>
                                  <p:childTnLst>
                                    <p:set>
                                      <p:cBhvr>
                                        <p:cTn id="79" dur="1" fill="hold">
                                          <p:stCondLst>
                                            <p:cond delay="0"/>
                                          </p:stCondLst>
                                        </p:cTn>
                                        <p:tgtEl>
                                          <p:spTgt spid="108"/>
                                        </p:tgtEl>
                                        <p:attrNameLst>
                                          <p:attrName>style.visibility</p:attrName>
                                        </p:attrNameLst>
                                      </p:cBhvr>
                                      <p:to>
                                        <p:strVal val="visible"/>
                                      </p:to>
                                    </p:set>
                                    <p:animEffect transition="in" filter="strips(downLeft)">
                                      <p:cBhvr>
                                        <p:cTn id="80" dur="500"/>
                                        <p:tgtEl>
                                          <p:spTgt spid="108"/>
                                        </p:tgtEl>
                                      </p:cBhvr>
                                    </p:animEffect>
                                  </p:childTnLst>
                                </p:cTn>
                              </p:par>
                            </p:childTnLst>
                          </p:cTn>
                        </p:par>
                        <p:par>
                          <p:cTn id="81" fill="hold">
                            <p:stCondLst>
                              <p:cond delay="6500"/>
                            </p:stCondLst>
                            <p:childTnLst>
                              <p:par>
                                <p:cTn id="82" presetID="22" presetClass="entr" presetSubtype="8" fill="hold" grpId="0" nodeType="afterEffect">
                                  <p:stCondLst>
                                    <p:cond delay="0"/>
                                  </p:stCondLst>
                                  <p:childTnLst>
                                    <p:set>
                                      <p:cBhvr>
                                        <p:cTn id="83" dur="1" fill="hold">
                                          <p:stCondLst>
                                            <p:cond delay="0"/>
                                          </p:stCondLst>
                                        </p:cTn>
                                        <p:tgtEl>
                                          <p:spTgt spid="69"/>
                                        </p:tgtEl>
                                        <p:attrNameLst>
                                          <p:attrName>style.visibility</p:attrName>
                                        </p:attrNameLst>
                                      </p:cBhvr>
                                      <p:to>
                                        <p:strVal val="visible"/>
                                      </p:to>
                                    </p:set>
                                    <p:animEffect transition="in" filter="wipe(left)">
                                      <p:cBhvr>
                                        <p:cTn id="84" dur="500"/>
                                        <p:tgtEl>
                                          <p:spTgt spid="69"/>
                                        </p:tgtEl>
                                      </p:cBhvr>
                                    </p:animEffect>
                                  </p:childTnLst>
                                </p:cTn>
                              </p:par>
                              <p:par>
                                <p:cTn id="85" presetID="53" presetClass="entr" presetSubtype="16" fill="hold" nodeType="withEffect">
                                  <p:stCondLst>
                                    <p:cond delay="0"/>
                                  </p:stCondLst>
                                  <p:childTnLst>
                                    <p:set>
                                      <p:cBhvr>
                                        <p:cTn id="86" dur="1" fill="hold">
                                          <p:stCondLst>
                                            <p:cond delay="0"/>
                                          </p:stCondLst>
                                        </p:cTn>
                                        <p:tgtEl>
                                          <p:spTgt spid="92"/>
                                        </p:tgtEl>
                                        <p:attrNameLst>
                                          <p:attrName>style.visibility</p:attrName>
                                        </p:attrNameLst>
                                      </p:cBhvr>
                                      <p:to>
                                        <p:strVal val="visible"/>
                                      </p:to>
                                    </p:set>
                                    <p:anim calcmode="lin" valueType="num">
                                      <p:cBhvr>
                                        <p:cTn id="87" dur="500" fill="hold"/>
                                        <p:tgtEl>
                                          <p:spTgt spid="92"/>
                                        </p:tgtEl>
                                        <p:attrNameLst>
                                          <p:attrName>ppt_w</p:attrName>
                                        </p:attrNameLst>
                                      </p:cBhvr>
                                      <p:tavLst>
                                        <p:tav tm="0">
                                          <p:val>
                                            <p:fltVal val="0"/>
                                          </p:val>
                                        </p:tav>
                                        <p:tav tm="100000">
                                          <p:val>
                                            <p:strVal val="#ppt_w"/>
                                          </p:val>
                                        </p:tav>
                                      </p:tavLst>
                                    </p:anim>
                                    <p:anim calcmode="lin" valueType="num">
                                      <p:cBhvr>
                                        <p:cTn id="88" dur="500" fill="hold"/>
                                        <p:tgtEl>
                                          <p:spTgt spid="92"/>
                                        </p:tgtEl>
                                        <p:attrNameLst>
                                          <p:attrName>ppt_h</p:attrName>
                                        </p:attrNameLst>
                                      </p:cBhvr>
                                      <p:tavLst>
                                        <p:tav tm="0">
                                          <p:val>
                                            <p:fltVal val="0"/>
                                          </p:val>
                                        </p:tav>
                                        <p:tav tm="100000">
                                          <p:val>
                                            <p:strVal val="#ppt_h"/>
                                          </p:val>
                                        </p:tav>
                                      </p:tavLst>
                                    </p:anim>
                                    <p:animEffect transition="in" filter="fade">
                                      <p:cBhvr>
                                        <p:cTn id="89" dur="500"/>
                                        <p:tgtEl>
                                          <p:spTgt spid="92"/>
                                        </p:tgtEl>
                                      </p:cBhvr>
                                    </p:animEffect>
                                  </p:childTnLst>
                                </p:cTn>
                              </p:par>
                            </p:childTnLst>
                          </p:cTn>
                        </p:par>
                        <p:par>
                          <p:cTn id="90" fill="hold">
                            <p:stCondLst>
                              <p:cond delay="7000"/>
                            </p:stCondLst>
                            <p:childTnLst>
                              <p:par>
                                <p:cTn id="91" presetID="22" presetClass="entr" presetSubtype="2" fill="hold" grpId="0" nodeType="afterEffect">
                                  <p:stCondLst>
                                    <p:cond delay="0"/>
                                  </p:stCondLst>
                                  <p:childTnLst>
                                    <p:set>
                                      <p:cBhvr>
                                        <p:cTn id="92" dur="1" fill="hold">
                                          <p:stCondLst>
                                            <p:cond delay="0"/>
                                          </p:stCondLst>
                                        </p:cTn>
                                        <p:tgtEl>
                                          <p:spTgt spid="87"/>
                                        </p:tgtEl>
                                        <p:attrNameLst>
                                          <p:attrName>style.visibility</p:attrName>
                                        </p:attrNameLst>
                                      </p:cBhvr>
                                      <p:to>
                                        <p:strVal val="visible"/>
                                      </p:to>
                                    </p:set>
                                    <p:animEffect transition="in" filter="wipe(right)">
                                      <p:cBhvr>
                                        <p:cTn id="93" dur="500"/>
                                        <p:tgtEl>
                                          <p:spTgt spid="87"/>
                                        </p:tgtEl>
                                      </p:cBhvr>
                                    </p:animEffect>
                                  </p:childTnLst>
                                </p:cTn>
                              </p:par>
                            </p:childTnLst>
                          </p:cTn>
                        </p:par>
                        <p:par>
                          <p:cTn id="94" fill="hold">
                            <p:stCondLst>
                              <p:cond delay="7500"/>
                            </p:stCondLst>
                            <p:childTnLst>
                              <p:par>
                                <p:cTn id="95" presetID="18" presetClass="entr" presetSubtype="12" fill="hold" nodeType="after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strips(downLeft)">
                                      <p:cBhvr>
                                        <p:cTn id="97" dur="500"/>
                                        <p:tgtEl>
                                          <p:spTgt spid="103"/>
                                        </p:tgtEl>
                                      </p:cBhvr>
                                    </p:animEffect>
                                  </p:childTnLst>
                                </p:cTn>
                              </p:par>
                            </p:childTnLst>
                          </p:cTn>
                        </p:par>
                        <p:par>
                          <p:cTn id="98" fill="hold">
                            <p:stCondLst>
                              <p:cond delay="8000"/>
                            </p:stCondLst>
                            <p:childTnLst>
                              <p:par>
                                <p:cTn id="99" presetID="22" presetClass="entr" presetSubtype="8" fill="hold" grpId="0" nodeType="afterEffect">
                                  <p:stCondLst>
                                    <p:cond delay="0"/>
                                  </p:stCondLst>
                                  <p:childTnLst>
                                    <p:set>
                                      <p:cBhvr>
                                        <p:cTn id="100" dur="1" fill="hold">
                                          <p:stCondLst>
                                            <p:cond delay="0"/>
                                          </p:stCondLst>
                                        </p:cTn>
                                        <p:tgtEl>
                                          <p:spTgt spid="70"/>
                                        </p:tgtEl>
                                        <p:attrNameLst>
                                          <p:attrName>style.visibility</p:attrName>
                                        </p:attrNameLst>
                                      </p:cBhvr>
                                      <p:to>
                                        <p:strVal val="visible"/>
                                      </p:to>
                                    </p:set>
                                    <p:animEffect transition="in" filter="wipe(left)">
                                      <p:cBhvr>
                                        <p:cTn id="101" dur="500"/>
                                        <p:tgtEl>
                                          <p:spTgt spid="70"/>
                                        </p:tgtEl>
                                      </p:cBhvr>
                                    </p:animEffect>
                                  </p:childTnLst>
                                </p:cTn>
                              </p:par>
                              <p:par>
                                <p:cTn id="102" presetID="53" presetClass="entr" presetSubtype="16" fill="hold" nodeType="withEffect">
                                  <p:stCondLst>
                                    <p:cond delay="0"/>
                                  </p:stCondLst>
                                  <p:childTnLst>
                                    <p:set>
                                      <p:cBhvr>
                                        <p:cTn id="103" dur="1" fill="hold">
                                          <p:stCondLst>
                                            <p:cond delay="0"/>
                                          </p:stCondLst>
                                        </p:cTn>
                                        <p:tgtEl>
                                          <p:spTgt spid="95"/>
                                        </p:tgtEl>
                                        <p:attrNameLst>
                                          <p:attrName>style.visibility</p:attrName>
                                        </p:attrNameLst>
                                      </p:cBhvr>
                                      <p:to>
                                        <p:strVal val="visible"/>
                                      </p:to>
                                    </p:set>
                                    <p:anim calcmode="lin" valueType="num">
                                      <p:cBhvr>
                                        <p:cTn id="104" dur="500" fill="hold"/>
                                        <p:tgtEl>
                                          <p:spTgt spid="95"/>
                                        </p:tgtEl>
                                        <p:attrNameLst>
                                          <p:attrName>ppt_w</p:attrName>
                                        </p:attrNameLst>
                                      </p:cBhvr>
                                      <p:tavLst>
                                        <p:tav tm="0">
                                          <p:val>
                                            <p:fltVal val="0"/>
                                          </p:val>
                                        </p:tav>
                                        <p:tav tm="100000">
                                          <p:val>
                                            <p:strVal val="#ppt_w"/>
                                          </p:val>
                                        </p:tav>
                                      </p:tavLst>
                                    </p:anim>
                                    <p:anim calcmode="lin" valueType="num">
                                      <p:cBhvr>
                                        <p:cTn id="105" dur="500" fill="hold"/>
                                        <p:tgtEl>
                                          <p:spTgt spid="95"/>
                                        </p:tgtEl>
                                        <p:attrNameLst>
                                          <p:attrName>ppt_h</p:attrName>
                                        </p:attrNameLst>
                                      </p:cBhvr>
                                      <p:tavLst>
                                        <p:tav tm="0">
                                          <p:val>
                                            <p:fltVal val="0"/>
                                          </p:val>
                                        </p:tav>
                                        <p:tav tm="100000">
                                          <p:val>
                                            <p:strVal val="#ppt_h"/>
                                          </p:val>
                                        </p:tav>
                                      </p:tavLst>
                                    </p:anim>
                                    <p:animEffect transition="in" filter="fade">
                                      <p:cBhvr>
                                        <p:cTn id="106" dur="500"/>
                                        <p:tgtEl>
                                          <p:spTgt spid="95"/>
                                        </p:tgtEl>
                                      </p:cBhvr>
                                    </p:animEffect>
                                  </p:childTnLst>
                                </p:cTn>
                              </p:par>
                            </p:childTnLst>
                          </p:cTn>
                        </p:par>
                        <p:par>
                          <p:cTn id="107" fill="hold">
                            <p:stCondLst>
                              <p:cond delay="8500"/>
                            </p:stCondLst>
                            <p:childTnLst>
                              <p:par>
                                <p:cTn id="108" presetID="22" presetClass="entr" presetSubtype="2" fill="hold" grpId="0" nodeType="afterEffect">
                                  <p:stCondLst>
                                    <p:cond delay="0"/>
                                  </p:stCondLst>
                                  <p:childTnLst>
                                    <p:set>
                                      <p:cBhvr>
                                        <p:cTn id="109" dur="1" fill="hold">
                                          <p:stCondLst>
                                            <p:cond delay="0"/>
                                          </p:stCondLst>
                                        </p:cTn>
                                        <p:tgtEl>
                                          <p:spTgt spid="88"/>
                                        </p:tgtEl>
                                        <p:attrNameLst>
                                          <p:attrName>style.visibility</p:attrName>
                                        </p:attrNameLst>
                                      </p:cBhvr>
                                      <p:to>
                                        <p:strVal val="visible"/>
                                      </p:to>
                                    </p:set>
                                    <p:animEffect transition="in" filter="wipe(right)">
                                      <p:cBhvr>
                                        <p:cTn id="110" dur="500"/>
                                        <p:tgtEl>
                                          <p:spTgt spid="88"/>
                                        </p:tgtEl>
                                      </p:cBhvr>
                                    </p:animEffect>
                                  </p:childTnLst>
                                </p:cTn>
                              </p:par>
                            </p:childTnLst>
                          </p:cTn>
                        </p:par>
                        <p:par>
                          <p:cTn id="111" fill="hold">
                            <p:stCondLst>
                              <p:cond delay="9000"/>
                            </p:stCondLst>
                            <p:childTnLst>
                              <p:par>
                                <p:cTn id="112" presetID="14" presetClass="entr" presetSubtype="10" fill="hold" grpId="0" nodeType="afterEffect">
                                  <p:stCondLst>
                                    <p:cond delay="0"/>
                                  </p:stCondLst>
                                  <p:childTnLst>
                                    <p:set>
                                      <p:cBhvr>
                                        <p:cTn id="113" dur="1" fill="hold">
                                          <p:stCondLst>
                                            <p:cond delay="0"/>
                                          </p:stCondLst>
                                        </p:cTn>
                                        <p:tgtEl>
                                          <p:spTgt spid="16"/>
                                        </p:tgtEl>
                                        <p:attrNameLst>
                                          <p:attrName>style.visibility</p:attrName>
                                        </p:attrNameLst>
                                      </p:cBhvr>
                                      <p:to>
                                        <p:strVal val="visible"/>
                                      </p:to>
                                    </p:set>
                                    <p:animEffect transition="in" filter="randombar(horizontal)">
                                      <p:cBhvr>
                                        <p:cTn id="114"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ldLvl="0" animBg="1"/>
      <p:bldP spid="69" grpId="0" bldLvl="0" animBg="1"/>
      <p:bldP spid="70" grpId="0" bldLvl="0" animBg="1"/>
      <p:bldP spid="71" grpId="0" bldLvl="0" animBg="1"/>
      <p:bldP spid="72" grpId="0"/>
      <p:bldP spid="73" grpId="0" bldLvl="0" animBg="1"/>
      <p:bldP spid="74" grpId="0"/>
      <p:bldP spid="75" grpId="0" bldLvl="0" animBg="1"/>
      <p:bldP spid="76" grpId="0"/>
      <p:bldP spid="86" grpId="0"/>
      <p:bldP spid="87" grpId="0"/>
      <p:bldP spid="88" grpId="0"/>
      <p:bldP spid="15" grpId="0" bldLvl="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640-7"/>
          <p:cNvPicPr>
            <a:picLocks noGrp="1" noChangeAspect="1"/>
          </p:cNvPicPr>
          <p:nvPr>
            <p:ph idx="1"/>
          </p:nvPr>
        </p:nvPicPr>
        <p:blipFill>
          <a:blip r:embed="rId2"/>
          <a:stretch>
            <a:fillRect/>
          </a:stretch>
        </p:blipFill>
        <p:spPr>
          <a:xfrm>
            <a:off x="600" y="1270"/>
            <a:ext cx="9396730" cy="6856730"/>
          </a:xfrm>
          <a:prstGeom prst="rect">
            <a:avLst/>
          </a:prstGeom>
        </p:spPr>
      </p:pic>
      <p:pic>
        <p:nvPicPr>
          <p:cNvPr id="7" name="图片 6" descr="Untitled_Artwork 8"/>
          <p:cNvPicPr>
            <a:picLocks noChangeAspect="1"/>
          </p:cNvPicPr>
          <p:nvPr/>
        </p:nvPicPr>
        <p:blipFill>
          <a:blip r:embed="rId3"/>
          <a:stretch>
            <a:fillRect/>
          </a:stretch>
        </p:blipFill>
        <p:spPr>
          <a:xfrm>
            <a:off x="5379050" y="0"/>
            <a:ext cx="6813550" cy="6857365"/>
          </a:xfrm>
          <a:prstGeom prst="rect">
            <a:avLst/>
          </a:prstGeom>
        </p:spPr>
      </p:pic>
      <p:pic>
        <p:nvPicPr>
          <p:cNvPr id="4" name="图片 3" descr="Untitled_Artwork 9"/>
          <p:cNvPicPr>
            <a:picLocks noChangeAspect="1"/>
          </p:cNvPicPr>
          <p:nvPr/>
        </p:nvPicPr>
        <p:blipFill>
          <a:blip r:embed="rId4"/>
          <a:stretch>
            <a:fillRect/>
          </a:stretch>
        </p:blipFill>
        <p:spPr>
          <a:xfrm>
            <a:off x="3138135" y="1270"/>
            <a:ext cx="9054465" cy="6858000"/>
          </a:xfrm>
          <a:prstGeom prst="rect">
            <a:avLst/>
          </a:prstGeom>
          <a:effectLst>
            <a:glow rad="101600">
              <a:schemeClr val="accent6">
                <a:lumMod val="60000"/>
                <a:lumOff val="40000"/>
                <a:alpha val="40000"/>
              </a:schemeClr>
            </a:glow>
            <a:outerShdw blurRad="127000" dist="50800" dir="10800000" sx="101000" sy="101000" algn="r" rotWithShape="0">
              <a:prstClr val="black">
                <a:alpha val="40000"/>
              </a:prstClr>
            </a:outerShdw>
            <a:softEdge rad="12700"/>
          </a:effectLst>
        </p:spPr>
      </p:pic>
      <p:sp>
        <p:nvSpPr>
          <p:cNvPr id="2" name="标题 1"/>
          <p:cNvSpPr>
            <a:spLocks noGrp="1"/>
          </p:cNvSpPr>
          <p:nvPr>
            <p:ph type="title"/>
          </p:nvPr>
        </p:nvSpPr>
        <p:spPr>
          <a:xfrm>
            <a:off x="7414225" y="2623185"/>
            <a:ext cx="3716655" cy="1325880"/>
          </a:xfrm>
          <a:effectLst>
            <a:outerShdw blurRad="63500" dist="50800" dir="8100000" algn="tr" rotWithShape="0">
              <a:schemeClr val="tx1">
                <a:alpha val="40000"/>
              </a:schemeClr>
            </a:outerShdw>
          </a:effectLst>
        </p:spPr>
        <p:txBody>
          <a:bodyPr/>
          <a:lstStyle/>
          <a:p>
            <a:r>
              <a:rPr lang="en-US" altLang="zh-CN" sz="7200" b="1">
                <a:gradFill>
                  <a:gsLst>
                    <a:gs pos="50000">
                      <a:srgbClr val="63786E"/>
                    </a:gs>
                    <a:gs pos="0">
                      <a:srgbClr val="97A59E"/>
                    </a:gs>
                    <a:gs pos="100000">
                      <a:srgbClr val="2E4B3D"/>
                    </a:gs>
                  </a:gsLst>
                  <a:lin scaled="1"/>
                </a:gradFill>
                <a:latin typeface="微软雅黑" panose="020B0503020204020204" charset="-122"/>
                <a:ea typeface="微软雅黑" panose="020B0503020204020204" charset="-122"/>
              </a:rPr>
              <a:t>Part 02</a:t>
            </a:r>
          </a:p>
        </p:txBody>
      </p:sp>
      <p:sp>
        <p:nvSpPr>
          <p:cNvPr id="3" name="文本框 2"/>
          <p:cNvSpPr txBox="1"/>
          <p:nvPr/>
        </p:nvSpPr>
        <p:spPr>
          <a:xfrm>
            <a:off x="7414225" y="3949065"/>
            <a:ext cx="3462655" cy="460375"/>
          </a:xfrm>
          <a:prstGeom prst="rect">
            <a:avLst/>
          </a:prstGeom>
          <a:noFill/>
        </p:spPr>
        <p:txBody>
          <a:bodyPr wrap="square" rtlCol="0">
            <a:spAutoFit/>
          </a:bodyPr>
          <a:lstStyle/>
          <a:p>
            <a:pPr algn="ctr"/>
            <a:r>
              <a:rPr lang="zh-CN" altLang="en-US" sz="2400">
                <a:solidFill>
                  <a:schemeClr val="accent6">
                    <a:lumMod val="50000"/>
                  </a:schemeClr>
                </a:solidFill>
                <a:latin typeface="微软雅黑" panose="020B0503020204020204" charset="-122"/>
                <a:ea typeface="微软雅黑" panose="020B0503020204020204" charset="-122"/>
              </a:rPr>
              <a:t>输入文字</a:t>
            </a:r>
          </a:p>
        </p:txBody>
      </p:sp>
      <p:pic>
        <p:nvPicPr>
          <p:cNvPr id="9" name="图片 8" descr="WechatIMG1669"/>
          <p:cNvPicPr>
            <a:picLocks noChangeAspect="1"/>
          </p:cNvPicPr>
          <p:nvPr/>
        </p:nvPicPr>
        <p:blipFill>
          <a:blip r:embed="rId5"/>
          <a:stretch>
            <a:fillRect/>
          </a:stretch>
        </p:blipFill>
        <p:spPr>
          <a:xfrm>
            <a:off x="205705" y="132715"/>
            <a:ext cx="1318895" cy="1299210"/>
          </a:xfrm>
          <a:prstGeom prst="rect">
            <a:avLst/>
          </a:prstGeom>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640-16"/>
          <p:cNvPicPr>
            <a:picLocks noChangeAspect="1"/>
          </p:cNvPicPr>
          <p:nvPr/>
        </p:nvPicPr>
        <p:blipFill>
          <a:blip r:embed="rId3"/>
          <a:stretch>
            <a:fillRect/>
          </a:stretch>
        </p:blipFill>
        <p:spPr>
          <a:xfrm>
            <a:off x="2986370" y="0"/>
            <a:ext cx="9216390" cy="6912610"/>
          </a:xfrm>
          <a:prstGeom prst="rect">
            <a:avLst/>
          </a:prstGeom>
        </p:spPr>
      </p:pic>
      <p:pic>
        <p:nvPicPr>
          <p:cNvPr id="15" name="图片 14" descr="Untitled_Artwork 8"/>
          <p:cNvPicPr>
            <a:picLocks noChangeAspect="1"/>
          </p:cNvPicPr>
          <p:nvPr/>
        </p:nvPicPr>
        <p:blipFill>
          <a:blip r:embed="rId4"/>
          <a:stretch>
            <a:fillRect/>
          </a:stretch>
        </p:blipFill>
        <p:spPr>
          <a:xfrm flipH="1">
            <a:off x="3140" y="26035"/>
            <a:ext cx="9072880" cy="6860540"/>
          </a:xfrm>
          <a:prstGeom prst="rect">
            <a:avLst/>
          </a:prstGeom>
          <a:effectLst>
            <a:glow rad="101600">
              <a:schemeClr val="accent6">
                <a:lumMod val="60000"/>
                <a:lumOff val="40000"/>
                <a:alpha val="40000"/>
              </a:schemeClr>
            </a:glow>
            <a:innerShdw blurRad="127000" dist="63500" dir="10800000">
              <a:prstClr val="black">
                <a:alpha val="50000"/>
              </a:prstClr>
            </a:innerShdw>
            <a:softEdge rad="12700"/>
          </a:effectLst>
        </p:spPr>
      </p:pic>
      <p:pic>
        <p:nvPicPr>
          <p:cNvPr id="11" name="图片 10" descr="Untitled_Artwork 8"/>
          <p:cNvPicPr>
            <a:picLocks noChangeAspect="1"/>
          </p:cNvPicPr>
          <p:nvPr/>
        </p:nvPicPr>
        <p:blipFill>
          <a:blip r:embed="rId5"/>
          <a:stretch>
            <a:fillRect/>
          </a:stretch>
        </p:blipFill>
        <p:spPr>
          <a:xfrm>
            <a:off x="1235" y="1485265"/>
            <a:ext cx="12201525" cy="5099050"/>
          </a:xfrm>
          <a:prstGeom prst="rect">
            <a:avLst/>
          </a:prstGeom>
        </p:spPr>
      </p:pic>
      <p:grpSp>
        <p:nvGrpSpPr>
          <p:cNvPr id="34" name="Group 15"/>
          <p:cNvGrpSpPr/>
          <p:nvPr/>
        </p:nvGrpSpPr>
        <p:grpSpPr>
          <a:xfrm>
            <a:off x="3496351" y="2134954"/>
            <a:ext cx="2479228" cy="4027807"/>
            <a:chOff x="1117506" y="2295527"/>
            <a:chExt cx="2479228" cy="4027807"/>
          </a:xfrm>
        </p:grpSpPr>
        <p:sp>
          <p:nvSpPr>
            <p:cNvPr id="35" name="矩形: 圆角 34"/>
            <p:cNvSpPr/>
            <p:nvPr/>
          </p:nvSpPr>
          <p:spPr>
            <a:xfrm rot="2700000">
              <a:off x="1547495" y="2295527"/>
              <a:ext cx="1619250" cy="161925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8" name="矩形: 圆角 37"/>
            <p:cNvSpPr/>
            <p:nvPr/>
          </p:nvSpPr>
          <p:spPr>
            <a:xfrm rot="2700000">
              <a:off x="1812884" y="2560916"/>
              <a:ext cx="1088473" cy="1088473"/>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9" name="文本框 18"/>
            <p:cNvSpPr txBox="1"/>
            <p:nvPr/>
          </p:nvSpPr>
          <p:spPr>
            <a:xfrm>
              <a:off x="1500719" y="4549251"/>
              <a:ext cx="1712802"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输入标题</a:t>
              </a:r>
            </a:p>
          </p:txBody>
        </p:sp>
        <p:sp>
          <p:nvSpPr>
            <p:cNvPr id="40" name="文本框 19"/>
            <p:cNvSpPr txBox="1"/>
            <p:nvPr/>
          </p:nvSpPr>
          <p:spPr>
            <a:xfrm>
              <a:off x="1117506" y="5124454"/>
              <a:ext cx="2479228" cy="11988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200" dirty="0">
                  <a:solidFill>
                    <a:schemeClr val="tx1"/>
                  </a:solidFill>
                  <a:latin typeface="微软雅黑" panose="020B0503020204020204" charset="-122"/>
                  <a:ea typeface="微软雅黑" panose="020B0503020204020204" charset="-122"/>
                  <a:sym typeface="字魂105号-简雅黑" panose="00000500000000000000" pitchFamily="2" charset="-122"/>
                </a:rPr>
                <a:t>在这里输入你需要的文本内容在这里输入你需要的文本内容在这里输入你需要的文本内容</a:t>
              </a:r>
            </a:p>
          </p:txBody>
        </p:sp>
        <p:sp>
          <p:nvSpPr>
            <p:cNvPr id="41" name="24-hours_57464"/>
            <p:cNvSpPr>
              <a:spLocks noChangeAspect="1"/>
            </p:cNvSpPr>
            <p:nvPr/>
          </p:nvSpPr>
          <p:spPr bwMode="auto">
            <a:xfrm>
              <a:off x="2052277" y="2832394"/>
              <a:ext cx="609685" cy="526466"/>
            </a:xfrm>
            <a:custGeom>
              <a:avLst/>
              <a:gdLst>
                <a:gd name="connsiteX0" fmla="*/ 258158 w 593397"/>
                <a:gd name="connsiteY0" fmla="*/ 319020 h 512402"/>
                <a:gd name="connsiteX1" fmla="*/ 495157 w 593397"/>
                <a:gd name="connsiteY1" fmla="*/ 319020 h 512402"/>
                <a:gd name="connsiteX2" fmla="*/ 507145 w 593397"/>
                <a:gd name="connsiteY2" fmla="*/ 330996 h 512402"/>
                <a:gd name="connsiteX3" fmla="*/ 507145 w 593397"/>
                <a:gd name="connsiteY3" fmla="*/ 411139 h 512402"/>
                <a:gd name="connsiteX4" fmla="*/ 495157 w 593397"/>
                <a:gd name="connsiteY4" fmla="*/ 423114 h 512402"/>
                <a:gd name="connsiteX5" fmla="*/ 258158 w 593397"/>
                <a:gd name="connsiteY5" fmla="*/ 423114 h 512402"/>
                <a:gd name="connsiteX6" fmla="*/ 246169 w 593397"/>
                <a:gd name="connsiteY6" fmla="*/ 411139 h 512402"/>
                <a:gd name="connsiteX7" fmla="*/ 246169 w 593397"/>
                <a:gd name="connsiteY7" fmla="*/ 330996 h 512402"/>
                <a:gd name="connsiteX8" fmla="*/ 258158 w 593397"/>
                <a:gd name="connsiteY8" fmla="*/ 319020 h 512402"/>
                <a:gd name="connsiteX9" fmla="*/ 98684 w 593397"/>
                <a:gd name="connsiteY9" fmla="*/ 319020 h 512402"/>
                <a:gd name="connsiteX10" fmla="*/ 177988 w 593397"/>
                <a:gd name="connsiteY10" fmla="*/ 319020 h 512402"/>
                <a:gd name="connsiteX11" fmla="*/ 189976 w 593397"/>
                <a:gd name="connsiteY11" fmla="*/ 330998 h 512402"/>
                <a:gd name="connsiteX12" fmla="*/ 189976 w 593397"/>
                <a:gd name="connsiteY12" fmla="*/ 348503 h 512402"/>
                <a:gd name="connsiteX13" fmla="*/ 177988 w 593397"/>
                <a:gd name="connsiteY13" fmla="*/ 360480 h 512402"/>
                <a:gd name="connsiteX14" fmla="*/ 98684 w 593397"/>
                <a:gd name="connsiteY14" fmla="*/ 360480 h 512402"/>
                <a:gd name="connsiteX15" fmla="*/ 86696 w 593397"/>
                <a:gd name="connsiteY15" fmla="*/ 348503 h 512402"/>
                <a:gd name="connsiteX16" fmla="*/ 86696 w 593397"/>
                <a:gd name="connsiteY16" fmla="*/ 330998 h 512402"/>
                <a:gd name="connsiteX17" fmla="*/ 98684 w 593397"/>
                <a:gd name="connsiteY17" fmla="*/ 319020 h 512402"/>
                <a:gd name="connsiteX18" fmla="*/ 258158 w 593397"/>
                <a:gd name="connsiteY18" fmla="*/ 173540 h 512402"/>
                <a:gd name="connsiteX19" fmla="*/ 495157 w 593397"/>
                <a:gd name="connsiteY19" fmla="*/ 173540 h 512402"/>
                <a:gd name="connsiteX20" fmla="*/ 507145 w 593397"/>
                <a:gd name="connsiteY20" fmla="*/ 185518 h 512402"/>
                <a:gd name="connsiteX21" fmla="*/ 507145 w 593397"/>
                <a:gd name="connsiteY21" fmla="*/ 265213 h 512402"/>
                <a:gd name="connsiteX22" fmla="*/ 495157 w 593397"/>
                <a:gd name="connsiteY22" fmla="*/ 277190 h 512402"/>
                <a:gd name="connsiteX23" fmla="*/ 258158 w 593397"/>
                <a:gd name="connsiteY23" fmla="*/ 277190 h 512402"/>
                <a:gd name="connsiteX24" fmla="*/ 246169 w 593397"/>
                <a:gd name="connsiteY24" fmla="*/ 265213 h 512402"/>
                <a:gd name="connsiteX25" fmla="*/ 246169 w 593397"/>
                <a:gd name="connsiteY25" fmla="*/ 185518 h 512402"/>
                <a:gd name="connsiteX26" fmla="*/ 258158 w 593397"/>
                <a:gd name="connsiteY26" fmla="*/ 173540 h 512402"/>
                <a:gd name="connsiteX27" fmla="*/ 98684 w 593397"/>
                <a:gd name="connsiteY27" fmla="*/ 173540 h 512402"/>
                <a:gd name="connsiteX28" fmla="*/ 177988 w 593397"/>
                <a:gd name="connsiteY28" fmla="*/ 173540 h 512402"/>
                <a:gd name="connsiteX29" fmla="*/ 189976 w 593397"/>
                <a:gd name="connsiteY29" fmla="*/ 185522 h 512402"/>
                <a:gd name="connsiteX30" fmla="*/ 189976 w 593397"/>
                <a:gd name="connsiteY30" fmla="*/ 202574 h 512402"/>
                <a:gd name="connsiteX31" fmla="*/ 177988 w 593397"/>
                <a:gd name="connsiteY31" fmla="*/ 214556 h 512402"/>
                <a:gd name="connsiteX32" fmla="*/ 98684 w 593397"/>
                <a:gd name="connsiteY32" fmla="*/ 214556 h 512402"/>
                <a:gd name="connsiteX33" fmla="*/ 86696 w 593397"/>
                <a:gd name="connsiteY33" fmla="*/ 202574 h 512402"/>
                <a:gd name="connsiteX34" fmla="*/ 86696 w 593397"/>
                <a:gd name="connsiteY34" fmla="*/ 185522 h 512402"/>
                <a:gd name="connsiteX35" fmla="*/ 98684 w 593397"/>
                <a:gd name="connsiteY35" fmla="*/ 173540 h 512402"/>
                <a:gd name="connsiteX36" fmla="*/ 63166 w 593397"/>
                <a:gd name="connsiteY36" fmla="*/ 130287 h 512402"/>
                <a:gd name="connsiteX37" fmla="*/ 51179 w 593397"/>
                <a:gd name="connsiteY37" fmla="*/ 142257 h 512402"/>
                <a:gd name="connsiteX38" fmla="*/ 51179 w 593397"/>
                <a:gd name="connsiteY38" fmla="*/ 451632 h 512402"/>
                <a:gd name="connsiteX39" fmla="*/ 63166 w 593397"/>
                <a:gd name="connsiteY39" fmla="*/ 463602 h 512402"/>
                <a:gd name="connsiteX40" fmla="*/ 530231 w 593397"/>
                <a:gd name="connsiteY40" fmla="*/ 463602 h 512402"/>
                <a:gd name="connsiteX41" fmla="*/ 542218 w 593397"/>
                <a:gd name="connsiteY41" fmla="*/ 451632 h 512402"/>
                <a:gd name="connsiteX42" fmla="*/ 542218 w 593397"/>
                <a:gd name="connsiteY42" fmla="*/ 142257 h 512402"/>
                <a:gd name="connsiteX43" fmla="*/ 530231 w 593397"/>
                <a:gd name="connsiteY43" fmla="*/ 130287 h 512402"/>
                <a:gd name="connsiteX44" fmla="*/ 11988 w 593397"/>
                <a:gd name="connsiteY44" fmla="*/ 0 h 512402"/>
                <a:gd name="connsiteX45" fmla="*/ 581409 w 593397"/>
                <a:gd name="connsiteY45" fmla="*/ 0 h 512402"/>
                <a:gd name="connsiteX46" fmla="*/ 593397 w 593397"/>
                <a:gd name="connsiteY46" fmla="*/ 11970 h 512402"/>
                <a:gd name="connsiteX47" fmla="*/ 593397 w 593397"/>
                <a:gd name="connsiteY47" fmla="*/ 500432 h 512402"/>
                <a:gd name="connsiteX48" fmla="*/ 581409 w 593397"/>
                <a:gd name="connsiteY48" fmla="*/ 512402 h 512402"/>
                <a:gd name="connsiteX49" fmla="*/ 11988 w 593397"/>
                <a:gd name="connsiteY49" fmla="*/ 512402 h 512402"/>
                <a:gd name="connsiteX50" fmla="*/ 0 w 593397"/>
                <a:gd name="connsiteY50" fmla="*/ 500432 h 512402"/>
                <a:gd name="connsiteX51" fmla="*/ 0 w 593397"/>
                <a:gd name="connsiteY51" fmla="*/ 11970 h 512402"/>
                <a:gd name="connsiteX52" fmla="*/ 11988 w 593397"/>
                <a:gd name="connsiteY52" fmla="*/ 0 h 51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93397" h="512402">
                  <a:moveTo>
                    <a:pt x="258158" y="319020"/>
                  </a:moveTo>
                  <a:lnTo>
                    <a:pt x="495157" y="319020"/>
                  </a:lnTo>
                  <a:cubicBezTo>
                    <a:pt x="501612" y="319020"/>
                    <a:pt x="507145" y="324547"/>
                    <a:pt x="507145" y="330996"/>
                  </a:cubicBezTo>
                  <a:lnTo>
                    <a:pt x="507145" y="411139"/>
                  </a:lnTo>
                  <a:cubicBezTo>
                    <a:pt x="507145" y="417587"/>
                    <a:pt x="501612" y="423114"/>
                    <a:pt x="495157" y="423114"/>
                  </a:cubicBezTo>
                  <a:lnTo>
                    <a:pt x="258158" y="423114"/>
                  </a:lnTo>
                  <a:cubicBezTo>
                    <a:pt x="251702" y="423114"/>
                    <a:pt x="246169" y="417587"/>
                    <a:pt x="246169" y="411139"/>
                  </a:cubicBezTo>
                  <a:lnTo>
                    <a:pt x="246169" y="330996"/>
                  </a:lnTo>
                  <a:cubicBezTo>
                    <a:pt x="246169" y="324547"/>
                    <a:pt x="251702" y="319020"/>
                    <a:pt x="258158" y="319020"/>
                  </a:cubicBezTo>
                  <a:close/>
                  <a:moveTo>
                    <a:pt x="98684" y="319020"/>
                  </a:moveTo>
                  <a:lnTo>
                    <a:pt x="177988" y="319020"/>
                  </a:lnTo>
                  <a:cubicBezTo>
                    <a:pt x="184443" y="319020"/>
                    <a:pt x="189976" y="324548"/>
                    <a:pt x="189976" y="330998"/>
                  </a:cubicBezTo>
                  <a:lnTo>
                    <a:pt x="189976" y="348503"/>
                  </a:lnTo>
                  <a:cubicBezTo>
                    <a:pt x="189976" y="354952"/>
                    <a:pt x="184443" y="360480"/>
                    <a:pt x="177988" y="360480"/>
                  </a:cubicBezTo>
                  <a:lnTo>
                    <a:pt x="98684" y="360480"/>
                  </a:lnTo>
                  <a:cubicBezTo>
                    <a:pt x="91768" y="360480"/>
                    <a:pt x="86696" y="354952"/>
                    <a:pt x="86696" y="348503"/>
                  </a:cubicBezTo>
                  <a:lnTo>
                    <a:pt x="86696" y="330998"/>
                  </a:lnTo>
                  <a:cubicBezTo>
                    <a:pt x="86696" y="324548"/>
                    <a:pt x="91768" y="319020"/>
                    <a:pt x="98684" y="319020"/>
                  </a:cubicBezTo>
                  <a:close/>
                  <a:moveTo>
                    <a:pt x="258158" y="173540"/>
                  </a:moveTo>
                  <a:lnTo>
                    <a:pt x="495157" y="173540"/>
                  </a:lnTo>
                  <a:cubicBezTo>
                    <a:pt x="501612" y="173540"/>
                    <a:pt x="507145" y="179068"/>
                    <a:pt x="507145" y="185518"/>
                  </a:cubicBezTo>
                  <a:lnTo>
                    <a:pt x="507145" y="265213"/>
                  </a:lnTo>
                  <a:cubicBezTo>
                    <a:pt x="507145" y="272123"/>
                    <a:pt x="501612" y="277190"/>
                    <a:pt x="495157" y="277190"/>
                  </a:cubicBezTo>
                  <a:lnTo>
                    <a:pt x="258158" y="277190"/>
                  </a:lnTo>
                  <a:cubicBezTo>
                    <a:pt x="251702" y="277190"/>
                    <a:pt x="246169" y="272123"/>
                    <a:pt x="246169" y="265213"/>
                  </a:cubicBezTo>
                  <a:lnTo>
                    <a:pt x="246169" y="185518"/>
                  </a:lnTo>
                  <a:cubicBezTo>
                    <a:pt x="246169" y="179068"/>
                    <a:pt x="251702" y="173540"/>
                    <a:pt x="258158" y="173540"/>
                  </a:cubicBezTo>
                  <a:close/>
                  <a:moveTo>
                    <a:pt x="98684" y="173540"/>
                  </a:moveTo>
                  <a:lnTo>
                    <a:pt x="177988" y="173540"/>
                  </a:lnTo>
                  <a:cubicBezTo>
                    <a:pt x="184443" y="173540"/>
                    <a:pt x="189976" y="179070"/>
                    <a:pt x="189976" y="185522"/>
                  </a:cubicBezTo>
                  <a:lnTo>
                    <a:pt x="189976" y="202574"/>
                  </a:lnTo>
                  <a:cubicBezTo>
                    <a:pt x="189976" y="209487"/>
                    <a:pt x="184443" y="214556"/>
                    <a:pt x="177988" y="214556"/>
                  </a:cubicBezTo>
                  <a:lnTo>
                    <a:pt x="98684" y="214556"/>
                  </a:lnTo>
                  <a:cubicBezTo>
                    <a:pt x="91768" y="214556"/>
                    <a:pt x="86696" y="209487"/>
                    <a:pt x="86696" y="202574"/>
                  </a:cubicBezTo>
                  <a:lnTo>
                    <a:pt x="86696" y="185522"/>
                  </a:lnTo>
                  <a:cubicBezTo>
                    <a:pt x="86696" y="179070"/>
                    <a:pt x="91768" y="173540"/>
                    <a:pt x="98684" y="173540"/>
                  </a:cubicBezTo>
                  <a:close/>
                  <a:moveTo>
                    <a:pt x="63166" y="130287"/>
                  </a:moveTo>
                  <a:cubicBezTo>
                    <a:pt x="56711" y="130287"/>
                    <a:pt x="51179" y="135812"/>
                    <a:pt x="51179" y="142257"/>
                  </a:cubicBezTo>
                  <a:lnTo>
                    <a:pt x="51179" y="451632"/>
                  </a:lnTo>
                  <a:cubicBezTo>
                    <a:pt x="51179" y="458538"/>
                    <a:pt x="56711" y="463602"/>
                    <a:pt x="63166" y="463602"/>
                  </a:cubicBezTo>
                  <a:lnTo>
                    <a:pt x="530231" y="463602"/>
                  </a:lnTo>
                  <a:cubicBezTo>
                    <a:pt x="536686" y="463602"/>
                    <a:pt x="542218" y="458538"/>
                    <a:pt x="542218" y="451632"/>
                  </a:cubicBezTo>
                  <a:lnTo>
                    <a:pt x="542218" y="142257"/>
                  </a:lnTo>
                  <a:cubicBezTo>
                    <a:pt x="542218" y="135812"/>
                    <a:pt x="536686" y="130287"/>
                    <a:pt x="530231" y="130287"/>
                  </a:cubicBezTo>
                  <a:close/>
                  <a:moveTo>
                    <a:pt x="11988" y="0"/>
                  </a:moveTo>
                  <a:lnTo>
                    <a:pt x="581409" y="0"/>
                  </a:lnTo>
                  <a:cubicBezTo>
                    <a:pt x="588325" y="0"/>
                    <a:pt x="593397" y="5524"/>
                    <a:pt x="593397" y="11970"/>
                  </a:cubicBezTo>
                  <a:lnTo>
                    <a:pt x="593397" y="500432"/>
                  </a:lnTo>
                  <a:cubicBezTo>
                    <a:pt x="593397" y="507338"/>
                    <a:pt x="588325" y="512402"/>
                    <a:pt x="581409" y="512402"/>
                  </a:cubicBezTo>
                  <a:lnTo>
                    <a:pt x="11988" y="512402"/>
                  </a:lnTo>
                  <a:cubicBezTo>
                    <a:pt x="5533" y="512402"/>
                    <a:pt x="0" y="507338"/>
                    <a:pt x="0" y="500432"/>
                  </a:cubicBezTo>
                  <a:lnTo>
                    <a:pt x="0" y="11970"/>
                  </a:lnTo>
                  <a:cubicBezTo>
                    <a:pt x="0" y="5524"/>
                    <a:pt x="5533" y="0"/>
                    <a:pt x="11988" y="0"/>
                  </a:cubicBezTo>
                  <a:close/>
                </a:path>
              </a:pathLst>
            </a:custGeom>
            <a:solidFill>
              <a:schemeClr val="accent6"/>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Group 21"/>
          <p:cNvGrpSpPr/>
          <p:nvPr/>
        </p:nvGrpSpPr>
        <p:grpSpPr>
          <a:xfrm>
            <a:off x="6267629" y="2134954"/>
            <a:ext cx="2479228" cy="4027807"/>
            <a:chOff x="1117506" y="2295527"/>
            <a:chExt cx="2479228" cy="4027807"/>
          </a:xfrm>
        </p:grpSpPr>
        <p:sp>
          <p:nvSpPr>
            <p:cNvPr id="43" name="矩形: 圆角 42"/>
            <p:cNvSpPr/>
            <p:nvPr/>
          </p:nvSpPr>
          <p:spPr>
            <a:xfrm rot="2700000">
              <a:off x="1547495" y="2295527"/>
              <a:ext cx="1619250" cy="161925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4" name="矩形: 圆角 43"/>
            <p:cNvSpPr/>
            <p:nvPr/>
          </p:nvSpPr>
          <p:spPr>
            <a:xfrm rot="2700000">
              <a:off x="1812884" y="2560916"/>
              <a:ext cx="1088473" cy="1088473"/>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45" name="文本框 24"/>
            <p:cNvSpPr txBox="1"/>
            <p:nvPr/>
          </p:nvSpPr>
          <p:spPr>
            <a:xfrm>
              <a:off x="1500719" y="4549251"/>
              <a:ext cx="1712802"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输入标题</a:t>
              </a:r>
            </a:p>
          </p:txBody>
        </p:sp>
        <p:sp>
          <p:nvSpPr>
            <p:cNvPr id="46" name="文本框 25"/>
            <p:cNvSpPr txBox="1"/>
            <p:nvPr/>
          </p:nvSpPr>
          <p:spPr>
            <a:xfrm>
              <a:off x="1117506" y="5124454"/>
              <a:ext cx="2479228" cy="11988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200" dirty="0">
                  <a:solidFill>
                    <a:schemeClr val="bg1"/>
                  </a:solidFill>
                  <a:latin typeface="微软雅黑" panose="020B0503020204020204" charset="-122"/>
                  <a:ea typeface="微软雅黑" panose="020B0503020204020204" charset="-122"/>
                  <a:sym typeface="字魂105号-简雅黑" panose="00000500000000000000" pitchFamily="2" charset="-122"/>
                </a:rPr>
                <a:t>在这里输入你需要的文本内容在这里输入你需要的文本内容在这里输入你需要的文本内容</a:t>
              </a:r>
            </a:p>
          </p:txBody>
        </p:sp>
        <p:sp>
          <p:nvSpPr>
            <p:cNvPr id="47" name="24-hours_57464"/>
            <p:cNvSpPr>
              <a:spLocks noChangeAspect="1"/>
            </p:cNvSpPr>
            <p:nvPr/>
          </p:nvSpPr>
          <p:spPr bwMode="auto">
            <a:xfrm>
              <a:off x="2052277" y="2815363"/>
              <a:ext cx="609685" cy="560528"/>
            </a:xfrm>
            <a:custGeom>
              <a:avLst/>
              <a:gdLst>
                <a:gd name="connsiteX0" fmla="*/ 303534 w 608274"/>
                <a:gd name="connsiteY0" fmla="*/ 219892 h 559231"/>
                <a:gd name="connsiteX1" fmla="*/ 288427 w 608274"/>
                <a:gd name="connsiteY1" fmla="*/ 226086 h 559231"/>
                <a:gd name="connsiteX2" fmla="*/ 282224 w 608274"/>
                <a:gd name="connsiteY2" fmla="*/ 241169 h 559231"/>
                <a:gd name="connsiteX3" fmla="*/ 282224 w 608274"/>
                <a:gd name="connsiteY3" fmla="*/ 333771 h 559231"/>
                <a:gd name="connsiteX4" fmla="*/ 303534 w 608274"/>
                <a:gd name="connsiteY4" fmla="*/ 355048 h 559231"/>
                <a:gd name="connsiteX5" fmla="*/ 410780 w 608274"/>
                <a:gd name="connsiteY5" fmla="*/ 355048 h 559231"/>
                <a:gd name="connsiteX6" fmla="*/ 425887 w 608274"/>
                <a:gd name="connsiteY6" fmla="*/ 348855 h 559231"/>
                <a:gd name="connsiteX7" fmla="*/ 432190 w 608274"/>
                <a:gd name="connsiteY7" fmla="*/ 333771 h 559231"/>
                <a:gd name="connsiteX8" fmla="*/ 425887 w 608274"/>
                <a:gd name="connsiteY8" fmla="*/ 318687 h 559231"/>
                <a:gd name="connsiteX9" fmla="*/ 410780 w 608274"/>
                <a:gd name="connsiteY9" fmla="*/ 312394 h 559231"/>
                <a:gd name="connsiteX10" fmla="*/ 324943 w 608274"/>
                <a:gd name="connsiteY10" fmla="*/ 312394 h 559231"/>
                <a:gd name="connsiteX11" fmla="*/ 324943 w 608274"/>
                <a:gd name="connsiteY11" fmla="*/ 241169 h 559231"/>
                <a:gd name="connsiteX12" fmla="*/ 318640 w 608274"/>
                <a:gd name="connsiteY12" fmla="*/ 226086 h 559231"/>
                <a:gd name="connsiteX13" fmla="*/ 303534 w 608274"/>
                <a:gd name="connsiteY13" fmla="*/ 219892 h 559231"/>
                <a:gd name="connsiteX14" fmla="*/ 304134 w 608274"/>
                <a:gd name="connsiteY14" fmla="*/ 98721 h 559231"/>
                <a:gd name="connsiteX15" fmla="*/ 534335 w 608274"/>
                <a:gd name="connsiteY15" fmla="*/ 328477 h 559231"/>
                <a:gd name="connsiteX16" fmla="*/ 481211 w 608274"/>
                <a:gd name="connsiteY16" fmla="*/ 475121 h 559231"/>
                <a:gd name="connsiteX17" fmla="*/ 532534 w 608274"/>
                <a:gd name="connsiteY17" fmla="*/ 526466 h 559231"/>
                <a:gd name="connsiteX18" fmla="*/ 532534 w 608274"/>
                <a:gd name="connsiteY18" fmla="*/ 553637 h 559231"/>
                <a:gd name="connsiteX19" fmla="*/ 518928 w 608274"/>
                <a:gd name="connsiteY19" fmla="*/ 559231 h 559231"/>
                <a:gd name="connsiteX20" fmla="*/ 505322 w 608274"/>
                <a:gd name="connsiteY20" fmla="*/ 553637 h 559231"/>
                <a:gd name="connsiteX21" fmla="*/ 454099 w 608274"/>
                <a:gd name="connsiteY21" fmla="*/ 502491 h 559231"/>
                <a:gd name="connsiteX22" fmla="*/ 304134 w 608274"/>
                <a:gd name="connsiteY22" fmla="*/ 558332 h 559231"/>
                <a:gd name="connsiteX23" fmla="*/ 146165 w 608274"/>
                <a:gd name="connsiteY23" fmla="*/ 495099 h 559231"/>
                <a:gd name="connsiteX24" fmla="*/ 87639 w 608274"/>
                <a:gd name="connsiteY24" fmla="*/ 553637 h 559231"/>
                <a:gd name="connsiteX25" fmla="*/ 74033 w 608274"/>
                <a:gd name="connsiteY25" fmla="*/ 559231 h 559231"/>
                <a:gd name="connsiteX26" fmla="*/ 60427 w 608274"/>
                <a:gd name="connsiteY26" fmla="*/ 553637 h 559231"/>
                <a:gd name="connsiteX27" fmla="*/ 60427 w 608274"/>
                <a:gd name="connsiteY27" fmla="*/ 526466 h 559231"/>
                <a:gd name="connsiteX28" fmla="*/ 120554 w 608274"/>
                <a:gd name="connsiteY28" fmla="*/ 466430 h 559231"/>
                <a:gd name="connsiteX29" fmla="*/ 74033 w 608274"/>
                <a:gd name="connsiteY29" fmla="*/ 328477 h 559231"/>
                <a:gd name="connsiteX30" fmla="*/ 304134 w 608274"/>
                <a:gd name="connsiteY30" fmla="*/ 98721 h 559231"/>
                <a:gd name="connsiteX31" fmla="*/ 481005 w 608274"/>
                <a:gd name="connsiteY31" fmla="*/ 0 h 559231"/>
                <a:gd name="connsiteX32" fmla="*/ 571054 w 608274"/>
                <a:gd name="connsiteY32" fmla="*/ 37268 h 559231"/>
                <a:gd name="connsiteX33" fmla="*/ 608274 w 608274"/>
                <a:gd name="connsiteY33" fmla="*/ 127192 h 559231"/>
                <a:gd name="connsiteX34" fmla="*/ 571054 w 608274"/>
                <a:gd name="connsiteY34" fmla="*/ 217115 h 559231"/>
                <a:gd name="connsiteX35" fmla="*/ 555945 w 608274"/>
                <a:gd name="connsiteY35" fmla="*/ 223410 h 559231"/>
                <a:gd name="connsiteX36" fmla="*/ 540837 w 608274"/>
                <a:gd name="connsiteY36" fmla="*/ 217115 h 559231"/>
                <a:gd name="connsiteX37" fmla="*/ 390955 w 608274"/>
                <a:gd name="connsiteY37" fmla="*/ 67443 h 559231"/>
                <a:gd name="connsiteX38" fmla="*/ 384652 w 608274"/>
                <a:gd name="connsiteY38" fmla="*/ 52355 h 559231"/>
                <a:gd name="connsiteX39" fmla="*/ 390955 w 608274"/>
                <a:gd name="connsiteY39" fmla="*/ 37268 h 559231"/>
                <a:gd name="connsiteX40" fmla="*/ 481005 w 608274"/>
                <a:gd name="connsiteY40" fmla="*/ 0 h 559231"/>
                <a:gd name="connsiteX41" fmla="*/ 127369 w 608274"/>
                <a:gd name="connsiteY41" fmla="*/ 0 h 559231"/>
                <a:gd name="connsiteX42" fmla="*/ 217419 w 608274"/>
                <a:gd name="connsiteY42" fmla="*/ 37268 h 559231"/>
                <a:gd name="connsiteX43" fmla="*/ 223622 w 608274"/>
                <a:gd name="connsiteY43" fmla="*/ 52355 h 559231"/>
                <a:gd name="connsiteX44" fmla="*/ 217419 w 608274"/>
                <a:gd name="connsiteY44" fmla="*/ 67443 h 559231"/>
                <a:gd name="connsiteX45" fmla="*/ 67537 w 608274"/>
                <a:gd name="connsiteY45" fmla="*/ 217115 h 559231"/>
                <a:gd name="connsiteX46" fmla="*/ 52429 w 608274"/>
                <a:gd name="connsiteY46" fmla="*/ 223410 h 559231"/>
                <a:gd name="connsiteX47" fmla="*/ 37320 w 608274"/>
                <a:gd name="connsiteY47" fmla="*/ 217115 h 559231"/>
                <a:gd name="connsiteX48" fmla="*/ 0 w 608274"/>
                <a:gd name="connsiteY48" fmla="*/ 127192 h 559231"/>
                <a:gd name="connsiteX49" fmla="*/ 37320 w 608274"/>
                <a:gd name="connsiteY49" fmla="*/ 37268 h 559231"/>
                <a:gd name="connsiteX50" fmla="*/ 127369 w 608274"/>
                <a:gd name="connsiteY50" fmla="*/ 0 h 559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08274" h="559231">
                  <a:moveTo>
                    <a:pt x="303534" y="219892"/>
                  </a:moveTo>
                  <a:cubicBezTo>
                    <a:pt x="297831" y="219892"/>
                    <a:pt x="292429" y="222090"/>
                    <a:pt x="288427" y="226086"/>
                  </a:cubicBezTo>
                  <a:cubicBezTo>
                    <a:pt x="284425" y="230081"/>
                    <a:pt x="282224" y="235476"/>
                    <a:pt x="282224" y="241169"/>
                  </a:cubicBezTo>
                  <a:lnTo>
                    <a:pt x="282224" y="333771"/>
                  </a:lnTo>
                  <a:cubicBezTo>
                    <a:pt x="282224" y="345459"/>
                    <a:pt x="291828" y="355048"/>
                    <a:pt x="303534" y="355048"/>
                  </a:cubicBezTo>
                  <a:lnTo>
                    <a:pt x="410780" y="355048"/>
                  </a:lnTo>
                  <a:cubicBezTo>
                    <a:pt x="416483" y="355048"/>
                    <a:pt x="421885" y="352851"/>
                    <a:pt x="425887" y="348855"/>
                  </a:cubicBezTo>
                  <a:cubicBezTo>
                    <a:pt x="429889" y="344759"/>
                    <a:pt x="432190" y="339465"/>
                    <a:pt x="432190" y="333771"/>
                  </a:cubicBezTo>
                  <a:cubicBezTo>
                    <a:pt x="432090" y="328077"/>
                    <a:pt x="429889" y="322683"/>
                    <a:pt x="425887" y="318687"/>
                  </a:cubicBezTo>
                  <a:cubicBezTo>
                    <a:pt x="421885" y="314591"/>
                    <a:pt x="416483" y="312394"/>
                    <a:pt x="410780" y="312394"/>
                  </a:cubicBezTo>
                  <a:lnTo>
                    <a:pt x="324943" y="312394"/>
                  </a:lnTo>
                  <a:lnTo>
                    <a:pt x="324943" y="241169"/>
                  </a:lnTo>
                  <a:cubicBezTo>
                    <a:pt x="324843" y="235476"/>
                    <a:pt x="322642" y="230081"/>
                    <a:pt x="318640" y="226086"/>
                  </a:cubicBezTo>
                  <a:cubicBezTo>
                    <a:pt x="314638" y="222090"/>
                    <a:pt x="309236" y="219892"/>
                    <a:pt x="303534" y="219892"/>
                  </a:cubicBezTo>
                  <a:close/>
                  <a:moveTo>
                    <a:pt x="304134" y="98721"/>
                  </a:moveTo>
                  <a:cubicBezTo>
                    <a:pt x="431089" y="98721"/>
                    <a:pt x="534335" y="201711"/>
                    <a:pt x="534335" y="328477"/>
                  </a:cubicBezTo>
                  <a:cubicBezTo>
                    <a:pt x="534335" y="384217"/>
                    <a:pt x="514326" y="435263"/>
                    <a:pt x="481211" y="475121"/>
                  </a:cubicBezTo>
                  <a:lnTo>
                    <a:pt x="532534" y="526466"/>
                  </a:lnTo>
                  <a:cubicBezTo>
                    <a:pt x="540037" y="533958"/>
                    <a:pt x="540037" y="546145"/>
                    <a:pt x="532534" y="553637"/>
                  </a:cubicBezTo>
                  <a:cubicBezTo>
                    <a:pt x="528832" y="557333"/>
                    <a:pt x="523830" y="559231"/>
                    <a:pt x="518928" y="559231"/>
                  </a:cubicBezTo>
                  <a:cubicBezTo>
                    <a:pt x="514026" y="559231"/>
                    <a:pt x="509123" y="557333"/>
                    <a:pt x="505322" y="553637"/>
                  </a:cubicBezTo>
                  <a:lnTo>
                    <a:pt x="454099" y="502491"/>
                  </a:lnTo>
                  <a:cubicBezTo>
                    <a:pt x="413782" y="537155"/>
                    <a:pt x="361459" y="558332"/>
                    <a:pt x="304134" y="558332"/>
                  </a:cubicBezTo>
                  <a:cubicBezTo>
                    <a:pt x="243007" y="558332"/>
                    <a:pt x="187483" y="534158"/>
                    <a:pt x="146165" y="495099"/>
                  </a:cubicBezTo>
                  <a:lnTo>
                    <a:pt x="87639" y="553637"/>
                  </a:lnTo>
                  <a:cubicBezTo>
                    <a:pt x="83838" y="557333"/>
                    <a:pt x="78935" y="559231"/>
                    <a:pt x="74033" y="559231"/>
                  </a:cubicBezTo>
                  <a:cubicBezTo>
                    <a:pt x="69131" y="559231"/>
                    <a:pt x="64129" y="557333"/>
                    <a:pt x="60427" y="553637"/>
                  </a:cubicBezTo>
                  <a:cubicBezTo>
                    <a:pt x="52924" y="546145"/>
                    <a:pt x="52924" y="533958"/>
                    <a:pt x="60427" y="526466"/>
                  </a:cubicBezTo>
                  <a:lnTo>
                    <a:pt x="120554" y="466430"/>
                  </a:lnTo>
                  <a:cubicBezTo>
                    <a:pt x="91441" y="427971"/>
                    <a:pt x="74033" y="380222"/>
                    <a:pt x="74033" y="328477"/>
                  </a:cubicBezTo>
                  <a:cubicBezTo>
                    <a:pt x="74033" y="201711"/>
                    <a:pt x="177278" y="98721"/>
                    <a:pt x="304134" y="98721"/>
                  </a:cubicBezTo>
                  <a:close/>
                  <a:moveTo>
                    <a:pt x="481005" y="0"/>
                  </a:moveTo>
                  <a:cubicBezTo>
                    <a:pt x="515023" y="0"/>
                    <a:pt x="546941" y="13289"/>
                    <a:pt x="571054" y="37268"/>
                  </a:cubicBezTo>
                  <a:cubicBezTo>
                    <a:pt x="595067" y="61248"/>
                    <a:pt x="608274" y="93221"/>
                    <a:pt x="608274" y="127192"/>
                  </a:cubicBezTo>
                  <a:cubicBezTo>
                    <a:pt x="608274" y="161163"/>
                    <a:pt x="595067" y="193136"/>
                    <a:pt x="571054" y="217115"/>
                  </a:cubicBezTo>
                  <a:cubicBezTo>
                    <a:pt x="566951" y="221112"/>
                    <a:pt x="561549" y="223410"/>
                    <a:pt x="555945" y="223410"/>
                  </a:cubicBezTo>
                  <a:cubicBezTo>
                    <a:pt x="550242" y="223410"/>
                    <a:pt x="544839" y="221112"/>
                    <a:pt x="540837" y="217115"/>
                  </a:cubicBezTo>
                  <a:lnTo>
                    <a:pt x="390955" y="67443"/>
                  </a:lnTo>
                  <a:cubicBezTo>
                    <a:pt x="386853" y="63446"/>
                    <a:pt x="384652" y="58051"/>
                    <a:pt x="384652" y="52355"/>
                  </a:cubicBezTo>
                  <a:cubicBezTo>
                    <a:pt x="384652" y="46660"/>
                    <a:pt x="386853" y="41265"/>
                    <a:pt x="390955" y="37268"/>
                  </a:cubicBezTo>
                  <a:cubicBezTo>
                    <a:pt x="414969" y="13289"/>
                    <a:pt x="446986" y="0"/>
                    <a:pt x="481005" y="0"/>
                  </a:cubicBezTo>
                  <a:close/>
                  <a:moveTo>
                    <a:pt x="127369" y="0"/>
                  </a:moveTo>
                  <a:cubicBezTo>
                    <a:pt x="161388" y="0"/>
                    <a:pt x="193406" y="13289"/>
                    <a:pt x="217419" y="37268"/>
                  </a:cubicBezTo>
                  <a:cubicBezTo>
                    <a:pt x="221321" y="41265"/>
                    <a:pt x="223622" y="46760"/>
                    <a:pt x="223622" y="52355"/>
                  </a:cubicBezTo>
                  <a:cubicBezTo>
                    <a:pt x="223622" y="58051"/>
                    <a:pt x="221421" y="63446"/>
                    <a:pt x="217419" y="67443"/>
                  </a:cubicBezTo>
                  <a:lnTo>
                    <a:pt x="67537" y="217115"/>
                  </a:lnTo>
                  <a:cubicBezTo>
                    <a:pt x="63435" y="221112"/>
                    <a:pt x="58032" y="223410"/>
                    <a:pt x="52429" y="223410"/>
                  </a:cubicBezTo>
                  <a:cubicBezTo>
                    <a:pt x="46726" y="223410"/>
                    <a:pt x="41323" y="221112"/>
                    <a:pt x="37320" y="217115"/>
                  </a:cubicBezTo>
                  <a:cubicBezTo>
                    <a:pt x="13207" y="193136"/>
                    <a:pt x="0" y="161163"/>
                    <a:pt x="0" y="127192"/>
                  </a:cubicBezTo>
                  <a:cubicBezTo>
                    <a:pt x="0" y="93221"/>
                    <a:pt x="13207" y="61248"/>
                    <a:pt x="37320" y="37268"/>
                  </a:cubicBezTo>
                  <a:cubicBezTo>
                    <a:pt x="61333" y="13289"/>
                    <a:pt x="93351" y="0"/>
                    <a:pt x="127369" y="0"/>
                  </a:cubicBezTo>
                  <a:close/>
                </a:path>
              </a:pathLst>
            </a:custGeom>
            <a:solidFill>
              <a:schemeClr val="accent6">
                <a:lumMod val="75000"/>
              </a:schemeClr>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 name="组合 3"/>
          <p:cNvGrpSpPr/>
          <p:nvPr/>
        </p:nvGrpSpPr>
        <p:grpSpPr>
          <a:xfrm>
            <a:off x="747298" y="2134954"/>
            <a:ext cx="2479228" cy="4027807"/>
            <a:chOff x="1117506" y="2295527"/>
            <a:chExt cx="2479228" cy="4027807"/>
          </a:xfrm>
        </p:grpSpPr>
        <p:sp>
          <p:nvSpPr>
            <p:cNvPr id="5" name="矩形: 圆角 1"/>
            <p:cNvSpPr/>
            <p:nvPr/>
          </p:nvSpPr>
          <p:spPr>
            <a:xfrm rot="2700000">
              <a:off x="1547495" y="2295527"/>
              <a:ext cx="1619250" cy="161925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6" name="矩形: 圆角 5"/>
            <p:cNvSpPr/>
            <p:nvPr/>
          </p:nvSpPr>
          <p:spPr>
            <a:xfrm rot="2700000">
              <a:off x="1812884" y="2560916"/>
              <a:ext cx="1088473" cy="1088473"/>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7" name="文本框 6"/>
            <p:cNvSpPr txBox="1"/>
            <p:nvPr/>
          </p:nvSpPr>
          <p:spPr>
            <a:xfrm>
              <a:off x="1500719" y="4549251"/>
              <a:ext cx="1712802" cy="368300"/>
            </a:xfrm>
            <a:prstGeom prst="rect">
              <a:avLst/>
            </a:prstGeom>
            <a:noFill/>
          </p:spPr>
          <p:txBody>
            <a:bodyPr wrap="square" rtlCol="0">
              <a:spAutoFit/>
            </a:bodyPr>
            <a:lstStyle/>
            <a:p>
              <a:pPr algn="ctr"/>
              <a:r>
                <a:rPr lang="zh-CN" altLang="en-US" b="1" dirty="0">
                  <a:solidFill>
                    <a:schemeClr val="tx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输入标题</a:t>
              </a:r>
            </a:p>
          </p:txBody>
        </p:sp>
        <p:sp>
          <p:nvSpPr>
            <p:cNvPr id="8" name="文本框 7"/>
            <p:cNvSpPr txBox="1"/>
            <p:nvPr/>
          </p:nvSpPr>
          <p:spPr>
            <a:xfrm>
              <a:off x="1117506" y="5124454"/>
              <a:ext cx="2479228" cy="1198880"/>
            </a:xfrm>
            <a:prstGeom prst="rect">
              <a:avLst/>
            </a:prstGeom>
            <a:noFill/>
          </p:spPr>
          <p:txBody>
            <a:bodyPr wrap="square" rtlCol="0">
              <a:spAutoFit/>
            </a:bodyPr>
            <a:lstStyle/>
            <a:p>
              <a:pPr algn="ctr">
                <a:lnSpc>
                  <a:spcPct val="200000"/>
                </a:lnSpc>
              </a:pPr>
              <a:r>
                <a:rPr lang="zh-CN" altLang="en-US" sz="1200" dirty="0">
                  <a:solidFill>
                    <a:schemeClr val="tx1"/>
                  </a:solidFill>
                  <a:latin typeface="微软雅黑" panose="020B0503020204020204" charset="-122"/>
                  <a:ea typeface="微软雅黑" panose="020B0503020204020204" charset="-122"/>
                  <a:sym typeface="字魂105号-简雅黑" panose="00000500000000000000" pitchFamily="2" charset="-122"/>
                </a:rPr>
                <a:t>在这里输入你需要的文本内容在这里输入你需要的文本内容在这里输入你需要的文本内容</a:t>
              </a:r>
            </a:p>
          </p:txBody>
        </p:sp>
        <p:sp>
          <p:nvSpPr>
            <p:cNvPr id="9" name="24-hours_57464"/>
            <p:cNvSpPr>
              <a:spLocks noChangeAspect="1"/>
            </p:cNvSpPr>
            <p:nvPr/>
          </p:nvSpPr>
          <p:spPr bwMode="auto">
            <a:xfrm>
              <a:off x="2078850" y="2790785"/>
              <a:ext cx="556539" cy="609685"/>
            </a:xfrm>
            <a:custGeom>
              <a:avLst/>
              <a:gdLst>
                <a:gd name="connsiteX0" fmla="*/ 354851 w 555632"/>
                <a:gd name="connsiteY0" fmla="*/ 290098 h 608691"/>
                <a:gd name="connsiteX1" fmla="*/ 323804 w 555632"/>
                <a:gd name="connsiteY1" fmla="*/ 344936 h 608691"/>
                <a:gd name="connsiteX2" fmla="*/ 354851 w 555632"/>
                <a:gd name="connsiteY2" fmla="*/ 344936 h 608691"/>
                <a:gd name="connsiteX3" fmla="*/ 351261 w 555632"/>
                <a:gd name="connsiteY3" fmla="*/ 236035 h 608691"/>
                <a:gd name="connsiteX4" fmla="*/ 392107 w 555632"/>
                <a:gd name="connsiteY4" fmla="*/ 236035 h 608691"/>
                <a:gd name="connsiteX5" fmla="*/ 404041 w 555632"/>
                <a:gd name="connsiteY5" fmla="*/ 247952 h 608691"/>
                <a:gd name="connsiteX6" fmla="*/ 404041 w 555632"/>
                <a:gd name="connsiteY6" fmla="*/ 344936 h 608691"/>
                <a:gd name="connsiteX7" fmla="*/ 414422 w 555632"/>
                <a:gd name="connsiteY7" fmla="*/ 344936 h 608691"/>
                <a:gd name="connsiteX8" fmla="*/ 426356 w 555632"/>
                <a:gd name="connsiteY8" fmla="*/ 356853 h 608691"/>
                <a:gd name="connsiteX9" fmla="*/ 426356 w 555632"/>
                <a:gd name="connsiteY9" fmla="*/ 373517 h 608691"/>
                <a:gd name="connsiteX10" fmla="*/ 414422 w 555632"/>
                <a:gd name="connsiteY10" fmla="*/ 385434 h 608691"/>
                <a:gd name="connsiteX11" fmla="*/ 404041 w 555632"/>
                <a:gd name="connsiteY11" fmla="*/ 385434 h 608691"/>
                <a:gd name="connsiteX12" fmla="*/ 404041 w 555632"/>
                <a:gd name="connsiteY12" fmla="*/ 417891 h 608691"/>
                <a:gd name="connsiteX13" fmla="*/ 392107 w 555632"/>
                <a:gd name="connsiteY13" fmla="*/ 429808 h 608691"/>
                <a:gd name="connsiteX14" fmla="*/ 366784 w 555632"/>
                <a:gd name="connsiteY14" fmla="*/ 429808 h 608691"/>
                <a:gd name="connsiteX15" fmla="*/ 354851 w 555632"/>
                <a:gd name="connsiteY15" fmla="*/ 417891 h 608691"/>
                <a:gd name="connsiteX16" fmla="*/ 354851 w 555632"/>
                <a:gd name="connsiteY16" fmla="*/ 385434 h 608691"/>
                <a:gd name="connsiteX17" fmla="*/ 284316 w 555632"/>
                <a:gd name="connsiteY17" fmla="*/ 385434 h 608691"/>
                <a:gd name="connsiteX18" fmla="*/ 272382 w 555632"/>
                <a:gd name="connsiteY18" fmla="*/ 373517 h 608691"/>
                <a:gd name="connsiteX19" fmla="*/ 272382 w 555632"/>
                <a:gd name="connsiteY19" fmla="*/ 355496 h 608691"/>
                <a:gd name="connsiteX20" fmla="*/ 274225 w 555632"/>
                <a:gd name="connsiteY20" fmla="*/ 349199 h 608691"/>
                <a:gd name="connsiteX21" fmla="*/ 341074 w 555632"/>
                <a:gd name="connsiteY21" fmla="*/ 241655 h 608691"/>
                <a:gd name="connsiteX22" fmla="*/ 351261 w 555632"/>
                <a:gd name="connsiteY22" fmla="*/ 236035 h 608691"/>
                <a:gd name="connsiteX23" fmla="*/ 196524 w 555632"/>
                <a:gd name="connsiteY23" fmla="*/ 232859 h 608691"/>
                <a:gd name="connsiteX24" fmla="*/ 265811 w 555632"/>
                <a:gd name="connsiteY24" fmla="*/ 295150 h 608691"/>
                <a:gd name="connsiteX25" fmla="*/ 215059 w 555632"/>
                <a:gd name="connsiteY25" fmla="*/ 378076 h 608691"/>
                <a:gd name="connsiteX26" fmla="*/ 214768 w 555632"/>
                <a:gd name="connsiteY26" fmla="*/ 378366 h 608691"/>
                <a:gd name="connsiteX27" fmla="*/ 205452 w 555632"/>
                <a:gd name="connsiteY27" fmla="*/ 386116 h 608691"/>
                <a:gd name="connsiteX28" fmla="*/ 257271 w 555632"/>
                <a:gd name="connsiteY28" fmla="*/ 386116 h 608691"/>
                <a:gd name="connsiteX29" fmla="*/ 269207 w 555632"/>
                <a:gd name="connsiteY29" fmla="*/ 398032 h 608691"/>
                <a:gd name="connsiteX30" fmla="*/ 269207 w 555632"/>
                <a:gd name="connsiteY30" fmla="*/ 417892 h 608691"/>
                <a:gd name="connsiteX31" fmla="*/ 257271 w 555632"/>
                <a:gd name="connsiteY31" fmla="*/ 429807 h 608691"/>
                <a:gd name="connsiteX32" fmla="*/ 141212 w 555632"/>
                <a:gd name="connsiteY32" fmla="*/ 429807 h 608691"/>
                <a:gd name="connsiteX33" fmla="*/ 129276 w 555632"/>
                <a:gd name="connsiteY33" fmla="*/ 417892 h 608691"/>
                <a:gd name="connsiteX34" fmla="*/ 129276 w 555632"/>
                <a:gd name="connsiteY34" fmla="*/ 403070 h 608691"/>
                <a:gd name="connsiteX35" fmla="*/ 133255 w 555632"/>
                <a:gd name="connsiteY35" fmla="*/ 394157 h 608691"/>
                <a:gd name="connsiteX36" fmla="*/ 154603 w 555632"/>
                <a:gd name="connsiteY36" fmla="*/ 374879 h 608691"/>
                <a:gd name="connsiteX37" fmla="*/ 214380 w 555632"/>
                <a:gd name="connsiteY37" fmla="*/ 298831 h 608691"/>
                <a:gd name="connsiteX38" fmla="*/ 187694 w 555632"/>
                <a:gd name="connsiteY38" fmla="*/ 275678 h 608691"/>
                <a:gd name="connsiteX39" fmla="*/ 157903 w 555632"/>
                <a:gd name="connsiteY39" fmla="*/ 285075 h 608691"/>
                <a:gd name="connsiteX40" fmla="*/ 147811 w 555632"/>
                <a:gd name="connsiteY40" fmla="*/ 286238 h 608691"/>
                <a:gd name="connsiteX41" fmla="*/ 140533 w 555632"/>
                <a:gd name="connsiteY41" fmla="*/ 279360 h 608691"/>
                <a:gd name="connsiteX42" fmla="*/ 134128 w 555632"/>
                <a:gd name="connsiteY42" fmla="*/ 263278 h 608691"/>
                <a:gd name="connsiteX43" fmla="*/ 138883 w 555632"/>
                <a:gd name="connsiteY43" fmla="*/ 248844 h 608691"/>
                <a:gd name="connsiteX44" fmla="*/ 196524 w 555632"/>
                <a:gd name="connsiteY44" fmla="*/ 232859 h 608691"/>
                <a:gd name="connsiteX45" fmla="*/ 287229 w 555632"/>
                <a:gd name="connsiteY45" fmla="*/ 485 h 608691"/>
                <a:gd name="connsiteX46" fmla="*/ 304113 w 555632"/>
                <a:gd name="connsiteY46" fmla="*/ 6202 h 608691"/>
                <a:gd name="connsiteX47" fmla="*/ 376502 w 555632"/>
                <a:gd name="connsiteY47" fmla="*/ 96120 h 608691"/>
                <a:gd name="connsiteX48" fmla="*/ 379899 w 555632"/>
                <a:gd name="connsiteY48" fmla="*/ 109782 h 608691"/>
                <a:gd name="connsiteX49" fmla="*/ 371553 w 555632"/>
                <a:gd name="connsiteY49" fmla="*/ 121119 h 608691"/>
                <a:gd name="connsiteX50" fmla="*/ 269859 w 555632"/>
                <a:gd name="connsiteY50" fmla="*/ 176058 h 608691"/>
                <a:gd name="connsiteX51" fmla="*/ 252101 w 555632"/>
                <a:gd name="connsiteY51" fmla="*/ 174798 h 608691"/>
                <a:gd name="connsiteX52" fmla="*/ 245697 w 555632"/>
                <a:gd name="connsiteY52" fmla="*/ 158132 h 608691"/>
                <a:gd name="connsiteX53" fmla="*/ 254527 w 555632"/>
                <a:gd name="connsiteY53" fmla="*/ 114336 h 608691"/>
                <a:gd name="connsiteX54" fmla="*/ 59289 w 555632"/>
                <a:gd name="connsiteY54" fmla="*/ 331283 h 608691"/>
                <a:gd name="connsiteX55" fmla="*/ 277816 w 555632"/>
                <a:gd name="connsiteY55" fmla="*/ 549586 h 608691"/>
                <a:gd name="connsiteX56" fmla="*/ 496343 w 555632"/>
                <a:gd name="connsiteY56" fmla="*/ 331283 h 608691"/>
                <a:gd name="connsiteX57" fmla="*/ 448018 w 555632"/>
                <a:gd name="connsiteY57" fmla="*/ 194371 h 608691"/>
                <a:gd name="connsiteX58" fmla="*/ 452482 w 555632"/>
                <a:gd name="connsiteY58" fmla="*/ 152803 h 608691"/>
                <a:gd name="connsiteX59" fmla="*/ 494208 w 555632"/>
                <a:gd name="connsiteY59" fmla="*/ 157260 h 608691"/>
                <a:gd name="connsiteX60" fmla="*/ 555632 w 555632"/>
                <a:gd name="connsiteY60" fmla="*/ 331283 h 608691"/>
                <a:gd name="connsiteX61" fmla="*/ 277816 w 555632"/>
                <a:gd name="connsiteY61" fmla="*/ 608691 h 608691"/>
                <a:gd name="connsiteX62" fmla="*/ 0 w 555632"/>
                <a:gd name="connsiteY62" fmla="*/ 331283 h 608691"/>
                <a:gd name="connsiteX63" fmla="*/ 266657 w 555632"/>
                <a:gd name="connsiteY63" fmla="*/ 54165 h 608691"/>
                <a:gd name="connsiteX64" fmla="*/ 274905 w 555632"/>
                <a:gd name="connsiteY64" fmla="*/ 13275 h 608691"/>
                <a:gd name="connsiteX65" fmla="*/ 287229 w 555632"/>
                <a:gd name="connsiteY65" fmla="*/ 485 h 60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55632" h="608691">
                  <a:moveTo>
                    <a:pt x="354851" y="290098"/>
                  </a:moveTo>
                  <a:lnTo>
                    <a:pt x="323804" y="344936"/>
                  </a:lnTo>
                  <a:lnTo>
                    <a:pt x="354851" y="344936"/>
                  </a:lnTo>
                  <a:close/>
                  <a:moveTo>
                    <a:pt x="351261" y="236035"/>
                  </a:moveTo>
                  <a:lnTo>
                    <a:pt x="392107" y="236035"/>
                  </a:lnTo>
                  <a:cubicBezTo>
                    <a:pt x="398705" y="236035"/>
                    <a:pt x="404041" y="241364"/>
                    <a:pt x="404041" y="247952"/>
                  </a:cubicBezTo>
                  <a:lnTo>
                    <a:pt x="404041" y="344936"/>
                  </a:lnTo>
                  <a:lnTo>
                    <a:pt x="414422" y="344936"/>
                  </a:lnTo>
                  <a:cubicBezTo>
                    <a:pt x="421020" y="344936"/>
                    <a:pt x="426356" y="350264"/>
                    <a:pt x="426356" y="356853"/>
                  </a:cubicBezTo>
                  <a:lnTo>
                    <a:pt x="426356" y="373517"/>
                  </a:lnTo>
                  <a:cubicBezTo>
                    <a:pt x="426356" y="380105"/>
                    <a:pt x="421020" y="385434"/>
                    <a:pt x="414422" y="385434"/>
                  </a:cubicBezTo>
                  <a:lnTo>
                    <a:pt x="404041" y="385434"/>
                  </a:lnTo>
                  <a:lnTo>
                    <a:pt x="404041" y="417891"/>
                  </a:lnTo>
                  <a:cubicBezTo>
                    <a:pt x="404041" y="424479"/>
                    <a:pt x="398705" y="429808"/>
                    <a:pt x="392107" y="429808"/>
                  </a:cubicBezTo>
                  <a:lnTo>
                    <a:pt x="366784" y="429808"/>
                  </a:lnTo>
                  <a:cubicBezTo>
                    <a:pt x="360187" y="429808"/>
                    <a:pt x="354851" y="424479"/>
                    <a:pt x="354851" y="417891"/>
                  </a:cubicBezTo>
                  <a:lnTo>
                    <a:pt x="354851" y="385434"/>
                  </a:lnTo>
                  <a:lnTo>
                    <a:pt x="284316" y="385434"/>
                  </a:lnTo>
                  <a:cubicBezTo>
                    <a:pt x="277718" y="385434"/>
                    <a:pt x="272382" y="380105"/>
                    <a:pt x="272382" y="373517"/>
                  </a:cubicBezTo>
                  <a:lnTo>
                    <a:pt x="272382" y="355496"/>
                  </a:lnTo>
                  <a:cubicBezTo>
                    <a:pt x="272382" y="353268"/>
                    <a:pt x="273061" y="351040"/>
                    <a:pt x="274225" y="349199"/>
                  </a:cubicBezTo>
                  <a:lnTo>
                    <a:pt x="341074" y="241655"/>
                  </a:lnTo>
                  <a:cubicBezTo>
                    <a:pt x="343305" y="238167"/>
                    <a:pt x="347089" y="236035"/>
                    <a:pt x="351261" y="236035"/>
                  </a:cubicBezTo>
                  <a:close/>
                  <a:moveTo>
                    <a:pt x="196524" y="232859"/>
                  </a:moveTo>
                  <a:cubicBezTo>
                    <a:pt x="238640" y="232859"/>
                    <a:pt x="265811" y="257272"/>
                    <a:pt x="265811" y="295150"/>
                  </a:cubicBezTo>
                  <a:cubicBezTo>
                    <a:pt x="265811" y="326344"/>
                    <a:pt x="245529" y="350854"/>
                    <a:pt x="215059" y="378076"/>
                  </a:cubicBezTo>
                  <a:cubicBezTo>
                    <a:pt x="214962" y="378173"/>
                    <a:pt x="214865" y="378269"/>
                    <a:pt x="214768" y="378366"/>
                  </a:cubicBezTo>
                  <a:lnTo>
                    <a:pt x="205452" y="386116"/>
                  </a:lnTo>
                  <a:lnTo>
                    <a:pt x="257271" y="386116"/>
                  </a:lnTo>
                  <a:cubicBezTo>
                    <a:pt x="263870" y="386116"/>
                    <a:pt x="269207" y="391445"/>
                    <a:pt x="269207" y="398032"/>
                  </a:cubicBezTo>
                  <a:lnTo>
                    <a:pt x="269207" y="417892"/>
                  </a:lnTo>
                  <a:cubicBezTo>
                    <a:pt x="269207" y="424479"/>
                    <a:pt x="263870" y="429807"/>
                    <a:pt x="257271" y="429807"/>
                  </a:cubicBezTo>
                  <a:lnTo>
                    <a:pt x="141212" y="429807"/>
                  </a:lnTo>
                  <a:cubicBezTo>
                    <a:pt x="134613" y="429807"/>
                    <a:pt x="129276" y="424479"/>
                    <a:pt x="129276" y="417892"/>
                  </a:cubicBezTo>
                  <a:lnTo>
                    <a:pt x="129276" y="403070"/>
                  </a:lnTo>
                  <a:cubicBezTo>
                    <a:pt x="129276" y="399679"/>
                    <a:pt x="130732" y="396482"/>
                    <a:pt x="133255" y="394157"/>
                  </a:cubicBezTo>
                  <a:lnTo>
                    <a:pt x="154603" y="374879"/>
                  </a:lnTo>
                  <a:cubicBezTo>
                    <a:pt x="194681" y="339132"/>
                    <a:pt x="213797" y="318594"/>
                    <a:pt x="214380" y="298831"/>
                  </a:cubicBezTo>
                  <a:cubicBezTo>
                    <a:pt x="214283" y="290113"/>
                    <a:pt x="210789" y="275678"/>
                    <a:pt x="187694" y="275678"/>
                  </a:cubicBezTo>
                  <a:cubicBezTo>
                    <a:pt x="177990" y="275678"/>
                    <a:pt x="167995" y="278875"/>
                    <a:pt x="157903" y="285075"/>
                  </a:cubicBezTo>
                  <a:cubicBezTo>
                    <a:pt x="154894" y="286916"/>
                    <a:pt x="151207" y="287400"/>
                    <a:pt x="147811" y="286238"/>
                  </a:cubicBezTo>
                  <a:cubicBezTo>
                    <a:pt x="144511" y="285172"/>
                    <a:pt x="141794" y="282556"/>
                    <a:pt x="140533" y="279360"/>
                  </a:cubicBezTo>
                  <a:lnTo>
                    <a:pt x="134128" y="263278"/>
                  </a:lnTo>
                  <a:cubicBezTo>
                    <a:pt x="132090" y="257950"/>
                    <a:pt x="134031" y="251944"/>
                    <a:pt x="138883" y="248844"/>
                  </a:cubicBezTo>
                  <a:cubicBezTo>
                    <a:pt x="155089" y="238575"/>
                    <a:pt x="175661" y="232859"/>
                    <a:pt x="196524" y="232859"/>
                  </a:cubicBezTo>
                  <a:close/>
                  <a:moveTo>
                    <a:pt x="287229" y="485"/>
                  </a:moveTo>
                  <a:cubicBezTo>
                    <a:pt x="293536" y="-1065"/>
                    <a:pt x="300134" y="1163"/>
                    <a:pt x="304113" y="6202"/>
                  </a:cubicBezTo>
                  <a:lnTo>
                    <a:pt x="376502" y="96120"/>
                  </a:lnTo>
                  <a:cubicBezTo>
                    <a:pt x="379607" y="99996"/>
                    <a:pt x="380869" y="104937"/>
                    <a:pt x="379899" y="109782"/>
                  </a:cubicBezTo>
                  <a:cubicBezTo>
                    <a:pt x="378928" y="114627"/>
                    <a:pt x="375823" y="118793"/>
                    <a:pt x="371553" y="121119"/>
                  </a:cubicBezTo>
                  <a:lnTo>
                    <a:pt x="269859" y="176058"/>
                  </a:lnTo>
                  <a:cubicBezTo>
                    <a:pt x="264231" y="179061"/>
                    <a:pt x="257244" y="178577"/>
                    <a:pt x="252101" y="174798"/>
                  </a:cubicBezTo>
                  <a:cubicBezTo>
                    <a:pt x="246958" y="170922"/>
                    <a:pt x="244435" y="164430"/>
                    <a:pt x="245697" y="158132"/>
                  </a:cubicBezTo>
                  <a:lnTo>
                    <a:pt x="254527" y="114336"/>
                  </a:lnTo>
                  <a:cubicBezTo>
                    <a:pt x="144973" y="125963"/>
                    <a:pt x="59289" y="218885"/>
                    <a:pt x="59289" y="331283"/>
                  </a:cubicBezTo>
                  <a:cubicBezTo>
                    <a:pt x="59289" y="451626"/>
                    <a:pt x="157296" y="549586"/>
                    <a:pt x="277816" y="549586"/>
                  </a:cubicBezTo>
                  <a:cubicBezTo>
                    <a:pt x="398336" y="549586"/>
                    <a:pt x="496343" y="451626"/>
                    <a:pt x="496343" y="331283"/>
                  </a:cubicBezTo>
                  <a:cubicBezTo>
                    <a:pt x="496343" y="280898"/>
                    <a:pt x="479652" y="233613"/>
                    <a:pt x="448018" y="194371"/>
                  </a:cubicBezTo>
                  <a:cubicBezTo>
                    <a:pt x="437732" y="181677"/>
                    <a:pt x="439770" y="163074"/>
                    <a:pt x="452482" y="152803"/>
                  </a:cubicBezTo>
                  <a:cubicBezTo>
                    <a:pt x="465194" y="142532"/>
                    <a:pt x="483922" y="144567"/>
                    <a:pt x="494208" y="157260"/>
                  </a:cubicBezTo>
                  <a:cubicBezTo>
                    <a:pt x="533799" y="206386"/>
                    <a:pt x="555632" y="268108"/>
                    <a:pt x="555632" y="331283"/>
                  </a:cubicBezTo>
                  <a:cubicBezTo>
                    <a:pt x="555632" y="484279"/>
                    <a:pt x="431037" y="608691"/>
                    <a:pt x="277816" y="608691"/>
                  </a:cubicBezTo>
                  <a:cubicBezTo>
                    <a:pt x="124692" y="608691"/>
                    <a:pt x="0" y="484279"/>
                    <a:pt x="0" y="331283"/>
                  </a:cubicBezTo>
                  <a:cubicBezTo>
                    <a:pt x="0" y="182065"/>
                    <a:pt x="118676" y="59978"/>
                    <a:pt x="266657" y="54165"/>
                  </a:cubicBezTo>
                  <a:lnTo>
                    <a:pt x="274905" y="13275"/>
                  </a:lnTo>
                  <a:cubicBezTo>
                    <a:pt x="276166" y="6977"/>
                    <a:pt x="281018" y="2035"/>
                    <a:pt x="287229" y="485"/>
                  </a:cubicBezTo>
                  <a:close/>
                </a:path>
              </a:pathLst>
            </a:custGeom>
            <a:solidFill>
              <a:schemeClr val="accent6">
                <a:lumMod val="50000"/>
              </a:schemeClr>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8" name="Group 27"/>
          <p:cNvGrpSpPr/>
          <p:nvPr/>
        </p:nvGrpSpPr>
        <p:grpSpPr>
          <a:xfrm>
            <a:off x="9038908" y="2159084"/>
            <a:ext cx="2479228" cy="4027807"/>
            <a:chOff x="1117506" y="2295527"/>
            <a:chExt cx="2479228" cy="4027807"/>
          </a:xfrm>
        </p:grpSpPr>
        <p:sp>
          <p:nvSpPr>
            <p:cNvPr id="49" name="矩形: 圆角 48"/>
            <p:cNvSpPr/>
            <p:nvPr/>
          </p:nvSpPr>
          <p:spPr>
            <a:xfrm rot="2700000">
              <a:off x="1547495" y="2295527"/>
              <a:ext cx="1619250" cy="1619250"/>
            </a:xfrm>
            <a:prstGeom prst="roundRect">
              <a:avLst/>
            </a:prstGeom>
            <a:solidFill>
              <a:srgbClr val="ABC7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0" name="矩形: 圆角 49"/>
            <p:cNvSpPr/>
            <p:nvPr/>
          </p:nvSpPr>
          <p:spPr>
            <a:xfrm rot="2700000">
              <a:off x="1812884" y="2560916"/>
              <a:ext cx="1088473" cy="1088473"/>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51" name="文本框 30"/>
            <p:cNvSpPr txBox="1"/>
            <p:nvPr/>
          </p:nvSpPr>
          <p:spPr>
            <a:xfrm>
              <a:off x="1500719" y="4549251"/>
              <a:ext cx="1712802"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solidFill>
                    <a:schemeClr val="bg1"/>
                  </a:solidFill>
                  <a:latin typeface="字魂105号-简雅黑" panose="00000500000000000000" pitchFamily="2" charset="-122"/>
                  <a:ea typeface="字魂105号-简雅黑" panose="00000500000000000000" pitchFamily="2" charset="-122"/>
                  <a:sym typeface="字魂105号-简雅黑" panose="00000500000000000000" pitchFamily="2" charset="-122"/>
                </a:rPr>
                <a:t>输入标题</a:t>
              </a:r>
            </a:p>
          </p:txBody>
        </p:sp>
        <p:sp>
          <p:nvSpPr>
            <p:cNvPr id="52" name="文本框 31"/>
            <p:cNvSpPr txBox="1"/>
            <p:nvPr/>
          </p:nvSpPr>
          <p:spPr>
            <a:xfrm>
              <a:off x="1117506" y="5124454"/>
              <a:ext cx="2479228" cy="11988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200000"/>
                </a:lnSpc>
              </a:pPr>
              <a:r>
                <a:rPr lang="zh-CN" altLang="en-US" sz="1200" dirty="0">
                  <a:solidFill>
                    <a:schemeClr val="bg1"/>
                  </a:solidFill>
                  <a:latin typeface="微软雅黑" panose="020B0503020204020204" charset="-122"/>
                  <a:ea typeface="微软雅黑" panose="020B0503020204020204" charset="-122"/>
                  <a:sym typeface="字魂105号-简雅黑" panose="00000500000000000000" pitchFamily="2" charset="-122"/>
                </a:rPr>
                <a:t>在这里输入你需要的文本内容在这里输入你需要的文本内容在这里输入你需要的文本内容</a:t>
              </a:r>
            </a:p>
          </p:txBody>
        </p:sp>
        <p:sp>
          <p:nvSpPr>
            <p:cNvPr id="53" name="24-hours_57464"/>
            <p:cNvSpPr>
              <a:spLocks noChangeAspect="1"/>
            </p:cNvSpPr>
            <p:nvPr/>
          </p:nvSpPr>
          <p:spPr bwMode="auto">
            <a:xfrm>
              <a:off x="2052277" y="2791544"/>
              <a:ext cx="609685" cy="608165"/>
            </a:xfrm>
            <a:custGeom>
              <a:avLst/>
              <a:gdLst>
                <a:gd name="connsiteX0" fmla="*/ 338818 w 602799"/>
                <a:gd name="connsiteY0" fmla="*/ 310850 h 601297"/>
                <a:gd name="connsiteX1" fmla="*/ 344811 w 602799"/>
                <a:gd name="connsiteY1" fmla="*/ 324650 h 601297"/>
                <a:gd name="connsiteX2" fmla="*/ 325757 w 602799"/>
                <a:gd name="connsiteY2" fmla="*/ 343663 h 601297"/>
                <a:gd name="connsiteX3" fmla="*/ 311928 w 602799"/>
                <a:gd name="connsiteY3" fmla="*/ 337683 h 601297"/>
                <a:gd name="connsiteX4" fmla="*/ 328677 w 602799"/>
                <a:gd name="connsiteY4" fmla="*/ 327410 h 601297"/>
                <a:gd name="connsiteX5" fmla="*/ 338818 w 602799"/>
                <a:gd name="connsiteY5" fmla="*/ 310850 h 601297"/>
                <a:gd name="connsiteX6" fmla="*/ 325724 w 602799"/>
                <a:gd name="connsiteY6" fmla="*/ 231675 h 601297"/>
                <a:gd name="connsiteX7" fmla="*/ 418835 w 602799"/>
                <a:gd name="connsiteY7" fmla="*/ 324645 h 601297"/>
                <a:gd name="connsiteX8" fmla="*/ 325724 w 602799"/>
                <a:gd name="connsiteY8" fmla="*/ 417615 h 601297"/>
                <a:gd name="connsiteX9" fmla="*/ 232613 w 602799"/>
                <a:gd name="connsiteY9" fmla="*/ 324645 h 601297"/>
                <a:gd name="connsiteX10" fmla="*/ 236915 w 602799"/>
                <a:gd name="connsiteY10" fmla="*/ 296877 h 601297"/>
                <a:gd name="connsiteX11" fmla="*/ 271025 w 602799"/>
                <a:gd name="connsiteY11" fmla="*/ 330628 h 601297"/>
                <a:gd name="connsiteX12" fmla="*/ 325724 w 602799"/>
                <a:gd name="connsiteY12" fmla="*/ 379568 h 601297"/>
                <a:gd name="connsiteX13" fmla="*/ 380577 w 602799"/>
                <a:gd name="connsiteY13" fmla="*/ 324645 h 601297"/>
                <a:gd name="connsiteX14" fmla="*/ 332024 w 602799"/>
                <a:gd name="connsiteY14" fmla="*/ 270182 h 601297"/>
                <a:gd name="connsiteX15" fmla="*/ 298067 w 602799"/>
                <a:gd name="connsiteY15" fmla="*/ 235817 h 601297"/>
                <a:gd name="connsiteX16" fmla="*/ 325724 w 602799"/>
                <a:gd name="connsiteY16" fmla="*/ 231675 h 601297"/>
                <a:gd name="connsiteX17" fmla="*/ 325760 w 602799"/>
                <a:gd name="connsiteY17" fmla="*/ 157723 h 601297"/>
                <a:gd name="connsiteX18" fmla="*/ 492929 w 602799"/>
                <a:gd name="connsiteY18" fmla="*/ 324646 h 601297"/>
                <a:gd name="connsiteX19" fmla="*/ 325760 w 602799"/>
                <a:gd name="connsiteY19" fmla="*/ 491568 h 601297"/>
                <a:gd name="connsiteX20" fmla="*/ 158590 w 602799"/>
                <a:gd name="connsiteY20" fmla="*/ 324646 h 601297"/>
                <a:gd name="connsiteX21" fmla="*/ 181023 w 602799"/>
                <a:gd name="connsiteY21" fmla="*/ 241184 h 601297"/>
                <a:gd name="connsiteX22" fmla="*/ 209294 w 602799"/>
                <a:gd name="connsiteY22" fmla="*/ 269414 h 601297"/>
                <a:gd name="connsiteX23" fmla="*/ 196695 w 602799"/>
                <a:gd name="connsiteY23" fmla="*/ 324646 h 601297"/>
                <a:gd name="connsiteX24" fmla="*/ 325760 w 602799"/>
                <a:gd name="connsiteY24" fmla="*/ 453520 h 601297"/>
                <a:gd name="connsiteX25" fmla="*/ 454671 w 602799"/>
                <a:gd name="connsiteY25" fmla="*/ 324646 h 601297"/>
                <a:gd name="connsiteX26" fmla="*/ 325760 w 602799"/>
                <a:gd name="connsiteY26" fmla="*/ 195925 h 601297"/>
                <a:gd name="connsiteX27" fmla="*/ 270446 w 602799"/>
                <a:gd name="connsiteY27" fmla="*/ 208352 h 601297"/>
                <a:gd name="connsiteX28" fmla="*/ 242175 w 602799"/>
                <a:gd name="connsiteY28" fmla="*/ 180123 h 601297"/>
                <a:gd name="connsiteX29" fmla="*/ 325760 w 602799"/>
                <a:gd name="connsiteY29" fmla="*/ 157723 h 601297"/>
                <a:gd name="connsiteX30" fmla="*/ 111273 w 602799"/>
                <a:gd name="connsiteY30" fmla="*/ 85181 h 601297"/>
                <a:gd name="connsiteX31" fmla="*/ 310717 w 602799"/>
                <a:gd name="connsiteY31" fmla="*/ 284185 h 601297"/>
                <a:gd name="connsiteX32" fmla="*/ 310717 w 602799"/>
                <a:gd name="connsiteY32" fmla="*/ 309502 h 601297"/>
                <a:gd name="connsiteX33" fmla="*/ 298117 w 602799"/>
                <a:gd name="connsiteY33" fmla="*/ 314872 h 601297"/>
                <a:gd name="connsiteX34" fmla="*/ 285364 w 602799"/>
                <a:gd name="connsiteY34" fmla="*/ 309655 h 601297"/>
                <a:gd name="connsiteX35" fmla="*/ 85766 w 602799"/>
                <a:gd name="connsiteY35" fmla="*/ 110498 h 601297"/>
                <a:gd name="connsiteX36" fmla="*/ 90376 w 602799"/>
                <a:gd name="connsiteY36" fmla="*/ 110498 h 601297"/>
                <a:gd name="connsiteX37" fmla="*/ 111273 w 602799"/>
                <a:gd name="connsiteY37" fmla="*/ 89477 h 601297"/>
                <a:gd name="connsiteX38" fmla="*/ 325759 w 602799"/>
                <a:gd name="connsiteY38" fmla="*/ 48064 h 601297"/>
                <a:gd name="connsiteX39" fmla="*/ 602799 w 602799"/>
                <a:gd name="connsiteY39" fmla="*/ 324681 h 601297"/>
                <a:gd name="connsiteX40" fmla="*/ 325759 w 602799"/>
                <a:gd name="connsiteY40" fmla="*/ 601297 h 601297"/>
                <a:gd name="connsiteX41" fmla="*/ 48719 w 602799"/>
                <a:gd name="connsiteY41" fmla="*/ 324681 h 601297"/>
                <a:gd name="connsiteX42" fmla="*/ 101730 w 602799"/>
                <a:gd name="connsiteY42" fmla="*/ 162055 h 601297"/>
                <a:gd name="connsiteX43" fmla="*/ 154895 w 602799"/>
                <a:gd name="connsiteY43" fmla="*/ 215139 h 601297"/>
                <a:gd name="connsiteX44" fmla="*/ 122627 w 602799"/>
                <a:gd name="connsiteY44" fmla="*/ 324681 h 601297"/>
                <a:gd name="connsiteX45" fmla="*/ 325759 w 602799"/>
                <a:gd name="connsiteY45" fmla="*/ 527349 h 601297"/>
                <a:gd name="connsiteX46" fmla="*/ 528737 w 602799"/>
                <a:gd name="connsiteY46" fmla="*/ 324681 h 601297"/>
                <a:gd name="connsiteX47" fmla="*/ 325759 w 602799"/>
                <a:gd name="connsiteY47" fmla="*/ 122013 h 601297"/>
                <a:gd name="connsiteX48" fmla="*/ 216203 w 602799"/>
                <a:gd name="connsiteY48" fmla="*/ 154077 h 601297"/>
                <a:gd name="connsiteX49" fmla="*/ 162885 w 602799"/>
                <a:gd name="connsiteY49" fmla="*/ 100994 h 601297"/>
                <a:gd name="connsiteX50" fmla="*/ 325759 w 602799"/>
                <a:gd name="connsiteY50" fmla="*/ 48064 h 601297"/>
                <a:gd name="connsiteX51" fmla="*/ 47654 w 602799"/>
                <a:gd name="connsiteY51" fmla="*/ 1123 h 601297"/>
                <a:gd name="connsiteX52" fmla="*/ 82702 w 602799"/>
                <a:gd name="connsiteY52" fmla="*/ 35649 h 601297"/>
                <a:gd name="connsiteX53" fmla="*/ 83932 w 602799"/>
                <a:gd name="connsiteY53" fmla="*/ 38564 h 601297"/>
                <a:gd name="connsiteX54" fmla="*/ 83932 w 602799"/>
                <a:gd name="connsiteY54" fmla="*/ 79074 h 601297"/>
                <a:gd name="connsiteX55" fmla="*/ 79935 w 602799"/>
                <a:gd name="connsiteY55" fmla="*/ 83064 h 601297"/>
                <a:gd name="connsiteX56" fmla="*/ 39354 w 602799"/>
                <a:gd name="connsiteY56" fmla="*/ 83064 h 601297"/>
                <a:gd name="connsiteX57" fmla="*/ 36587 w 602799"/>
                <a:gd name="connsiteY57" fmla="*/ 81990 h 601297"/>
                <a:gd name="connsiteX58" fmla="*/ 1231 w 602799"/>
                <a:gd name="connsiteY58" fmla="*/ 47004 h 601297"/>
                <a:gd name="connsiteX59" fmla="*/ 3998 w 602799"/>
                <a:gd name="connsiteY59" fmla="*/ 40252 h 601297"/>
                <a:gd name="connsiteX60" fmla="*/ 15988 w 602799"/>
                <a:gd name="connsiteY60" fmla="*/ 40252 h 601297"/>
                <a:gd name="connsiteX61" fmla="*/ 40891 w 602799"/>
                <a:gd name="connsiteY61" fmla="*/ 15394 h 601297"/>
                <a:gd name="connsiteX62" fmla="*/ 40891 w 602799"/>
                <a:gd name="connsiteY62" fmla="*/ 4039 h 601297"/>
                <a:gd name="connsiteX63" fmla="*/ 47654 w 602799"/>
                <a:gd name="connsiteY63" fmla="*/ 1123 h 601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2799" h="601297">
                  <a:moveTo>
                    <a:pt x="338818" y="310850"/>
                  </a:moveTo>
                  <a:cubicBezTo>
                    <a:pt x="342506" y="314377"/>
                    <a:pt x="344811" y="319283"/>
                    <a:pt x="344811" y="324650"/>
                  </a:cubicBezTo>
                  <a:cubicBezTo>
                    <a:pt x="344811" y="335230"/>
                    <a:pt x="336206" y="343663"/>
                    <a:pt x="325757" y="343663"/>
                  </a:cubicBezTo>
                  <a:cubicBezTo>
                    <a:pt x="320226" y="343663"/>
                    <a:pt x="315309" y="341363"/>
                    <a:pt x="311928" y="337683"/>
                  </a:cubicBezTo>
                  <a:cubicBezTo>
                    <a:pt x="318074" y="335690"/>
                    <a:pt x="323914" y="332163"/>
                    <a:pt x="328677" y="327410"/>
                  </a:cubicBezTo>
                  <a:cubicBezTo>
                    <a:pt x="333440" y="322657"/>
                    <a:pt x="336821" y="316983"/>
                    <a:pt x="338818" y="310850"/>
                  </a:cubicBezTo>
                  <a:close/>
                  <a:moveTo>
                    <a:pt x="325724" y="231675"/>
                  </a:moveTo>
                  <a:cubicBezTo>
                    <a:pt x="377043" y="231675"/>
                    <a:pt x="418835" y="273404"/>
                    <a:pt x="418835" y="324645"/>
                  </a:cubicBezTo>
                  <a:cubicBezTo>
                    <a:pt x="418835" y="375886"/>
                    <a:pt x="377043" y="417615"/>
                    <a:pt x="325724" y="417615"/>
                  </a:cubicBezTo>
                  <a:cubicBezTo>
                    <a:pt x="274406" y="417615"/>
                    <a:pt x="232613" y="375886"/>
                    <a:pt x="232613" y="324645"/>
                  </a:cubicBezTo>
                  <a:cubicBezTo>
                    <a:pt x="232613" y="314980"/>
                    <a:pt x="234150" y="305621"/>
                    <a:pt x="236915" y="296877"/>
                  </a:cubicBezTo>
                  <a:cubicBezTo>
                    <a:pt x="236915" y="296877"/>
                    <a:pt x="269796" y="329708"/>
                    <a:pt x="271025" y="330628"/>
                  </a:cubicBezTo>
                  <a:cubicBezTo>
                    <a:pt x="274098" y="358090"/>
                    <a:pt x="297453" y="379568"/>
                    <a:pt x="325724" y="379568"/>
                  </a:cubicBezTo>
                  <a:cubicBezTo>
                    <a:pt x="355993" y="379568"/>
                    <a:pt x="380577" y="354868"/>
                    <a:pt x="380577" y="324645"/>
                  </a:cubicBezTo>
                  <a:cubicBezTo>
                    <a:pt x="380577" y="296570"/>
                    <a:pt x="359373" y="273251"/>
                    <a:pt x="332024" y="270182"/>
                  </a:cubicBezTo>
                  <a:cubicBezTo>
                    <a:pt x="330948" y="268802"/>
                    <a:pt x="298067" y="235817"/>
                    <a:pt x="298067" y="235817"/>
                  </a:cubicBezTo>
                  <a:cubicBezTo>
                    <a:pt x="306825" y="233209"/>
                    <a:pt x="316044" y="231675"/>
                    <a:pt x="325724" y="231675"/>
                  </a:cubicBezTo>
                  <a:close/>
                  <a:moveTo>
                    <a:pt x="325760" y="157723"/>
                  </a:moveTo>
                  <a:cubicBezTo>
                    <a:pt x="417949" y="157723"/>
                    <a:pt x="492929" y="232593"/>
                    <a:pt x="492929" y="324646"/>
                  </a:cubicBezTo>
                  <a:cubicBezTo>
                    <a:pt x="492929" y="416698"/>
                    <a:pt x="417949" y="491568"/>
                    <a:pt x="325760" y="491568"/>
                  </a:cubicBezTo>
                  <a:cubicBezTo>
                    <a:pt x="233571" y="491568"/>
                    <a:pt x="158590" y="416698"/>
                    <a:pt x="158590" y="324646"/>
                  </a:cubicBezTo>
                  <a:cubicBezTo>
                    <a:pt x="158590" y="294268"/>
                    <a:pt x="166733" y="265732"/>
                    <a:pt x="181023" y="241184"/>
                  </a:cubicBezTo>
                  <a:lnTo>
                    <a:pt x="209294" y="269414"/>
                  </a:lnTo>
                  <a:cubicBezTo>
                    <a:pt x="201304" y="286137"/>
                    <a:pt x="196695" y="304854"/>
                    <a:pt x="196695" y="324646"/>
                  </a:cubicBezTo>
                  <a:cubicBezTo>
                    <a:pt x="196695" y="395680"/>
                    <a:pt x="254620" y="453520"/>
                    <a:pt x="325760" y="453520"/>
                  </a:cubicBezTo>
                  <a:cubicBezTo>
                    <a:pt x="396899" y="453520"/>
                    <a:pt x="454671" y="395680"/>
                    <a:pt x="454671" y="324646"/>
                  </a:cubicBezTo>
                  <a:cubicBezTo>
                    <a:pt x="454671" y="253611"/>
                    <a:pt x="396899" y="195925"/>
                    <a:pt x="325760" y="195925"/>
                  </a:cubicBezTo>
                  <a:cubicBezTo>
                    <a:pt x="305939" y="195925"/>
                    <a:pt x="287194" y="200374"/>
                    <a:pt x="270446" y="208352"/>
                  </a:cubicBezTo>
                  <a:lnTo>
                    <a:pt x="242175" y="180123"/>
                  </a:lnTo>
                  <a:cubicBezTo>
                    <a:pt x="266759" y="165854"/>
                    <a:pt x="295337" y="157723"/>
                    <a:pt x="325760" y="157723"/>
                  </a:cubicBezTo>
                  <a:close/>
                  <a:moveTo>
                    <a:pt x="111273" y="85181"/>
                  </a:moveTo>
                  <a:lnTo>
                    <a:pt x="310717" y="284185"/>
                  </a:lnTo>
                  <a:cubicBezTo>
                    <a:pt x="317785" y="291243"/>
                    <a:pt x="317785" y="302597"/>
                    <a:pt x="310717" y="309502"/>
                  </a:cubicBezTo>
                  <a:cubicBezTo>
                    <a:pt x="307183" y="313031"/>
                    <a:pt x="302573" y="314872"/>
                    <a:pt x="298117" y="314872"/>
                  </a:cubicBezTo>
                  <a:cubicBezTo>
                    <a:pt x="293508" y="314872"/>
                    <a:pt x="288898" y="313031"/>
                    <a:pt x="285364" y="309655"/>
                  </a:cubicBezTo>
                  <a:lnTo>
                    <a:pt x="85766" y="110498"/>
                  </a:lnTo>
                  <a:lnTo>
                    <a:pt x="90376" y="110498"/>
                  </a:lnTo>
                  <a:cubicBezTo>
                    <a:pt x="101900" y="110498"/>
                    <a:pt x="111273" y="100985"/>
                    <a:pt x="111273" y="89477"/>
                  </a:cubicBezTo>
                  <a:close/>
                  <a:moveTo>
                    <a:pt x="325759" y="48064"/>
                  </a:moveTo>
                  <a:cubicBezTo>
                    <a:pt x="478492" y="48064"/>
                    <a:pt x="602799" y="172181"/>
                    <a:pt x="602799" y="324681"/>
                  </a:cubicBezTo>
                  <a:cubicBezTo>
                    <a:pt x="602799" y="477180"/>
                    <a:pt x="478492" y="601297"/>
                    <a:pt x="325759" y="601297"/>
                  </a:cubicBezTo>
                  <a:cubicBezTo>
                    <a:pt x="173026" y="601297"/>
                    <a:pt x="48719" y="477180"/>
                    <a:pt x="48719" y="324681"/>
                  </a:cubicBezTo>
                  <a:cubicBezTo>
                    <a:pt x="48719" y="263926"/>
                    <a:pt x="68387" y="207774"/>
                    <a:pt x="101730" y="162055"/>
                  </a:cubicBezTo>
                  <a:lnTo>
                    <a:pt x="154895" y="215139"/>
                  </a:lnTo>
                  <a:cubicBezTo>
                    <a:pt x="134612" y="246743"/>
                    <a:pt x="122627" y="284331"/>
                    <a:pt x="122627" y="324681"/>
                  </a:cubicBezTo>
                  <a:cubicBezTo>
                    <a:pt x="122627" y="436524"/>
                    <a:pt x="213745" y="527349"/>
                    <a:pt x="325759" y="527349"/>
                  </a:cubicBezTo>
                  <a:cubicBezTo>
                    <a:pt x="437620" y="527349"/>
                    <a:pt x="528737" y="436524"/>
                    <a:pt x="528737" y="324681"/>
                  </a:cubicBezTo>
                  <a:cubicBezTo>
                    <a:pt x="528737" y="212837"/>
                    <a:pt x="437620" y="122013"/>
                    <a:pt x="325759" y="122013"/>
                  </a:cubicBezTo>
                  <a:cubicBezTo>
                    <a:pt x="285348" y="122013"/>
                    <a:pt x="247856" y="133826"/>
                    <a:pt x="216203" y="154077"/>
                  </a:cubicBezTo>
                  <a:lnTo>
                    <a:pt x="162885" y="100994"/>
                  </a:lnTo>
                  <a:cubicBezTo>
                    <a:pt x="208674" y="67702"/>
                    <a:pt x="264912" y="48064"/>
                    <a:pt x="325759" y="48064"/>
                  </a:cubicBezTo>
                  <a:close/>
                  <a:moveTo>
                    <a:pt x="47654" y="1123"/>
                  </a:moveTo>
                  <a:lnTo>
                    <a:pt x="82702" y="35649"/>
                  </a:lnTo>
                  <a:cubicBezTo>
                    <a:pt x="83471" y="36416"/>
                    <a:pt x="83932" y="37490"/>
                    <a:pt x="83932" y="38564"/>
                  </a:cubicBezTo>
                  <a:lnTo>
                    <a:pt x="83932" y="79074"/>
                  </a:lnTo>
                  <a:cubicBezTo>
                    <a:pt x="83932" y="81376"/>
                    <a:pt x="82088" y="83064"/>
                    <a:pt x="79935" y="83064"/>
                  </a:cubicBezTo>
                  <a:lnTo>
                    <a:pt x="39354" y="83064"/>
                  </a:lnTo>
                  <a:cubicBezTo>
                    <a:pt x="38278" y="83064"/>
                    <a:pt x="37355" y="82604"/>
                    <a:pt x="36587" y="81990"/>
                  </a:cubicBezTo>
                  <a:lnTo>
                    <a:pt x="1231" y="47004"/>
                  </a:lnTo>
                  <a:cubicBezTo>
                    <a:pt x="-1382" y="44549"/>
                    <a:pt x="463" y="40252"/>
                    <a:pt x="3998" y="40252"/>
                  </a:cubicBezTo>
                  <a:lnTo>
                    <a:pt x="15988" y="40252"/>
                  </a:lnTo>
                  <a:cubicBezTo>
                    <a:pt x="29669" y="40252"/>
                    <a:pt x="40891" y="29051"/>
                    <a:pt x="40891" y="15394"/>
                  </a:cubicBezTo>
                  <a:lnTo>
                    <a:pt x="40891" y="4039"/>
                  </a:lnTo>
                  <a:cubicBezTo>
                    <a:pt x="40891" y="509"/>
                    <a:pt x="45195" y="-1332"/>
                    <a:pt x="47654" y="1123"/>
                  </a:cubicBezTo>
                  <a:close/>
                </a:path>
              </a:pathLst>
            </a:custGeom>
            <a:solidFill>
              <a:srgbClr val="ABC759"/>
            </a:solidFill>
            <a:ln>
              <a:noFill/>
            </a:ln>
          </p:spPr>
          <p:txBody>
            <a:bodyPr/>
            <a:lstStyle/>
            <a:p>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10" name="Rectangle 4"/>
          <p:cNvSpPr txBox="1">
            <a:spLocks noChangeArrowheads="1"/>
          </p:cNvSpPr>
          <p:nvPr/>
        </p:nvSpPr>
        <p:spPr bwMode="auto">
          <a:xfrm>
            <a:off x="3512607" y="1023265"/>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50000"/>
                  </a:schemeClr>
                </a:solidFill>
                <a:latin typeface="微软雅黑" panose="020B0503020204020204" charset="-122"/>
                <a:ea typeface="微软雅黑" panose="020B0503020204020204" charset="-122"/>
              </a:rPr>
              <a:t>输入文字</a:t>
            </a:r>
          </a:p>
        </p:txBody>
      </p:sp>
      <p:sp>
        <p:nvSpPr>
          <p:cNvPr id="12" name="矩形 11"/>
          <p:cNvSpPr/>
          <p:nvPr/>
        </p:nvSpPr>
        <p:spPr>
          <a:xfrm>
            <a:off x="45021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pic>
        <p:nvPicPr>
          <p:cNvPr id="3" name="图片 2" descr="WechatIMG1669"/>
          <p:cNvPicPr>
            <a:picLocks noChangeAspect="1"/>
          </p:cNvPicPr>
          <p:nvPr/>
        </p:nvPicPr>
        <p:blipFill>
          <a:blip r:embed="rId6"/>
          <a:stretch>
            <a:fillRect/>
          </a:stretch>
        </p:blipFill>
        <p:spPr>
          <a:xfrm>
            <a:off x="205705" y="132715"/>
            <a:ext cx="1318895" cy="1299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80">
                                          <p:stCondLst>
                                            <p:cond delay="0"/>
                                          </p:stCondLst>
                                        </p:cTn>
                                        <p:tgtEl>
                                          <p:spTgt spid="4"/>
                                        </p:tgtEl>
                                      </p:cBhvr>
                                    </p:animEffect>
                                    <p:anim calcmode="lin" valueType="num">
                                      <p:cBhvr>
                                        <p:cTn id="1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8" dur="26">
                                          <p:stCondLst>
                                            <p:cond delay="650"/>
                                          </p:stCondLst>
                                        </p:cTn>
                                        <p:tgtEl>
                                          <p:spTgt spid="4"/>
                                        </p:tgtEl>
                                      </p:cBhvr>
                                      <p:to x="100000" y="60000"/>
                                    </p:animScale>
                                    <p:animScale>
                                      <p:cBhvr>
                                        <p:cTn id="19" dur="166" decel="50000">
                                          <p:stCondLst>
                                            <p:cond delay="676"/>
                                          </p:stCondLst>
                                        </p:cTn>
                                        <p:tgtEl>
                                          <p:spTgt spid="4"/>
                                        </p:tgtEl>
                                      </p:cBhvr>
                                      <p:to x="100000" y="100000"/>
                                    </p:animScale>
                                    <p:animScale>
                                      <p:cBhvr>
                                        <p:cTn id="20" dur="26">
                                          <p:stCondLst>
                                            <p:cond delay="1312"/>
                                          </p:stCondLst>
                                        </p:cTn>
                                        <p:tgtEl>
                                          <p:spTgt spid="4"/>
                                        </p:tgtEl>
                                      </p:cBhvr>
                                      <p:to x="100000" y="80000"/>
                                    </p:animScale>
                                    <p:animScale>
                                      <p:cBhvr>
                                        <p:cTn id="21" dur="166" decel="50000">
                                          <p:stCondLst>
                                            <p:cond delay="1338"/>
                                          </p:stCondLst>
                                        </p:cTn>
                                        <p:tgtEl>
                                          <p:spTgt spid="4"/>
                                        </p:tgtEl>
                                      </p:cBhvr>
                                      <p:to x="100000" y="100000"/>
                                    </p:animScale>
                                    <p:animScale>
                                      <p:cBhvr>
                                        <p:cTn id="22" dur="26">
                                          <p:stCondLst>
                                            <p:cond delay="1642"/>
                                          </p:stCondLst>
                                        </p:cTn>
                                        <p:tgtEl>
                                          <p:spTgt spid="4"/>
                                        </p:tgtEl>
                                      </p:cBhvr>
                                      <p:to x="100000" y="90000"/>
                                    </p:animScale>
                                    <p:animScale>
                                      <p:cBhvr>
                                        <p:cTn id="23" dur="166" decel="50000">
                                          <p:stCondLst>
                                            <p:cond delay="1668"/>
                                          </p:stCondLst>
                                        </p:cTn>
                                        <p:tgtEl>
                                          <p:spTgt spid="4"/>
                                        </p:tgtEl>
                                      </p:cBhvr>
                                      <p:to x="100000" y="100000"/>
                                    </p:animScale>
                                    <p:animScale>
                                      <p:cBhvr>
                                        <p:cTn id="24" dur="26">
                                          <p:stCondLst>
                                            <p:cond delay="1808"/>
                                          </p:stCondLst>
                                        </p:cTn>
                                        <p:tgtEl>
                                          <p:spTgt spid="4"/>
                                        </p:tgtEl>
                                      </p:cBhvr>
                                      <p:to x="100000" y="95000"/>
                                    </p:animScale>
                                    <p:animScale>
                                      <p:cBhvr>
                                        <p:cTn id="25" dur="166" decel="50000">
                                          <p:stCondLst>
                                            <p:cond delay="1834"/>
                                          </p:stCondLst>
                                        </p:cTn>
                                        <p:tgtEl>
                                          <p:spTgt spid="4"/>
                                        </p:tgtEl>
                                      </p:cBhvr>
                                      <p:to x="100000" y="100000"/>
                                    </p:animScale>
                                  </p:childTnLst>
                                </p:cTn>
                              </p:par>
                            </p:childTnLst>
                          </p:cTn>
                        </p:par>
                        <p:par>
                          <p:cTn id="26" fill="hold">
                            <p:stCondLst>
                              <p:cond delay="2000"/>
                            </p:stCondLst>
                            <p:childTnLst>
                              <p:par>
                                <p:cTn id="27" presetID="26" presetClass="entr" presetSubtype="0"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down)">
                                      <p:cBhvr>
                                        <p:cTn id="29" dur="580">
                                          <p:stCondLst>
                                            <p:cond delay="0"/>
                                          </p:stCondLst>
                                        </p:cTn>
                                        <p:tgtEl>
                                          <p:spTgt spid="34"/>
                                        </p:tgtEl>
                                      </p:cBhvr>
                                    </p:animEffect>
                                    <p:anim calcmode="lin" valueType="num">
                                      <p:cBhvr>
                                        <p:cTn id="30"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35" dur="26">
                                          <p:stCondLst>
                                            <p:cond delay="650"/>
                                          </p:stCondLst>
                                        </p:cTn>
                                        <p:tgtEl>
                                          <p:spTgt spid="34"/>
                                        </p:tgtEl>
                                      </p:cBhvr>
                                      <p:to x="100000" y="60000"/>
                                    </p:animScale>
                                    <p:animScale>
                                      <p:cBhvr>
                                        <p:cTn id="36" dur="166" decel="50000">
                                          <p:stCondLst>
                                            <p:cond delay="676"/>
                                          </p:stCondLst>
                                        </p:cTn>
                                        <p:tgtEl>
                                          <p:spTgt spid="34"/>
                                        </p:tgtEl>
                                      </p:cBhvr>
                                      <p:to x="100000" y="100000"/>
                                    </p:animScale>
                                    <p:animScale>
                                      <p:cBhvr>
                                        <p:cTn id="37" dur="26">
                                          <p:stCondLst>
                                            <p:cond delay="1312"/>
                                          </p:stCondLst>
                                        </p:cTn>
                                        <p:tgtEl>
                                          <p:spTgt spid="34"/>
                                        </p:tgtEl>
                                      </p:cBhvr>
                                      <p:to x="100000" y="80000"/>
                                    </p:animScale>
                                    <p:animScale>
                                      <p:cBhvr>
                                        <p:cTn id="38" dur="166" decel="50000">
                                          <p:stCondLst>
                                            <p:cond delay="1338"/>
                                          </p:stCondLst>
                                        </p:cTn>
                                        <p:tgtEl>
                                          <p:spTgt spid="34"/>
                                        </p:tgtEl>
                                      </p:cBhvr>
                                      <p:to x="100000" y="100000"/>
                                    </p:animScale>
                                    <p:animScale>
                                      <p:cBhvr>
                                        <p:cTn id="39" dur="26">
                                          <p:stCondLst>
                                            <p:cond delay="1642"/>
                                          </p:stCondLst>
                                        </p:cTn>
                                        <p:tgtEl>
                                          <p:spTgt spid="34"/>
                                        </p:tgtEl>
                                      </p:cBhvr>
                                      <p:to x="100000" y="90000"/>
                                    </p:animScale>
                                    <p:animScale>
                                      <p:cBhvr>
                                        <p:cTn id="40" dur="166" decel="50000">
                                          <p:stCondLst>
                                            <p:cond delay="1668"/>
                                          </p:stCondLst>
                                        </p:cTn>
                                        <p:tgtEl>
                                          <p:spTgt spid="34"/>
                                        </p:tgtEl>
                                      </p:cBhvr>
                                      <p:to x="100000" y="100000"/>
                                    </p:animScale>
                                    <p:animScale>
                                      <p:cBhvr>
                                        <p:cTn id="41" dur="26">
                                          <p:stCondLst>
                                            <p:cond delay="1808"/>
                                          </p:stCondLst>
                                        </p:cTn>
                                        <p:tgtEl>
                                          <p:spTgt spid="34"/>
                                        </p:tgtEl>
                                      </p:cBhvr>
                                      <p:to x="100000" y="95000"/>
                                    </p:animScale>
                                    <p:animScale>
                                      <p:cBhvr>
                                        <p:cTn id="42" dur="166" decel="50000">
                                          <p:stCondLst>
                                            <p:cond delay="1834"/>
                                          </p:stCondLst>
                                        </p:cTn>
                                        <p:tgtEl>
                                          <p:spTgt spid="34"/>
                                        </p:tgtEl>
                                      </p:cBhvr>
                                      <p:to x="100000" y="100000"/>
                                    </p:animScale>
                                  </p:childTnLst>
                                </p:cTn>
                              </p:par>
                            </p:childTnLst>
                          </p:cTn>
                        </p:par>
                        <p:par>
                          <p:cTn id="43" fill="hold">
                            <p:stCondLst>
                              <p:cond delay="4000"/>
                            </p:stCondLst>
                            <p:childTnLst>
                              <p:par>
                                <p:cTn id="44" presetID="26" presetClass="entr" presetSubtype="0" fill="hold"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down)">
                                      <p:cBhvr>
                                        <p:cTn id="46" dur="580">
                                          <p:stCondLst>
                                            <p:cond delay="0"/>
                                          </p:stCondLst>
                                        </p:cTn>
                                        <p:tgtEl>
                                          <p:spTgt spid="42"/>
                                        </p:tgtEl>
                                      </p:cBhvr>
                                    </p:animEffect>
                                    <p:anim calcmode="lin" valueType="num">
                                      <p:cBhvr>
                                        <p:cTn id="47"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52" dur="26">
                                          <p:stCondLst>
                                            <p:cond delay="650"/>
                                          </p:stCondLst>
                                        </p:cTn>
                                        <p:tgtEl>
                                          <p:spTgt spid="42"/>
                                        </p:tgtEl>
                                      </p:cBhvr>
                                      <p:to x="100000" y="60000"/>
                                    </p:animScale>
                                    <p:animScale>
                                      <p:cBhvr>
                                        <p:cTn id="53" dur="166" decel="50000">
                                          <p:stCondLst>
                                            <p:cond delay="676"/>
                                          </p:stCondLst>
                                        </p:cTn>
                                        <p:tgtEl>
                                          <p:spTgt spid="42"/>
                                        </p:tgtEl>
                                      </p:cBhvr>
                                      <p:to x="100000" y="100000"/>
                                    </p:animScale>
                                    <p:animScale>
                                      <p:cBhvr>
                                        <p:cTn id="54" dur="26">
                                          <p:stCondLst>
                                            <p:cond delay="1312"/>
                                          </p:stCondLst>
                                        </p:cTn>
                                        <p:tgtEl>
                                          <p:spTgt spid="42"/>
                                        </p:tgtEl>
                                      </p:cBhvr>
                                      <p:to x="100000" y="80000"/>
                                    </p:animScale>
                                    <p:animScale>
                                      <p:cBhvr>
                                        <p:cTn id="55" dur="166" decel="50000">
                                          <p:stCondLst>
                                            <p:cond delay="1338"/>
                                          </p:stCondLst>
                                        </p:cTn>
                                        <p:tgtEl>
                                          <p:spTgt spid="42"/>
                                        </p:tgtEl>
                                      </p:cBhvr>
                                      <p:to x="100000" y="100000"/>
                                    </p:animScale>
                                    <p:animScale>
                                      <p:cBhvr>
                                        <p:cTn id="56" dur="26">
                                          <p:stCondLst>
                                            <p:cond delay="1642"/>
                                          </p:stCondLst>
                                        </p:cTn>
                                        <p:tgtEl>
                                          <p:spTgt spid="42"/>
                                        </p:tgtEl>
                                      </p:cBhvr>
                                      <p:to x="100000" y="90000"/>
                                    </p:animScale>
                                    <p:animScale>
                                      <p:cBhvr>
                                        <p:cTn id="57" dur="166" decel="50000">
                                          <p:stCondLst>
                                            <p:cond delay="1668"/>
                                          </p:stCondLst>
                                        </p:cTn>
                                        <p:tgtEl>
                                          <p:spTgt spid="42"/>
                                        </p:tgtEl>
                                      </p:cBhvr>
                                      <p:to x="100000" y="100000"/>
                                    </p:animScale>
                                    <p:animScale>
                                      <p:cBhvr>
                                        <p:cTn id="58" dur="26">
                                          <p:stCondLst>
                                            <p:cond delay="1808"/>
                                          </p:stCondLst>
                                        </p:cTn>
                                        <p:tgtEl>
                                          <p:spTgt spid="42"/>
                                        </p:tgtEl>
                                      </p:cBhvr>
                                      <p:to x="100000" y="95000"/>
                                    </p:animScale>
                                    <p:animScale>
                                      <p:cBhvr>
                                        <p:cTn id="59" dur="166" decel="50000">
                                          <p:stCondLst>
                                            <p:cond delay="1834"/>
                                          </p:stCondLst>
                                        </p:cTn>
                                        <p:tgtEl>
                                          <p:spTgt spid="42"/>
                                        </p:tgtEl>
                                      </p:cBhvr>
                                      <p:to x="100000" y="100000"/>
                                    </p:animScale>
                                  </p:childTnLst>
                                </p:cTn>
                              </p:par>
                            </p:childTnLst>
                          </p:cTn>
                        </p:par>
                        <p:par>
                          <p:cTn id="60" fill="hold">
                            <p:stCondLst>
                              <p:cond delay="6000"/>
                            </p:stCondLst>
                            <p:childTnLst>
                              <p:par>
                                <p:cTn id="61" presetID="26" presetClass="entr" presetSubtype="0" fill="hold" nodeType="after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wipe(down)">
                                      <p:cBhvr>
                                        <p:cTn id="63" dur="580">
                                          <p:stCondLst>
                                            <p:cond delay="0"/>
                                          </p:stCondLst>
                                        </p:cTn>
                                        <p:tgtEl>
                                          <p:spTgt spid="48"/>
                                        </p:tgtEl>
                                      </p:cBhvr>
                                    </p:animEffect>
                                    <p:anim calcmode="lin" valueType="num">
                                      <p:cBhvr>
                                        <p:cTn id="64"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69" dur="26">
                                          <p:stCondLst>
                                            <p:cond delay="650"/>
                                          </p:stCondLst>
                                        </p:cTn>
                                        <p:tgtEl>
                                          <p:spTgt spid="48"/>
                                        </p:tgtEl>
                                      </p:cBhvr>
                                      <p:to x="100000" y="60000"/>
                                    </p:animScale>
                                    <p:animScale>
                                      <p:cBhvr>
                                        <p:cTn id="70" dur="166" decel="50000">
                                          <p:stCondLst>
                                            <p:cond delay="676"/>
                                          </p:stCondLst>
                                        </p:cTn>
                                        <p:tgtEl>
                                          <p:spTgt spid="48"/>
                                        </p:tgtEl>
                                      </p:cBhvr>
                                      <p:to x="100000" y="100000"/>
                                    </p:animScale>
                                    <p:animScale>
                                      <p:cBhvr>
                                        <p:cTn id="71" dur="26">
                                          <p:stCondLst>
                                            <p:cond delay="1312"/>
                                          </p:stCondLst>
                                        </p:cTn>
                                        <p:tgtEl>
                                          <p:spTgt spid="48"/>
                                        </p:tgtEl>
                                      </p:cBhvr>
                                      <p:to x="100000" y="80000"/>
                                    </p:animScale>
                                    <p:animScale>
                                      <p:cBhvr>
                                        <p:cTn id="72" dur="166" decel="50000">
                                          <p:stCondLst>
                                            <p:cond delay="1338"/>
                                          </p:stCondLst>
                                        </p:cTn>
                                        <p:tgtEl>
                                          <p:spTgt spid="48"/>
                                        </p:tgtEl>
                                      </p:cBhvr>
                                      <p:to x="100000" y="100000"/>
                                    </p:animScale>
                                    <p:animScale>
                                      <p:cBhvr>
                                        <p:cTn id="73" dur="26">
                                          <p:stCondLst>
                                            <p:cond delay="1642"/>
                                          </p:stCondLst>
                                        </p:cTn>
                                        <p:tgtEl>
                                          <p:spTgt spid="48"/>
                                        </p:tgtEl>
                                      </p:cBhvr>
                                      <p:to x="100000" y="90000"/>
                                    </p:animScale>
                                    <p:animScale>
                                      <p:cBhvr>
                                        <p:cTn id="74" dur="166" decel="50000">
                                          <p:stCondLst>
                                            <p:cond delay="1668"/>
                                          </p:stCondLst>
                                        </p:cTn>
                                        <p:tgtEl>
                                          <p:spTgt spid="48"/>
                                        </p:tgtEl>
                                      </p:cBhvr>
                                      <p:to x="100000" y="100000"/>
                                    </p:animScale>
                                    <p:animScale>
                                      <p:cBhvr>
                                        <p:cTn id="75" dur="26">
                                          <p:stCondLst>
                                            <p:cond delay="1808"/>
                                          </p:stCondLst>
                                        </p:cTn>
                                        <p:tgtEl>
                                          <p:spTgt spid="48"/>
                                        </p:tgtEl>
                                      </p:cBhvr>
                                      <p:to x="100000" y="95000"/>
                                    </p:animScale>
                                    <p:animScale>
                                      <p:cBhvr>
                                        <p:cTn id="76" dur="166" decel="50000">
                                          <p:stCondLst>
                                            <p:cond delay="1834"/>
                                          </p:stCondLst>
                                        </p:cTn>
                                        <p:tgtEl>
                                          <p:spTgt spid="4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640-11"/>
          <p:cNvPicPr>
            <a:picLocks noChangeAspect="1"/>
          </p:cNvPicPr>
          <p:nvPr/>
        </p:nvPicPr>
        <p:blipFill>
          <a:blip r:embed="rId3"/>
          <a:stretch>
            <a:fillRect/>
          </a:stretch>
        </p:blipFill>
        <p:spPr>
          <a:xfrm>
            <a:off x="-17180" y="635"/>
            <a:ext cx="5143500" cy="6858635"/>
          </a:xfrm>
          <a:prstGeom prst="rect">
            <a:avLst/>
          </a:prstGeom>
        </p:spPr>
      </p:pic>
      <p:pic>
        <p:nvPicPr>
          <p:cNvPr id="3" name="图片 2" descr="Untitled_Artwork 12"/>
          <p:cNvPicPr>
            <a:picLocks noChangeAspect="1"/>
          </p:cNvPicPr>
          <p:nvPr/>
        </p:nvPicPr>
        <p:blipFill>
          <a:blip r:embed="rId4"/>
          <a:stretch>
            <a:fillRect/>
          </a:stretch>
        </p:blipFill>
        <p:spPr>
          <a:xfrm>
            <a:off x="415890" y="1905"/>
            <a:ext cx="11776710" cy="6857365"/>
          </a:xfrm>
          <a:prstGeom prst="rect">
            <a:avLst/>
          </a:prstGeom>
        </p:spPr>
      </p:pic>
      <p:pic>
        <p:nvPicPr>
          <p:cNvPr id="8" name="图片 7" descr="Untitled_Artwork 8"/>
          <p:cNvPicPr>
            <a:picLocks noChangeAspect="1"/>
          </p:cNvPicPr>
          <p:nvPr/>
        </p:nvPicPr>
        <p:blipFill>
          <a:blip r:embed="rId5"/>
          <a:stretch>
            <a:fillRect/>
          </a:stretch>
        </p:blipFill>
        <p:spPr>
          <a:xfrm>
            <a:off x="1235" y="1564005"/>
            <a:ext cx="12191365" cy="4454525"/>
          </a:xfrm>
          <a:prstGeom prst="rect">
            <a:avLst/>
          </a:prstGeom>
        </p:spPr>
      </p:pic>
      <p:grpSp>
        <p:nvGrpSpPr>
          <p:cNvPr id="35" name="组合 34"/>
          <p:cNvGrpSpPr/>
          <p:nvPr/>
        </p:nvGrpSpPr>
        <p:grpSpPr>
          <a:xfrm>
            <a:off x="1295691" y="2056984"/>
            <a:ext cx="2194340" cy="3468568"/>
            <a:chOff x="1301441" y="2055079"/>
            <a:chExt cx="2194340" cy="3468568"/>
          </a:xfrm>
        </p:grpSpPr>
        <p:grpSp>
          <p:nvGrpSpPr>
            <p:cNvPr id="36" name="Group 1"/>
            <p:cNvGrpSpPr/>
            <p:nvPr/>
          </p:nvGrpSpPr>
          <p:grpSpPr>
            <a:xfrm>
              <a:off x="1301441" y="2055079"/>
              <a:ext cx="2194340" cy="3468568"/>
              <a:chOff x="1401982" y="1976656"/>
              <a:chExt cx="2194340" cy="3468568"/>
            </a:xfrm>
          </p:grpSpPr>
          <p:sp>
            <p:nvSpPr>
              <p:cNvPr id="40" name="Rectangle: Rounded Corners 60"/>
              <p:cNvSpPr/>
              <p:nvPr/>
            </p:nvSpPr>
            <p:spPr>
              <a:xfrm>
                <a:off x="1401982" y="1976656"/>
                <a:ext cx="2194340" cy="3468568"/>
              </a:xfrm>
              <a:prstGeom prst="roundRect">
                <a:avLst>
                  <a:gd name="adj" fmla="val 5758"/>
                </a:avLst>
              </a:prstGeom>
              <a:solidFill>
                <a:schemeClr val="accent6">
                  <a:lumMod val="40000"/>
                  <a:lumOff val="60000"/>
                  <a:alpha val="65000"/>
                </a:schemeClr>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1" name="Rectangle: Rounded Corners 63"/>
              <p:cNvSpPr/>
              <p:nvPr/>
            </p:nvSpPr>
            <p:spPr>
              <a:xfrm>
                <a:off x="1710902" y="4583430"/>
                <a:ext cx="1558720" cy="360000"/>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2" name="Freeform: Shape 145"/>
              <p:cNvSpPr/>
              <p:nvPr/>
            </p:nvSpPr>
            <p:spPr bwMode="auto">
              <a:xfrm>
                <a:off x="2235420" y="2564673"/>
                <a:ext cx="527464" cy="527464"/>
              </a:xfrm>
              <a:custGeom>
                <a:avLst/>
                <a:gdLst>
                  <a:gd name="T0" fmla="*/ 74 w 236"/>
                  <a:gd name="T1" fmla="*/ 160 h 236"/>
                  <a:gd name="T2" fmla="*/ 93 w 236"/>
                  <a:gd name="T3" fmla="*/ 160 h 236"/>
                  <a:gd name="T4" fmla="*/ 93 w 236"/>
                  <a:gd name="T5" fmla="*/ 103 h 236"/>
                  <a:gd name="T6" fmla="*/ 74 w 236"/>
                  <a:gd name="T7" fmla="*/ 103 h 236"/>
                  <a:gd name="T8" fmla="*/ 74 w 236"/>
                  <a:gd name="T9" fmla="*/ 160 h 236"/>
                  <a:gd name="T10" fmla="*/ 140 w 236"/>
                  <a:gd name="T11" fmla="*/ 102 h 236"/>
                  <a:gd name="T12" fmla="*/ 122 w 236"/>
                  <a:gd name="T13" fmla="*/ 111 h 236"/>
                  <a:gd name="T14" fmla="*/ 122 w 236"/>
                  <a:gd name="T15" fmla="*/ 103 h 236"/>
                  <a:gd name="T16" fmla="*/ 103 w 236"/>
                  <a:gd name="T17" fmla="*/ 103 h 236"/>
                  <a:gd name="T18" fmla="*/ 103 w 236"/>
                  <a:gd name="T19" fmla="*/ 160 h 236"/>
                  <a:gd name="T20" fmla="*/ 122 w 236"/>
                  <a:gd name="T21" fmla="*/ 160 h 236"/>
                  <a:gd name="T22" fmla="*/ 122 w 236"/>
                  <a:gd name="T23" fmla="*/ 128 h 236"/>
                  <a:gd name="T24" fmla="*/ 123 w 236"/>
                  <a:gd name="T25" fmla="*/ 124 h 236"/>
                  <a:gd name="T26" fmla="*/ 133 w 236"/>
                  <a:gd name="T27" fmla="*/ 117 h 236"/>
                  <a:gd name="T28" fmla="*/ 142 w 236"/>
                  <a:gd name="T29" fmla="*/ 130 h 236"/>
                  <a:gd name="T30" fmla="*/ 142 w 236"/>
                  <a:gd name="T31" fmla="*/ 160 h 236"/>
                  <a:gd name="T32" fmla="*/ 161 w 236"/>
                  <a:gd name="T33" fmla="*/ 160 h 236"/>
                  <a:gd name="T34" fmla="*/ 161 w 236"/>
                  <a:gd name="T35" fmla="*/ 160 h 236"/>
                  <a:gd name="T36" fmla="*/ 161 w 236"/>
                  <a:gd name="T37" fmla="*/ 127 h 236"/>
                  <a:gd name="T38" fmla="*/ 140 w 236"/>
                  <a:gd name="T39" fmla="*/ 102 h 236"/>
                  <a:gd name="T40" fmla="*/ 122 w 236"/>
                  <a:gd name="T41" fmla="*/ 111 h 236"/>
                  <a:gd name="T42" fmla="*/ 122 w 236"/>
                  <a:gd name="T43" fmla="*/ 111 h 236"/>
                  <a:gd name="T44" fmla="*/ 122 w 236"/>
                  <a:gd name="T45" fmla="*/ 111 h 236"/>
                  <a:gd name="T46" fmla="*/ 83 w 236"/>
                  <a:gd name="T47" fmla="*/ 75 h 236"/>
                  <a:gd name="T48" fmla="*/ 73 w 236"/>
                  <a:gd name="T49" fmla="*/ 85 h 236"/>
                  <a:gd name="T50" fmla="*/ 83 w 236"/>
                  <a:gd name="T51" fmla="*/ 95 h 236"/>
                  <a:gd name="T52" fmla="*/ 83 w 236"/>
                  <a:gd name="T53" fmla="*/ 95 h 236"/>
                  <a:gd name="T54" fmla="*/ 94 w 236"/>
                  <a:gd name="T55" fmla="*/ 85 h 236"/>
                  <a:gd name="T56" fmla="*/ 83 w 236"/>
                  <a:gd name="T57" fmla="*/ 75 h 236"/>
                  <a:gd name="T58" fmla="*/ 118 w 236"/>
                  <a:gd name="T59" fmla="*/ 0 h 236"/>
                  <a:gd name="T60" fmla="*/ 0 w 236"/>
                  <a:gd name="T61" fmla="*/ 118 h 236"/>
                  <a:gd name="T62" fmla="*/ 118 w 236"/>
                  <a:gd name="T63" fmla="*/ 236 h 236"/>
                  <a:gd name="T64" fmla="*/ 236 w 236"/>
                  <a:gd name="T65" fmla="*/ 118 h 236"/>
                  <a:gd name="T66" fmla="*/ 118 w 236"/>
                  <a:gd name="T67" fmla="*/ 0 h 236"/>
                  <a:gd name="T68" fmla="*/ 181 w 236"/>
                  <a:gd name="T69" fmla="*/ 172 h 236"/>
                  <a:gd name="T70" fmla="*/ 171 w 236"/>
                  <a:gd name="T71" fmla="*/ 181 h 236"/>
                  <a:gd name="T72" fmla="*/ 64 w 236"/>
                  <a:gd name="T73" fmla="*/ 181 h 236"/>
                  <a:gd name="T74" fmla="*/ 55 w 236"/>
                  <a:gd name="T75" fmla="*/ 172 h 236"/>
                  <a:gd name="T76" fmla="*/ 55 w 236"/>
                  <a:gd name="T77" fmla="*/ 63 h 236"/>
                  <a:gd name="T78" fmla="*/ 64 w 236"/>
                  <a:gd name="T79" fmla="*/ 54 h 236"/>
                  <a:gd name="T80" fmla="*/ 171 w 236"/>
                  <a:gd name="T81" fmla="*/ 54 h 236"/>
                  <a:gd name="T82" fmla="*/ 181 w 236"/>
                  <a:gd name="T83" fmla="*/ 63 h 236"/>
                  <a:gd name="T84" fmla="*/ 181 w 236"/>
                  <a:gd name="T85"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 h="236">
                    <a:moveTo>
                      <a:pt x="74" y="160"/>
                    </a:moveTo>
                    <a:cubicBezTo>
                      <a:pt x="93" y="160"/>
                      <a:pt x="93" y="160"/>
                      <a:pt x="93" y="160"/>
                    </a:cubicBezTo>
                    <a:cubicBezTo>
                      <a:pt x="93" y="103"/>
                      <a:pt x="93" y="103"/>
                      <a:pt x="93" y="103"/>
                    </a:cubicBezTo>
                    <a:cubicBezTo>
                      <a:pt x="74" y="103"/>
                      <a:pt x="74" y="103"/>
                      <a:pt x="74" y="103"/>
                    </a:cubicBezTo>
                    <a:lnTo>
                      <a:pt x="74" y="160"/>
                    </a:lnTo>
                    <a:close/>
                    <a:moveTo>
                      <a:pt x="140" y="102"/>
                    </a:moveTo>
                    <a:cubicBezTo>
                      <a:pt x="129" y="102"/>
                      <a:pt x="125" y="107"/>
                      <a:pt x="122" y="111"/>
                    </a:cubicBezTo>
                    <a:cubicBezTo>
                      <a:pt x="122" y="103"/>
                      <a:pt x="122" y="103"/>
                      <a:pt x="122" y="103"/>
                    </a:cubicBezTo>
                    <a:cubicBezTo>
                      <a:pt x="103" y="103"/>
                      <a:pt x="103" y="103"/>
                      <a:pt x="103" y="103"/>
                    </a:cubicBezTo>
                    <a:cubicBezTo>
                      <a:pt x="104" y="108"/>
                      <a:pt x="103" y="160"/>
                      <a:pt x="103" y="160"/>
                    </a:cubicBezTo>
                    <a:cubicBezTo>
                      <a:pt x="122" y="160"/>
                      <a:pt x="122" y="160"/>
                      <a:pt x="122" y="160"/>
                    </a:cubicBezTo>
                    <a:cubicBezTo>
                      <a:pt x="122" y="128"/>
                      <a:pt x="122" y="128"/>
                      <a:pt x="122" y="128"/>
                    </a:cubicBezTo>
                    <a:cubicBezTo>
                      <a:pt x="122" y="127"/>
                      <a:pt x="123" y="125"/>
                      <a:pt x="123" y="124"/>
                    </a:cubicBezTo>
                    <a:cubicBezTo>
                      <a:pt x="124" y="120"/>
                      <a:pt x="128" y="117"/>
                      <a:pt x="133" y="117"/>
                    </a:cubicBezTo>
                    <a:cubicBezTo>
                      <a:pt x="140" y="117"/>
                      <a:pt x="142" y="122"/>
                      <a:pt x="142" y="130"/>
                    </a:cubicBezTo>
                    <a:cubicBezTo>
                      <a:pt x="142" y="160"/>
                      <a:pt x="142" y="160"/>
                      <a:pt x="142" y="160"/>
                    </a:cubicBezTo>
                    <a:cubicBezTo>
                      <a:pt x="161" y="160"/>
                      <a:pt x="161" y="160"/>
                      <a:pt x="161" y="160"/>
                    </a:cubicBezTo>
                    <a:cubicBezTo>
                      <a:pt x="161" y="160"/>
                      <a:pt x="161" y="160"/>
                      <a:pt x="161" y="160"/>
                    </a:cubicBezTo>
                    <a:cubicBezTo>
                      <a:pt x="161" y="127"/>
                      <a:pt x="161" y="127"/>
                      <a:pt x="161" y="127"/>
                    </a:cubicBezTo>
                    <a:cubicBezTo>
                      <a:pt x="161" y="110"/>
                      <a:pt x="152" y="102"/>
                      <a:pt x="140" y="102"/>
                    </a:cubicBezTo>
                    <a:close/>
                    <a:moveTo>
                      <a:pt x="122" y="111"/>
                    </a:moveTo>
                    <a:cubicBezTo>
                      <a:pt x="122" y="111"/>
                      <a:pt x="122" y="111"/>
                      <a:pt x="122" y="111"/>
                    </a:cubicBezTo>
                    <a:cubicBezTo>
                      <a:pt x="122" y="111"/>
                      <a:pt x="122" y="111"/>
                      <a:pt x="122" y="111"/>
                    </a:cubicBezTo>
                    <a:close/>
                    <a:moveTo>
                      <a:pt x="83" y="75"/>
                    </a:moveTo>
                    <a:cubicBezTo>
                      <a:pt x="77" y="75"/>
                      <a:pt x="73" y="80"/>
                      <a:pt x="73" y="85"/>
                    </a:cubicBezTo>
                    <a:cubicBezTo>
                      <a:pt x="73" y="91"/>
                      <a:pt x="77" y="95"/>
                      <a:pt x="83" y="95"/>
                    </a:cubicBezTo>
                    <a:cubicBezTo>
                      <a:pt x="83" y="95"/>
                      <a:pt x="83" y="95"/>
                      <a:pt x="83" y="95"/>
                    </a:cubicBezTo>
                    <a:cubicBezTo>
                      <a:pt x="90" y="95"/>
                      <a:pt x="94" y="91"/>
                      <a:pt x="94" y="85"/>
                    </a:cubicBezTo>
                    <a:cubicBezTo>
                      <a:pt x="94" y="80"/>
                      <a:pt x="90" y="75"/>
                      <a:pt x="83" y="75"/>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1" y="172"/>
                    </a:moveTo>
                    <a:cubicBezTo>
                      <a:pt x="181" y="177"/>
                      <a:pt x="176" y="181"/>
                      <a:pt x="171" y="181"/>
                    </a:cubicBezTo>
                    <a:cubicBezTo>
                      <a:pt x="64" y="181"/>
                      <a:pt x="64" y="181"/>
                      <a:pt x="64" y="181"/>
                    </a:cubicBezTo>
                    <a:cubicBezTo>
                      <a:pt x="59" y="181"/>
                      <a:pt x="55" y="177"/>
                      <a:pt x="55" y="172"/>
                    </a:cubicBezTo>
                    <a:cubicBezTo>
                      <a:pt x="55" y="63"/>
                      <a:pt x="55" y="63"/>
                      <a:pt x="55" y="63"/>
                    </a:cubicBezTo>
                    <a:cubicBezTo>
                      <a:pt x="55" y="58"/>
                      <a:pt x="59" y="54"/>
                      <a:pt x="64" y="54"/>
                    </a:cubicBezTo>
                    <a:cubicBezTo>
                      <a:pt x="171" y="54"/>
                      <a:pt x="171" y="54"/>
                      <a:pt x="171" y="54"/>
                    </a:cubicBezTo>
                    <a:cubicBezTo>
                      <a:pt x="176" y="54"/>
                      <a:pt x="181" y="58"/>
                      <a:pt x="181" y="63"/>
                    </a:cubicBezTo>
                    <a:cubicBezTo>
                      <a:pt x="181" y="172"/>
                      <a:pt x="181" y="172"/>
                      <a:pt x="181" y="172"/>
                    </a:cubicBezTo>
                    <a:close/>
                  </a:path>
                </a:pathLst>
              </a:custGeom>
              <a:solidFill>
                <a:schemeClr val="bg1"/>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sp>
          <p:nvSpPr>
            <p:cNvPr id="38" name="矩形 37"/>
            <p:cNvSpPr/>
            <p:nvPr/>
          </p:nvSpPr>
          <p:spPr>
            <a:xfrm>
              <a:off x="1649105" y="4650423"/>
              <a:ext cx="1511086" cy="386080"/>
            </a:xfrm>
            <a:prstGeom prst="rect">
              <a:avLst/>
            </a:prstGeom>
            <a:noFill/>
          </p:spPr>
          <p:txBody>
            <a:bodyPr wrap="square">
              <a:spAutoFit/>
              <a:scene3d>
                <a:camera prst="orthographicFront"/>
                <a:lightRig rig="threePt" dir="t"/>
              </a:scene3d>
              <a:sp3d contourW="127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标题文字添加</a:t>
              </a:r>
            </a:p>
          </p:txBody>
        </p:sp>
        <p:sp>
          <p:nvSpPr>
            <p:cNvPr id="39" name="椭圆 43"/>
            <p:cNvSpPr/>
            <p:nvPr/>
          </p:nvSpPr>
          <p:spPr>
            <a:xfrm>
              <a:off x="2208695" y="2441924"/>
              <a:ext cx="373180" cy="36960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grpSp>
        <p:nvGrpSpPr>
          <p:cNvPr id="43" name="组合 42"/>
          <p:cNvGrpSpPr/>
          <p:nvPr/>
        </p:nvGrpSpPr>
        <p:grpSpPr>
          <a:xfrm>
            <a:off x="3766967" y="2055079"/>
            <a:ext cx="2194340" cy="3468568"/>
            <a:chOff x="3766367" y="2055079"/>
            <a:chExt cx="2194340" cy="3468568"/>
          </a:xfrm>
        </p:grpSpPr>
        <p:grpSp>
          <p:nvGrpSpPr>
            <p:cNvPr id="44" name="Group 2"/>
            <p:cNvGrpSpPr/>
            <p:nvPr/>
          </p:nvGrpSpPr>
          <p:grpSpPr>
            <a:xfrm>
              <a:off x="3766367" y="2055079"/>
              <a:ext cx="2194340" cy="3468568"/>
              <a:chOff x="3858506" y="1976656"/>
              <a:chExt cx="2194340" cy="3468568"/>
            </a:xfrm>
          </p:grpSpPr>
          <p:sp>
            <p:nvSpPr>
              <p:cNvPr id="48" name="Rectangle: Rounded Corners 104"/>
              <p:cNvSpPr/>
              <p:nvPr/>
            </p:nvSpPr>
            <p:spPr>
              <a:xfrm>
                <a:off x="3858506" y="1976656"/>
                <a:ext cx="2194340" cy="3468568"/>
              </a:xfrm>
              <a:prstGeom prst="roundRect">
                <a:avLst>
                  <a:gd name="adj" fmla="val 5758"/>
                </a:avLst>
              </a:prstGeom>
              <a:solidFill>
                <a:schemeClr val="accent6">
                  <a:lumMod val="40000"/>
                  <a:lumOff val="60000"/>
                  <a:alpha val="65000"/>
                </a:schemeClr>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49" name="Rectangle: Rounded Corners 107"/>
              <p:cNvSpPr/>
              <p:nvPr/>
            </p:nvSpPr>
            <p:spPr>
              <a:xfrm>
                <a:off x="4176316" y="4585335"/>
                <a:ext cx="1558720" cy="360000"/>
              </a:xfrm>
              <a:prstGeom prst="roundRect">
                <a:avLst>
                  <a:gd name="adj" fmla="val 50000"/>
                </a:avLst>
              </a:prstGeom>
              <a:solidFill>
                <a:srgbClr val="669D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0" name="Freeform: Shape 160"/>
              <p:cNvSpPr/>
              <p:nvPr/>
            </p:nvSpPr>
            <p:spPr bwMode="auto">
              <a:xfrm>
                <a:off x="4686929" y="2554642"/>
                <a:ext cx="537495" cy="537495"/>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bg1"/>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sp>
          <p:nvSpPr>
            <p:cNvPr id="45" name="矩形 44"/>
            <p:cNvSpPr/>
            <p:nvPr/>
          </p:nvSpPr>
          <p:spPr>
            <a:xfrm>
              <a:off x="4107994" y="4652328"/>
              <a:ext cx="1511086" cy="386080"/>
            </a:xfrm>
            <a:prstGeom prst="rect">
              <a:avLst/>
            </a:prstGeom>
            <a:noFill/>
          </p:spPr>
          <p:txBody>
            <a:bodyPr wrap="square">
              <a:spAutoFit/>
              <a:scene3d>
                <a:camera prst="orthographicFront"/>
                <a:lightRig rig="threePt" dir="t"/>
              </a:scene3d>
              <a:sp3d contourW="127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标题文字添加</a:t>
              </a:r>
            </a:p>
          </p:txBody>
        </p:sp>
        <p:sp>
          <p:nvSpPr>
            <p:cNvPr id="47" name="椭圆 44"/>
            <p:cNvSpPr/>
            <p:nvPr/>
          </p:nvSpPr>
          <p:spPr>
            <a:xfrm>
              <a:off x="4673621" y="2475850"/>
              <a:ext cx="373180" cy="301756"/>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rgbClr val="669D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grpSp>
        <p:nvGrpSpPr>
          <p:cNvPr id="51" name="组合 50"/>
          <p:cNvGrpSpPr/>
          <p:nvPr/>
        </p:nvGrpSpPr>
        <p:grpSpPr>
          <a:xfrm>
            <a:off x="6231893" y="2055079"/>
            <a:ext cx="2194340" cy="3468568"/>
            <a:chOff x="6231293" y="2055079"/>
            <a:chExt cx="2194340" cy="3468568"/>
          </a:xfrm>
        </p:grpSpPr>
        <p:grpSp>
          <p:nvGrpSpPr>
            <p:cNvPr id="52" name="Group 8"/>
            <p:cNvGrpSpPr/>
            <p:nvPr/>
          </p:nvGrpSpPr>
          <p:grpSpPr>
            <a:xfrm>
              <a:off x="6231293" y="2055079"/>
              <a:ext cx="2194340" cy="3468568"/>
              <a:chOff x="6327633" y="1976656"/>
              <a:chExt cx="2194340" cy="3468568"/>
            </a:xfrm>
          </p:grpSpPr>
          <p:sp>
            <p:nvSpPr>
              <p:cNvPr id="56" name="Rectangle: Rounded Corners 116"/>
              <p:cNvSpPr/>
              <p:nvPr/>
            </p:nvSpPr>
            <p:spPr>
              <a:xfrm>
                <a:off x="6327633" y="1976656"/>
                <a:ext cx="2194340" cy="3468568"/>
              </a:xfrm>
              <a:prstGeom prst="roundRect">
                <a:avLst>
                  <a:gd name="adj" fmla="val 5758"/>
                </a:avLst>
              </a:prstGeom>
              <a:solidFill>
                <a:schemeClr val="accent6">
                  <a:lumMod val="40000"/>
                  <a:lumOff val="60000"/>
                  <a:alpha val="65000"/>
                </a:schemeClr>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dirty="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7" name="Rectangle: Rounded Corners 119"/>
              <p:cNvSpPr/>
              <p:nvPr/>
            </p:nvSpPr>
            <p:spPr>
              <a:xfrm>
                <a:off x="6645443" y="4585335"/>
                <a:ext cx="1558720" cy="360000"/>
              </a:xfrm>
              <a:prstGeom prst="roundRect">
                <a:avLst>
                  <a:gd name="adj" fmla="val 50000"/>
                </a:avLst>
              </a:prstGeom>
              <a:solidFill>
                <a:srgbClr val="3D5E4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58" name="Freeform: Shape 159"/>
              <p:cNvSpPr/>
              <p:nvPr/>
            </p:nvSpPr>
            <p:spPr bwMode="auto">
              <a:xfrm>
                <a:off x="7156027" y="2554584"/>
                <a:ext cx="537553" cy="53755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bg1"/>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sp>
          <p:nvSpPr>
            <p:cNvPr id="53" name="矩形 52"/>
            <p:cNvSpPr/>
            <p:nvPr/>
          </p:nvSpPr>
          <p:spPr>
            <a:xfrm>
              <a:off x="6573555" y="4644708"/>
              <a:ext cx="1511086" cy="386080"/>
            </a:xfrm>
            <a:prstGeom prst="rect">
              <a:avLst/>
            </a:prstGeom>
            <a:noFill/>
          </p:spPr>
          <p:txBody>
            <a:bodyPr wrap="square">
              <a:spAutoFit/>
              <a:scene3d>
                <a:camera prst="orthographicFront"/>
                <a:lightRig rig="threePt" dir="t"/>
              </a:scene3d>
              <a:sp3d contourW="127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标题文字添加</a:t>
              </a:r>
            </a:p>
          </p:txBody>
        </p:sp>
        <p:sp>
          <p:nvSpPr>
            <p:cNvPr id="55" name="椭圆 45"/>
            <p:cNvSpPr/>
            <p:nvPr/>
          </p:nvSpPr>
          <p:spPr>
            <a:xfrm>
              <a:off x="7144124" y="2440138"/>
              <a:ext cx="362027" cy="37318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3D5E4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grpSp>
        <p:nvGrpSpPr>
          <p:cNvPr id="59" name="组合 58"/>
          <p:cNvGrpSpPr/>
          <p:nvPr/>
        </p:nvGrpSpPr>
        <p:grpSpPr>
          <a:xfrm>
            <a:off x="8751430" y="2055079"/>
            <a:ext cx="2194340" cy="3468568"/>
            <a:chOff x="8696220" y="2055079"/>
            <a:chExt cx="2194340" cy="3468568"/>
          </a:xfrm>
        </p:grpSpPr>
        <p:grpSp>
          <p:nvGrpSpPr>
            <p:cNvPr id="60" name="Group 9"/>
            <p:cNvGrpSpPr/>
            <p:nvPr/>
          </p:nvGrpSpPr>
          <p:grpSpPr>
            <a:xfrm>
              <a:off x="8696220" y="2055079"/>
              <a:ext cx="2194340" cy="3468568"/>
              <a:chOff x="8796761" y="1976656"/>
              <a:chExt cx="2194340" cy="3468568"/>
            </a:xfrm>
          </p:grpSpPr>
          <p:sp>
            <p:nvSpPr>
              <p:cNvPr id="64" name="Rectangle: Rounded Corners 128"/>
              <p:cNvSpPr/>
              <p:nvPr/>
            </p:nvSpPr>
            <p:spPr>
              <a:xfrm>
                <a:off x="8796761" y="1976656"/>
                <a:ext cx="2194340" cy="3468568"/>
              </a:xfrm>
              <a:prstGeom prst="roundRect">
                <a:avLst>
                  <a:gd name="adj" fmla="val 5758"/>
                </a:avLst>
              </a:prstGeom>
              <a:solidFill>
                <a:schemeClr val="accent6">
                  <a:lumMod val="40000"/>
                  <a:lumOff val="60000"/>
                  <a:alpha val="65000"/>
                </a:schemeClr>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5" name="Rectangle: Rounded Corners 131"/>
              <p:cNvSpPr/>
              <p:nvPr/>
            </p:nvSpPr>
            <p:spPr>
              <a:xfrm>
                <a:off x="9114571" y="4585335"/>
                <a:ext cx="1558720" cy="360000"/>
              </a:xfrm>
              <a:prstGeom prst="roundRect">
                <a:avLst>
                  <a:gd name="adj" fmla="val 50000"/>
                </a:avLst>
              </a:prstGeom>
              <a:solidFill>
                <a:srgbClr val="669D59">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sp>
            <p:nvSpPr>
              <p:cNvPr id="68" name="Freeform: Shape 161"/>
              <p:cNvSpPr/>
              <p:nvPr/>
            </p:nvSpPr>
            <p:spPr bwMode="auto">
              <a:xfrm>
                <a:off x="9624689" y="2578127"/>
                <a:ext cx="538485" cy="538485"/>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chemeClr val="bg1"/>
              </a:solidFill>
              <a:ln>
                <a:noFill/>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sp>
          <p:nvSpPr>
            <p:cNvPr id="61" name="矩形 60"/>
            <p:cNvSpPr/>
            <p:nvPr/>
          </p:nvSpPr>
          <p:spPr>
            <a:xfrm>
              <a:off x="9028957" y="4644708"/>
              <a:ext cx="1511086" cy="386080"/>
            </a:xfrm>
            <a:prstGeom prst="rect">
              <a:avLst/>
            </a:prstGeom>
            <a:noFill/>
          </p:spPr>
          <p:txBody>
            <a:bodyPr wrap="square">
              <a:spAutoFit/>
              <a:scene3d>
                <a:camera prst="orthographicFront"/>
                <a:lightRig rig="threePt" dir="t"/>
              </a:scene3d>
              <a:sp3d contourW="12700"/>
            </a:body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rPr>
                <a:t>标题文字添加</a:t>
              </a:r>
            </a:p>
          </p:txBody>
        </p:sp>
        <p:sp>
          <p:nvSpPr>
            <p:cNvPr id="63" name="椭圆 46"/>
            <p:cNvSpPr/>
            <p:nvPr/>
          </p:nvSpPr>
          <p:spPr>
            <a:xfrm>
              <a:off x="9603473" y="2452403"/>
              <a:ext cx="373180" cy="348651"/>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lumMod val="75000"/>
                    <a:lumOff val="25000"/>
                  </a:schemeClr>
                </a:solidFill>
                <a:effectLst/>
                <a:uLnTx/>
                <a:uFillTx/>
                <a:latin typeface="字魂105号-简雅黑" panose="00000500000000000000" pitchFamily="2" charset="-122"/>
                <a:ea typeface="字魂105号-简雅黑" panose="00000500000000000000" pitchFamily="2" charset="-122"/>
                <a:cs typeface="+mn-ea"/>
                <a:sym typeface="字魂105号-简雅黑" panose="00000500000000000000" pitchFamily="2" charset="-122"/>
              </a:endParaRPr>
            </a:p>
          </p:txBody>
        </p:sp>
      </p:grpSp>
      <p:sp>
        <p:nvSpPr>
          <p:cNvPr id="15" name="Rectangle 4"/>
          <p:cNvSpPr txBox="1">
            <a:spLocks noChangeArrowheads="1"/>
          </p:cNvSpPr>
          <p:nvPr/>
        </p:nvSpPr>
        <p:spPr bwMode="auto">
          <a:xfrm>
            <a:off x="3489747" y="106327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sp>
        <p:nvSpPr>
          <p:cNvPr id="2" name="矩形 1"/>
          <p:cNvSpPr/>
          <p:nvPr/>
        </p:nvSpPr>
        <p:spPr>
          <a:xfrm>
            <a:off x="8966874" y="3172438"/>
            <a:ext cx="1776136" cy="1383030"/>
          </a:xfrm>
          <a:prstGeom prst="rect">
            <a:avLst/>
          </a:prstGeom>
        </p:spPr>
        <p:txBody>
          <a:bodyPr wrap="square">
            <a:spAutoFit/>
            <a:scene3d>
              <a:camera prst="orthographicFront"/>
              <a:lightRig rig="threePt" dir="t"/>
            </a:scene3d>
            <a:sp3d contourW="12700"/>
          </a:bodyPr>
          <a:lstStyle/>
          <a:p>
            <a:pPr lvl="0" algn="ctr" fontAlgn="base">
              <a:lnSpc>
                <a:spcPct val="120000"/>
              </a:lnSpc>
              <a:spcBef>
                <a:spcPct val="0"/>
              </a:spcBef>
              <a:spcAft>
                <a:spcPct val="0"/>
              </a:spcAft>
              <a:defRPr/>
            </a:pPr>
            <a:r>
              <a:rPr lang="zh-CN" altLang="en-US" sz="1400" kern="0">
                <a:solidFill>
                  <a:schemeClr val="tx1"/>
                </a:solidFill>
                <a:latin typeface="微软雅黑" panose="020B0503020204020204" charset="-122"/>
                <a:ea typeface="微软雅黑" panose="020B0503020204020204" charset="-122"/>
                <a:sym typeface="+mn-ea"/>
              </a:rPr>
              <a:t>在这里输入你需要的文本内容在这里输入你需要的文本内容在这里输入你需要的文本内容</a:t>
            </a:r>
            <a:endParaRPr lang="zh-CN" altLang="en-US" sz="1400" kern="0" dirty="0">
              <a:solidFill>
                <a:schemeClr val="tx1"/>
              </a:solidFill>
              <a:latin typeface="微软雅黑" panose="020B0503020204020204" charset="-122"/>
              <a:ea typeface="微软雅黑" panose="020B0503020204020204" charset="-122"/>
              <a:cs typeface="+mn-ea"/>
              <a:sym typeface="+mn-ea"/>
            </a:endParaRPr>
          </a:p>
        </p:txBody>
      </p:sp>
      <p:sp>
        <p:nvSpPr>
          <p:cNvPr id="4" name="矩形 3"/>
          <p:cNvSpPr/>
          <p:nvPr/>
        </p:nvSpPr>
        <p:spPr>
          <a:xfrm>
            <a:off x="45027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pic>
        <p:nvPicPr>
          <p:cNvPr id="9" name="图片 8" descr="WechatIMG1669"/>
          <p:cNvPicPr>
            <a:picLocks noChangeAspect="1"/>
          </p:cNvPicPr>
          <p:nvPr/>
        </p:nvPicPr>
        <p:blipFill>
          <a:blip r:embed="rId6"/>
          <a:stretch>
            <a:fillRect/>
          </a:stretch>
        </p:blipFill>
        <p:spPr>
          <a:xfrm>
            <a:off x="205705" y="132715"/>
            <a:ext cx="1318895" cy="1299210"/>
          </a:xfrm>
          <a:prstGeom prst="rect">
            <a:avLst/>
          </a:prstGeom>
        </p:spPr>
      </p:pic>
      <p:sp>
        <p:nvSpPr>
          <p:cNvPr id="10" name="矩形 9"/>
          <p:cNvSpPr/>
          <p:nvPr/>
        </p:nvSpPr>
        <p:spPr>
          <a:xfrm>
            <a:off x="6439574" y="3197838"/>
            <a:ext cx="1776136" cy="1383030"/>
          </a:xfrm>
          <a:prstGeom prst="rect">
            <a:avLst/>
          </a:prstGeom>
        </p:spPr>
        <p:txBody>
          <a:bodyPr wrap="square">
            <a:spAutoFit/>
            <a:scene3d>
              <a:camera prst="orthographicFront"/>
              <a:lightRig rig="threePt" dir="t"/>
            </a:scene3d>
            <a:sp3d contourW="12700"/>
          </a:bodyPr>
          <a:lstStyle/>
          <a:p>
            <a:pPr lvl="0" algn="ctr" fontAlgn="base">
              <a:lnSpc>
                <a:spcPct val="120000"/>
              </a:lnSpc>
              <a:spcBef>
                <a:spcPct val="0"/>
              </a:spcBef>
              <a:spcAft>
                <a:spcPct val="0"/>
              </a:spcAft>
              <a:defRPr/>
            </a:pPr>
            <a:r>
              <a:rPr lang="zh-CN" altLang="en-US" sz="1400" kern="0">
                <a:solidFill>
                  <a:schemeClr val="tx1"/>
                </a:solidFill>
                <a:latin typeface="微软雅黑" panose="020B0503020204020204" charset="-122"/>
                <a:ea typeface="微软雅黑" panose="020B0503020204020204" charset="-122"/>
                <a:sym typeface="+mn-ea"/>
              </a:rPr>
              <a:t>在这里输入你需要的文本内容在这里输入你需要的文本内容在这里输入你需要的文本内容</a:t>
            </a:r>
            <a:endParaRPr lang="zh-CN" altLang="en-US" sz="1400" kern="0" dirty="0">
              <a:solidFill>
                <a:schemeClr val="tx1"/>
              </a:solidFill>
              <a:latin typeface="微软雅黑" panose="020B0503020204020204" charset="-122"/>
              <a:ea typeface="微软雅黑" panose="020B0503020204020204" charset="-122"/>
              <a:cs typeface="+mn-ea"/>
              <a:sym typeface="+mn-ea"/>
            </a:endParaRPr>
          </a:p>
        </p:txBody>
      </p:sp>
      <p:sp>
        <p:nvSpPr>
          <p:cNvPr id="11" name="矩形 10"/>
          <p:cNvSpPr/>
          <p:nvPr/>
        </p:nvSpPr>
        <p:spPr>
          <a:xfrm>
            <a:off x="3977044" y="3188313"/>
            <a:ext cx="1776136" cy="1383030"/>
          </a:xfrm>
          <a:prstGeom prst="rect">
            <a:avLst/>
          </a:prstGeom>
        </p:spPr>
        <p:txBody>
          <a:bodyPr wrap="square">
            <a:spAutoFit/>
            <a:scene3d>
              <a:camera prst="orthographicFront"/>
              <a:lightRig rig="threePt" dir="t"/>
            </a:scene3d>
            <a:sp3d contourW="12700"/>
          </a:bodyPr>
          <a:lstStyle/>
          <a:p>
            <a:pPr lvl="0" algn="ctr" fontAlgn="base">
              <a:lnSpc>
                <a:spcPct val="120000"/>
              </a:lnSpc>
              <a:spcBef>
                <a:spcPct val="0"/>
              </a:spcBef>
              <a:spcAft>
                <a:spcPct val="0"/>
              </a:spcAft>
              <a:defRPr/>
            </a:pPr>
            <a:r>
              <a:rPr lang="zh-CN" altLang="en-US" sz="1400" kern="0">
                <a:solidFill>
                  <a:schemeClr val="tx1"/>
                </a:solidFill>
                <a:latin typeface="微软雅黑" panose="020B0503020204020204" charset="-122"/>
                <a:ea typeface="微软雅黑" panose="020B0503020204020204" charset="-122"/>
                <a:sym typeface="+mn-ea"/>
              </a:rPr>
              <a:t>在这里输入你需要的文本内容在这里输入你需要的文本内容在这里输入你需要的文本内容</a:t>
            </a:r>
            <a:endParaRPr lang="zh-CN" altLang="en-US" sz="1400" kern="0" dirty="0">
              <a:solidFill>
                <a:schemeClr val="tx1"/>
              </a:solidFill>
              <a:latin typeface="微软雅黑" panose="020B0503020204020204" charset="-122"/>
              <a:ea typeface="微软雅黑" panose="020B0503020204020204" charset="-122"/>
              <a:cs typeface="+mn-ea"/>
              <a:sym typeface="+mn-ea"/>
            </a:endParaRPr>
          </a:p>
        </p:txBody>
      </p:sp>
      <p:sp>
        <p:nvSpPr>
          <p:cNvPr id="12" name="矩形 11"/>
          <p:cNvSpPr/>
          <p:nvPr/>
        </p:nvSpPr>
        <p:spPr>
          <a:xfrm>
            <a:off x="1512609" y="3227048"/>
            <a:ext cx="1776136" cy="1383030"/>
          </a:xfrm>
          <a:prstGeom prst="rect">
            <a:avLst/>
          </a:prstGeom>
        </p:spPr>
        <p:txBody>
          <a:bodyPr wrap="square">
            <a:spAutoFit/>
            <a:scene3d>
              <a:camera prst="orthographicFront"/>
              <a:lightRig rig="threePt" dir="t"/>
            </a:scene3d>
            <a:sp3d contourW="12700"/>
          </a:bodyPr>
          <a:lstStyle/>
          <a:p>
            <a:pPr lvl="0" algn="ctr" fontAlgn="base">
              <a:lnSpc>
                <a:spcPct val="120000"/>
              </a:lnSpc>
              <a:spcBef>
                <a:spcPct val="0"/>
              </a:spcBef>
              <a:spcAft>
                <a:spcPct val="0"/>
              </a:spcAft>
              <a:defRPr/>
            </a:pPr>
            <a:r>
              <a:rPr lang="zh-CN" altLang="en-US" sz="1400" kern="0">
                <a:solidFill>
                  <a:schemeClr val="tx1"/>
                </a:solidFill>
                <a:latin typeface="微软雅黑" panose="020B0503020204020204" charset="-122"/>
                <a:ea typeface="微软雅黑" panose="020B0503020204020204" charset="-122"/>
                <a:sym typeface="+mn-ea"/>
              </a:rPr>
              <a:t>在这里输入你需要的文本内容在这里输入你需要的文本内容在这里输入你需要的文本内容</a:t>
            </a:r>
            <a:endParaRPr lang="zh-CN" altLang="en-US" sz="1400" kern="0" dirty="0">
              <a:solidFill>
                <a:schemeClr val="tx1"/>
              </a:solidFill>
              <a:latin typeface="微软雅黑" panose="020B0503020204020204" charset="-122"/>
              <a:ea typeface="微软雅黑" panose="020B0503020204020204" charset="-122"/>
              <a:cs typeface="+mn-ea"/>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advTm="3000">
        <p:fade thruBlk="1"/>
      </p:transition>
    </mc:Choice>
    <mc:Fallback xmlns="">
      <p:transition spd="slow" advTm="3000">
        <p:fade thruBlk="1"/>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par>
                          <p:cTn id="17" fill="hold">
                            <p:stCondLst>
                              <p:cond delay="1000"/>
                            </p:stCondLst>
                            <p:childTnLst>
                              <p:par>
                                <p:cTn id="18" presetID="4"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ox(in)">
                                      <p:cBhvr>
                                        <p:cTn id="20" dur="500"/>
                                        <p:tgtEl>
                                          <p:spTgt spid="10"/>
                                        </p:tgtEl>
                                      </p:cBhvr>
                                    </p:animEffect>
                                  </p:childTnLst>
                                </p:cTn>
                              </p:par>
                            </p:childTnLst>
                          </p:cTn>
                        </p:par>
                        <p:par>
                          <p:cTn id="21" fill="hold">
                            <p:stCondLst>
                              <p:cond delay="1500"/>
                            </p:stCondLst>
                            <p:childTnLst>
                              <p:par>
                                <p:cTn id="22" presetID="4" presetClass="entr" presetSubtype="16"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ox(in)">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2"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descr="640-21"/>
          <p:cNvPicPr>
            <a:picLocks noGrp="1" noChangeAspect="1"/>
          </p:cNvPicPr>
          <p:nvPr>
            <p:ph idx="1"/>
          </p:nvPr>
        </p:nvPicPr>
        <p:blipFill>
          <a:blip r:embed="rId2"/>
          <a:stretch>
            <a:fillRect/>
          </a:stretch>
        </p:blipFill>
        <p:spPr>
          <a:xfrm>
            <a:off x="600" y="-7620"/>
            <a:ext cx="10297795" cy="6865620"/>
          </a:xfrm>
          <a:prstGeom prst="rect">
            <a:avLst/>
          </a:prstGeom>
        </p:spPr>
      </p:pic>
      <p:pic>
        <p:nvPicPr>
          <p:cNvPr id="4" name="图片 3" descr="Untitled_Artwork 9"/>
          <p:cNvPicPr>
            <a:picLocks noChangeAspect="1"/>
          </p:cNvPicPr>
          <p:nvPr/>
        </p:nvPicPr>
        <p:blipFill>
          <a:blip r:embed="rId3"/>
          <a:stretch>
            <a:fillRect/>
          </a:stretch>
        </p:blipFill>
        <p:spPr>
          <a:xfrm>
            <a:off x="3138135" y="0"/>
            <a:ext cx="9054465" cy="6858000"/>
          </a:xfrm>
          <a:prstGeom prst="rect">
            <a:avLst/>
          </a:prstGeom>
          <a:effectLst>
            <a:glow rad="101600">
              <a:schemeClr val="accent6">
                <a:lumMod val="60000"/>
                <a:lumOff val="40000"/>
                <a:alpha val="40000"/>
              </a:schemeClr>
            </a:glow>
            <a:outerShdw blurRad="127000" dist="50800" dir="10800000" sx="101000" sy="101000" algn="r" rotWithShape="0">
              <a:prstClr val="black">
                <a:alpha val="40000"/>
              </a:prstClr>
            </a:outerShdw>
            <a:softEdge rad="12700"/>
          </a:effectLst>
        </p:spPr>
      </p:pic>
      <p:sp>
        <p:nvSpPr>
          <p:cNvPr id="2" name="标题 1"/>
          <p:cNvSpPr>
            <a:spLocks noGrp="1"/>
          </p:cNvSpPr>
          <p:nvPr>
            <p:ph type="title"/>
          </p:nvPr>
        </p:nvSpPr>
        <p:spPr>
          <a:xfrm>
            <a:off x="7414225" y="2623185"/>
            <a:ext cx="3716655" cy="1325880"/>
          </a:xfrm>
          <a:effectLst>
            <a:outerShdw blurRad="63500" dist="50800" dir="8100000" algn="tr" rotWithShape="0">
              <a:schemeClr val="tx1">
                <a:alpha val="40000"/>
              </a:schemeClr>
            </a:outerShdw>
          </a:effectLst>
        </p:spPr>
        <p:txBody>
          <a:bodyPr/>
          <a:lstStyle/>
          <a:p>
            <a:r>
              <a:rPr lang="en-US" altLang="zh-CN" sz="7200" b="1">
                <a:gradFill>
                  <a:gsLst>
                    <a:gs pos="50000">
                      <a:srgbClr val="63786E"/>
                    </a:gs>
                    <a:gs pos="0">
                      <a:srgbClr val="97A59E"/>
                    </a:gs>
                    <a:gs pos="100000">
                      <a:srgbClr val="2E4B3D"/>
                    </a:gs>
                  </a:gsLst>
                  <a:lin scaled="1"/>
                </a:gradFill>
                <a:latin typeface="微软雅黑" panose="020B0503020204020204" charset="-122"/>
                <a:ea typeface="微软雅黑" panose="020B0503020204020204" charset="-122"/>
              </a:rPr>
              <a:t>Part 03</a:t>
            </a:r>
          </a:p>
        </p:txBody>
      </p:sp>
      <p:sp>
        <p:nvSpPr>
          <p:cNvPr id="3" name="文本框 2"/>
          <p:cNvSpPr txBox="1"/>
          <p:nvPr/>
        </p:nvSpPr>
        <p:spPr>
          <a:xfrm>
            <a:off x="7414225" y="3949065"/>
            <a:ext cx="3462655" cy="460375"/>
          </a:xfrm>
          <a:prstGeom prst="rect">
            <a:avLst/>
          </a:prstGeom>
          <a:noFill/>
        </p:spPr>
        <p:txBody>
          <a:bodyPr wrap="square" rtlCol="0">
            <a:spAutoFit/>
          </a:bodyPr>
          <a:lstStyle/>
          <a:p>
            <a:pPr algn="ctr"/>
            <a:r>
              <a:rPr lang="zh-CN" altLang="en-US" sz="2400">
                <a:solidFill>
                  <a:schemeClr val="accent6">
                    <a:lumMod val="50000"/>
                  </a:schemeClr>
                </a:solidFill>
                <a:latin typeface="微软雅黑" panose="020B0503020204020204" charset="-122"/>
                <a:ea typeface="微软雅黑" panose="020B0503020204020204" charset="-122"/>
              </a:rPr>
              <a:t>输入文字</a:t>
            </a:r>
          </a:p>
        </p:txBody>
      </p:sp>
      <p:pic>
        <p:nvPicPr>
          <p:cNvPr id="9" name="图片 8" descr="WechatIMG1669"/>
          <p:cNvPicPr>
            <a:picLocks noChangeAspect="1"/>
          </p:cNvPicPr>
          <p:nvPr/>
        </p:nvPicPr>
        <p:blipFill>
          <a:blip r:embed="rId4"/>
          <a:stretch>
            <a:fillRect/>
          </a:stretch>
        </p:blipFill>
        <p:spPr>
          <a:xfrm>
            <a:off x="205705" y="132715"/>
            <a:ext cx="1318895" cy="1299210"/>
          </a:xfrm>
          <a:prstGeom prst="rect">
            <a:avLst/>
          </a:prstGeom>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640-6"/>
          <p:cNvPicPr>
            <a:picLocks noChangeAspect="1"/>
          </p:cNvPicPr>
          <p:nvPr/>
        </p:nvPicPr>
        <p:blipFill>
          <a:blip r:embed="rId3"/>
          <a:stretch>
            <a:fillRect/>
          </a:stretch>
        </p:blipFill>
        <p:spPr>
          <a:xfrm>
            <a:off x="953100" y="0"/>
            <a:ext cx="10287000" cy="6858635"/>
          </a:xfrm>
          <a:prstGeom prst="rect">
            <a:avLst/>
          </a:prstGeom>
        </p:spPr>
      </p:pic>
      <p:pic>
        <p:nvPicPr>
          <p:cNvPr id="2" name="内容占位符 4" descr="640-6"/>
          <p:cNvPicPr>
            <a:picLocks noChangeAspect="1"/>
          </p:cNvPicPr>
          <p:nvPr/>
        </p:nvPicPr>
        <p:blipFill>
          <a:blip r:embed="rId3"/>
          <a:stretch>
            <a:fillRect/>
          </a:stretch>
        </p:blipFill>
        <p:spPr>
          <a:xfrm>
            <a:off x="953100" y="635"/>
            <a:ext cx="10287000" cy="6858635"/>
          </a:xfrm>
          <a:prstGeom prst="rect">
            <a:avLst/>
          </a:prstGeom>
        </p:spPr>
      </p:pic>
      <p:pic>
        <p:nvPicPr>
          <p:cNvPr id="10" name="图片 9" descr="Untitled_Artwork 8"/>
          <p:cNvPicPr>
            <a:picLocks noChangeAspect="1"/>
          </p:cNvPicPr>
          <p:nvPr/>
        </p:nvPicPr>
        <p:blipFill>
          <a:blip r:embed="rId4">
            <a:lum bright="-6000"/>
          </a:blip>
          <a:stretch>
            <a:fillRect/>
          </a:stretch>
        </p:blipFill>
        <p:spPr>
          <a:xfrm flipH="1">
            <a:off x="600" y="1270"/>
            <a:ext cx="5449570" cy="7083425"/>
          </a:xfrm>
          <a:prstGeom prst="rect">
            <a:avLst/>
          </a:prstGeom>
        </p:spPr>
      </p:pic>
      <p:pic>
        <p:nvPicPr>
          <p:cNvPr id="9" name="图片 8" descr="Untitled_Artwork 8"/>
          <p:cNvPicPr>
            <a:picLocks noChangeAspect="1"/>
          </p:cNvPicPr>
          <p:nvPr/>
        </p:nvPicPr>
        <p:blipFill>
          <a:blip r:embed="rId4">
            <a:lum bright="-6000"/>
          </a:blip>
          <a:stretch>
            <a:fillRect/>
          </a:stretch>
        </p:blipFill>
        <p:spPr>
          <a:xfrm>
            <a:off x="6743665" y="1270"/>
            <a:ext cx="5448935" cy="6858000"/>
          </a:xfrm>
          <a:prstGeom prst="rect">
            <a:avLst/>
          </a:prstGeom>
        </p:spPr>
      </p:pic>
      <p:sp>
        <p:nvSpPr>
          <p:cNvPr id="13" name="矩形 12"/>
          <p:cNvSpPr/>
          <p:nvPr/>
        </p:nvSpPr>
        <p:spPr>
          <a:xfrm>
            <a:off x="2287870" y="4056380"/>
            <a:ext cx="9904730" cy="2019935"/>
          </a:xfrm>
          <a:prstGeom prst="rect">
            <a:avLst/>
          </a:prstGeom>
          <a:solidFill>
            <a:schemeClr val="accent6">
              <a:lumMod val="40000"/>
              <a:lumOff val="6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00" y="1581150"/>
            <a:ext cx="9996170" cy="2082165"/>
          </a:xfrm>
          <a:prstGeom prst="rect">
            <a:avLst/>
          </a:prstGeom>
          <a:solidFill>
            <a:schemeClr val="accent6">
              <a:lumMod val="40000"/>
              <a:lumOff val="6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5" name="Rectangle 4"/>
          <p:cNvSpPr txBox="1">
            <a:spLocks noChangeArrowheads="1"/>
          </p:cNvSpPr>
          <p:nvPr/>
        </p:nvSpPr>
        <p:spPr bwMode="auto">
          <a:xfrm>
            <a:off x="3479587" y="1053745"/>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40000"/>
                    <a:lumOff val="60000"/>
                  </a:schemeClr>
                </a:solidFill>
                <a:latin typeface="微软雅黑" panose="020B0503020204020204" charset="-122"/>
                <a:ea typeface="微软雅黑" panose="020B0503020204020204" charset="-122"/>
              </a:rPr>
              <a:t>输入文字</a:t>
            </a:r>
          </a:p>
        </p:txBody>
      </p:sp>
      <p:sp>
        <p:nvSpPr>
          <p:cNvPr id="16" name="矩形 15"/>
          <p:cNvSpPr/>
          <p:nvPr/>
        </p:nvSpPr>
        <p:spPr>
          <a:xfrm>
            <a:off x="1221070" y="1644650"/>
            <a:ext cx="5943600" cy="1936750"/>
          </a:xfrm>
          <a:prstGeom prst="rect">
            <a:avLst/>
          </a:prstGeom>
        </p:spPr>
        <p:txBody>
          <a:bodyPr wrap="square" lIns="91408" tIns="45704" rIns="91408" bIns="45704">
            <a:spAutoFit/>
          </a:bodyPr>
          <a:lstStyle/>
          <a:p>
            <a:pPr>
              <a:lnSpc>
                <a:spcPct val="150000"/>
              </a:lnSpc>
              <a:defRPr/>
            </a:pPr>
            <a:r>
              <a:rPr lang="zh-CN" altLang="en-US" sz="1600" kern="0">
                <a:solidFill>
                  <a:schemeClr val="tx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a:t>
            </a:r>
          </a:p>
        </p:txBody>
      </p:sp>
      <p:sp>
        <p:nvSpPr>
          <p:cNvPr id="19" name="矩形 18"/>
          <p:cNvSpPr/>
          <p:nvPr/>
        </p:nvSpPr>
        <p:spPr>
          <a:xfrm>
            <a:off x="5221570" y="4033520"/>
            <a:ext cx="5944235" cy="1936750"/>
          </a:xfrm>
          <a:prstGeom prst="rect">
            <a:avLst/>
          </a:prstGeom>
        </p:spPr>
        <p:txBody>
          <a:bodyPr wrap="square" lIns="91408" tIns="45704" rIns="91408" bIns="45704">
            <a:spAutoFit/>
          </a:bodyPr>
          <a:lstStyle/>
          <a:p>
            <a:pPr>
              <a:lnSpc>
                <a:spcPct val="150000"/>
              </a:lnSpc>
              <a:defRPr/>
            </a:pPr>
            <a:r>
              <a:rPr lang="zh-CN" altLang="en-US" sz="1600" kern="0">
                <a:solidFill>
                  <a:schemeClr val="tx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a:t>
            </a:r>
          </a:p>
        </p:txBody>
      </p:sp>
      <p:sp>
        <p:nvSpPr>
          <p:cNvPr id="23" name="弧形 22"/>
          <p:cNvSpPr/>
          <p:nvPr/>
        </p:nvSpPr>
        <p:spPr>
          <a:xfrm>
            <a:off x="4872783" y="1053355"/>
            <a:ext cx="503925" cy="503925"/>
          </a:xfrm>
          <a:prstGeom prst="arc">
            <a:avLst>
              <a:gd name="adj1" fmla="val 18916496"/>
              <a:gd name="adj2" fmla="val 2632855"/>
            </a:avLst>
          </a:prstGeom>
          <a:ln>
            <a:solidFill>
              <a:srgbClr val="414455"/>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4503385" y="20193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pic>
        <p:nvPicPr>
          <p:cNvPr id="4" name="图片 3" descr="640-14"/>
          <p:cNvPicPr>
            <a:picLocks noChangeAspect="1"/>
          </p:cNvPicPr>
          <p:nvPr/>
        </p:nvPicPr>
        <p:blipFill>
          <a:blip r:embed="rId5"/>
          <a:stretch>
            <a:fillRect/>
          </a:stretch>
        </p:blipFill>
        <p:spPr>
          <a:xfrm>
            <a:off x="2418045" y="4161790"/>
            <a:ext cx="2712085" cy="1808480"/>
          </a:xfrm>
          <a:prstGeom prst="rect">
            <a:avLst/>
          </a:prstGeom>
        </p:spPr>
      </p:pic>
      <p:pic>
        <p:nvPicPr>
          <p:cNvPr id="6" name="图片 5" descr="640-15"/>
          <p:cNvPicPr>
            <a:picLocks noChangeAspect="1"/>
          </p:cNvPicPr>
          <p:nvPr/>
        </p:nvPicPr>
        <p:blipFill>
          <a:blip r:embed="rId6"/>
          <a:stretch>
            <a:fillRect/>
          </a:stretch>
        </p:blipFill>
        <p:spPr>
          <a:xfrm>
            <a:off x="7164670" y="1683385"/>
            <a:ext cx="2712085" cy="1903730"/>
          </a:xfrm>
          <a:prstGeom prst="rect">
            <a:avLst/>
          </a:prstGeom>
        </p:spPr>
      </p:pic>
      <p:pic>
        <p:nvPicPr>
          <p:cNvPr id="7" name="图片 6" descr="WechatIMG1669"/>
          <p:cNvPicPr>
            <a:picLocks noChangeAspect="1"/>
          </p:cNvPicPr>
          <p:nvPr/>
        </p:nvPicPr>
        <p:blipFill>
          <a:blip r:embed="rId7"/>
          <a:stretch>
            <a:fillRect/>
          </a:stretch>
        </p:blipFill>
        <p:spPr>
          <a:xfrm>
            <a:off x="205705" y="132715"/>
            <a:ext cx="1318895" cy="1299210"/>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 presetClass="entr" presetSubtype="8" fill="hold" grpId="0" nodeType="withEffect">
                                  <p:stCondLst>
                                    <p:cond delay="50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0-#ppt_w/2"/>
                                          </p:val>
                                        </p:tav>
                                        <p:tav tm="100000">
                                          <p:val>
                                            <p:strVal val="#ppt_x"/>
                                          </p:val>
                                        </p:tav>
                                      </p:tavLst>
                                    </p:anim>
                                    <p:anim calcmode="lin" valueType="num">
                                      <p:cBhvr additive="base">
                                        <p:cTn id="11" dur="500" fill="hold"/>
                                        <p:tgtEl>
                                          <p:spTgt spid="14"/>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50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0-#ppt_w/2"/>
                                          </p:val>
                                        </p:tav>
                                        <p:tav tm="100000">
                                          <p:val>
                                            <p:strVal val="#ppt_x"/>
                                          </p:val>
                                        </p:tav>
                                      </p:tavLst>
                                    </p:anim>
                                    <p:anim calcmode="lin" valueType="num">
                                      <p:cBhvr additive="base">
                                        <p:cTn id="15" dur="500" fill="hold"/>
                                        <p:tgtEl>
                                          <p:spTgt spid="13"/>
                                        </p:tgtEl>
                                        <p:attrNameLst>
                                          <p:attrName>ppt_y</p:attrName>
                                        </p:attrNameLst>
                                      </p:cBhvr>
                                      <p:tavLst>
                                        <p:tav tm="0">
                                          <p:val>
                                            <p:strVal val="#ppt_y"/>
                                          </p:val>
                                        </p:tav>
                                        <p:tav tm="100000">
                                          <p:val>
                                            <p:strVal val="#ppt_y"/>
                                          </p:val>
                                        </p:tav>
                                      </p:tavLst>
                                    </p:anim>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par>
                          <p:cTn id="20" fill="hold">
                            <p:stCondLst>
                              <p:cond delay="1000"/>
                            </p:stCondLst>
                            <p:childTnLst>
                              <p:par>
                                <p:cTn id="21" presetID="14" presetClass="entr" presetSubtype="1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randombar(horizontal)">
                                      <p:cBhvr>
                                        <p:cTn id="23" dur="1500"/>
                                        <p:tgtEl>
                                          <p:spTgt spid="16"/>
                                        </p:tgtEl>
                                      </p:cBhvr>
                                    </p:animEffect>
                                  </p:childTnLst>
                                </p:cTn>
                              </p:par>
                            </p:childTnLst>
                          </p:cTn>
                        </p:par>
                        <p:par>
                          <p:cTn id="24" fill="hold">
                            <p:stCondLst>
                              <p:cond delay="2500"/>
                            </p:stCondLst>
                            <p:childTnLst>
                              <p:par>
                                <p:cTn id="25" presetID="14" presetClass="entr" presetSubtype="1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randombar(horizontal)">
                                      <p:cBhvr>
                                        <p:cTn id="27" dur="1500"/>
                                        <p:tgtEl>
                                          <p:spTgt spid="19"/>
                                        </p:tgtEl>
                                      </p:cBhvr>
                                    </p:animEffect>
                                  </p:childTnLst>
                                </p:cTn>
                              </p:par>
                            </p:childTnLst>
                          </p:cTn>
                        </p:par>
                        <p:par>
                          <p:cTn id="28" fill="hold">
                            <p:stCondLst>
                              <p:cond delay="4000"/>
                            </p:stCondLst>
                            <p:childTnLst>
                              <p:par>
                                <p:cTn id="29" presetID="53" presetClass="entr" presetSubtype="16"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par>
                          <p:cTn id="34" fill="hold">
                            <p:stCondLst>
                              <p:cond delay="4500"/>
                            </p:stCondLst>
                            <p:childTnLst>
                              <p:par>
                                <p:cTn id="35" presetID="53" presetClass="entr" presetSubtype="16"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animEffect transition="in" filter="fade">
                                      <p:cBhvr>
                                        <p:cTn id="3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2" animBg="1"/>
      <p:bldP spid="13" grpId="3" animBg="1"/>
      <p:bldP spid="13" grpId="4" animBg="1"/>
      <p:bldP spid="14" grpId="0" bldLvl="0" animBg="1"/>
      <p:bldP spid="15" grpId="0" bldLvl="0" animBg="1"/>
      <p:bldP spid="16" grpId="0"/>
      <p:bldP spid="19" grpId="0"/>
      <p:bldP spid="2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descr="640-3"/>
          <p:cNvPicPr>
            <a:picLocks noChangeAspect="1"/>
          </p:cNvPicPr>
          <p:nvPr/>
        </p:nvPicPr>
        <p:blipFill>
          <a:blip r:embed="rId3"/>
          <a:stretch>
            <a:fillRect/>
          </a:stretch>
        </p:blipFill>
        <p:spPr>
          <a:xfrm>
            <a:off x="1905600" y="0"/>
            <a:ext cx="10287000" cy="6858000"/>
          </a:xfrm>
          <a:prstGeom prst="rect">
            <a:avLst/>
          </a:prstGeom>
          <a:blipFill>
            <a:blip r:embed="rId4"/>
            <a:tile tx="0" ty="0" sx="100000" sy="100000" flip="none" algn="tl"/>
          </a:blipFill>
        </p:spPr>
      </p:pic>
      <p:pic>
        <p:nvPicPr>
          <p:cNvPr id="9" name="图片 8" descr="Untitled_Artwork 5"/>
          <p:cNvPicPr>
            <a:picLocks noChangeAspect="1"/>
          </p:cNvPicPr>
          <p:nvPr/>
        </p:nvPicPr>
        <p:blipFill>
          <a:blip r:embed="rId5"/>
          <a:stretch>
            <a:fillRect/>
          </a:stretch>
        </p:blipFill>
        <p:spPr>
          <a:xfrm flipH="1">
            <a:off x="600" y="0"/>
            <a:ext cx="10304145" cy="6857365"/>
          </a:xfrm>
          <a:prstGeom prst="rect">
            <a:avLst/>
          </a:prstGeom>
          <a:effectLst>
            <a:glow rad="101600">
              <a:schemeClr val="accent6">
                <a:lumMod val="60000"/>
                <a:lumOff val="40000"/>
                <a:alpha val="40000"/>
              </a:schemeClr>
            </a:glow>
            <a:innerShdw blurRad="63500" dist="50800" dir="13500000">
              <a:prstClr val="black">
                <a:alpha val="50000"/>
              </a:prstClr>
            </a:innerShdw>
            <a:softEdge rad="12700"/>
          </a:effectLst>
        </p:spPr>
      </p:pic>
      <p:pic>
        <p:nvPicPr>
          <p:cNvPr id="6" name="图片 5" descr="Untitled_Artwork 8的副本"/>
          <p:cNvPicPr>
            <a:picLocks noChangeAspect="1"/>
          </p:cNvPicPr>
          <p:nvPr/>
        </p:nvPicPr>
        <p:blipFill>
          <a:blip r:embed="rId6"/>
          <a:stretch>
            <a:fillRect/>
          </a:stretch>
        </p:blipFill>
        <p:spPr>
          <a:xfrm>
            <a:off x="4844380" y="1564640"/>
            <a:ext cx="7348220" cy="4461510"/>
          </a:xfrm>
          <a:prstGeom prst="rect">
            <a:avLst/>
          </a:prstGeom>
        </p:spPr>
      </p:pic>
      <p:sp>
        <p:nvSpPr>
          <p:cNvPr id="4" name="矩形 3"/>
          <p:cNvSpPr/>
          <p:nvPr/>
        </p:nvSpPr>
        <p:spPr>
          <a:xfrm>
            <a:off x="4634830" y="21971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15" name="Rectangle 4"/>
          <p:cNvSpPr txBox="1">
            <a:spLocks noChangeArrowheads="1"/>
          </p:cNvSpPr>
          <p:nvPr/>
        </p:nvSpPr>
        <p:spPr bwMode="auto">
          <a:xfrm>
            <a:off x="3479587" y="105438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graphicFrame>
        <p:nvGraphicFramePr>
          <p:cNvPr id="5" name="图表 4"/>
          <p:cNvGraphicFramePr/>
          <p:nvPr/>
        </p:nvGraphicFramePr>
        <p:xfrm>
          <a:off x="4997415" y="1831340"/>
          <a:ext cx="6544945" cy="3892550"/>
        </p:xfrm>
        <a:graphic>
          <a:graphicData uri="http://schemas.openxmlformats.org/drawingml/2006/chart">
            <c:chart xmlns:c="http://schemas.openxmlformats.org/drawingml/2006/chart" xmlns:r="http://schemas.openxmlformats.org/officeDocument/2006/relationships" r:id="rId7"/>
          </a:graphicData>
        </a:graphic>
      </p:graphicFrame>
      <p:sp>
        <p:nvSpPr>
          <p:cNvPr id="16" name="矩形 15"/>
          <p:cNvSpPr/>
          <p:nvPr/>
        </p:nvSpPr>
        <p:spPr>
          <a:xfrm>
            <a:off x="636870" y="2679065"/>
            <a:ext cx="3997960" cy="3044825"/>
          </a:xfrm>
          <a:prstGeom prst="rect">
            <a:avLst/>
          </a:prstGeom>
        </p:spPr>
        <p:txBody>
          <a:bodyPr wrap="square" lIns="91408" tIns="45704" rIns="91408" bIns="45704">
            <a:spAutoFit/>
          </a:bodyPr>
          <a:lstStyle/>
          <a:p>
            <a:pPr>
              <a:lnSpc>
                <a:spcPct val="150000"/>
              </a:lnSpc>
              <a:defRPr/>
            </a:pPr>
            <a:r>
              <a:rPr lang="zh-CN" altLang="en-US" sz="1600" kern="0">
                <a:solidFill>
                  <a:schemeClr val="tx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a:t>
            </a:r>
          </a:p>
        </p:txBody>
      </p:sp>
      <p:pic>
        <p:nvPicPr>
          <p:cNvPr id="7" name="图片 6" descr="WechatIMG1669"/>
          <p:cNvPicPr>
            <a:picLocks noChangeAspect="1"/>
          </p:cNvPicPr>
          <p:nvPr/>
        </p:nvPicPr>
        <p:blipFill>
          <a:blip r:embed="rId8"/>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par>
                          <p:cTn id="15" fill="hold">
                            <p:stCondLst>
                              <p:cond delay="500"/>
                            </p:stCondLst>
                            <p:childTnLst>
                              <p:par>
                                <p:cTn id="16" presetID="14" presetClass="entr" presetSubtype="1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randombar(horizontal)">
                                      <p:cBhvr>
                                        <p:cTn id="18"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640-5"/>
          <p:cNvPicPr>
            <a:picLocks noChangeAspect="1"/>
          </p:cNvPicPr>
          <p:nvPr/>
        </p:nvPicPr>
        <p:blipFill>
          <a:blip r:embed="rId3"/>
          <a:stretch>
            <a:fillRect/>
          </a:stretch>
        </p:blipFill>
        <p:spPr>
          <a:xfrm>
            <a:off x="600" y="4445"/>
            <a:ext cx="4599940" cy="6901180"/>
          </a:xfrm>
          <a:prstGeom prst="rect">
            <a:avLst/>
          </a:prstGeom>
        </p:spPr>
      </p:pic>
      <p:pic>
        <p:nvPicPr>
          <p:cNvPr id="5" name="图片 4" descr="Untitled_Artwork 12"/>
          <p:cNvPicPr>
            <a:picLocks noChangeAspect="1"/>
          </p:cNvPicPr>
          <p:nvPr/>
        </p:nvPicPr>
        <p:blipFill>
          <a:blip r:embed="rId4"/>
          <a:stretch>
            <a:fillRect/>
          </a:stretch>
        </p:blipFill>
        <p:spPr>
          <a:xfrm>
            <a:off x="-147990" y="0"/>
            <a:ext cx="12340590" cy="6905625"/>
          </a:xfrm>
          <a:prstGeom prst="rect">
            <a:avLst/>
          </a:prstGeom>
        </p:spPr>
      </p:pic>
      <p:pic>
        <p:nvPicPr>
          <p:cNvPr id="24" name="图片 23" descr="Untitled_Artwork 8的副本"/>
          <p:cNvPicPr>
            <a:picLocks noChangeAspect="1"/>
          </p:cNvPicPr>
          <p:nvPr/>
        </p:nvPicPr>
        <p:blipFill>
          <a:blip r:embed="rId5"/>
          <a:stretch>
            <a:fillRect/>
          </a:stretch>
        </p:blipFill>
        <p:spPr>
          <a:xfrm>
            <a:off x="36795" y="1576705"/>
            <a:ext cx="12170410" cy="4461510"/>
          </a:xfrm>
          <a:prstGeom prst="rect">
            <a:avLst/>
          </a:prstGeom>
        </p:spPr>
      </p:pic>
      <p:sp>
        <p:nvSpPr>
          <p:cNvPr id="13" name="Freeform 6"/>
          <p:cNvSpPr/>
          <p:nvPr/>
        </p:nvSpPr>
        <p:spPr bwMode="auto">
          <a:xfrm>
            <a:off x="2787615" y="5112385"/>
            <a:ext cx="1054735" cy="671195"/>
          </a:xfrm>
          <a:custGeom>
            <a:avLst/>
            <a:gdLst>
              <a:gd name="T0" fmla="*/ 0 w 1113"/>
              <a:gd name="T1" fmla="*/ 0 h 757"/>
              <a:gd name="T2" fmla="*/ 1113 w 1113"/>
              <a:gd name="T3" fmla="*/ 0 h 757"/>
              <a:gd name="T4" fmla="*/ 1113 w 1113"/>
              <a:gd name="T5" fmla="*/ 685 h 757"/>
              <a:gd name="T6" fmla="*/ 249 w 1113"/>
              <a:gd name="T7" fmla="*/ 685 h 757"/>
              <a:gd name="T8" fmla="*/ 177 w 1113"/>
              <a:gd name="T9" fmla="*/ 757 h 757"/>
              <a:gd name="T10" fmla="*/ 105 w 1113"/>
              <a:gd name="T11" fmla="*/ 685 h 757"/>
              <a:gd name="T12" fmla="*/ 0 w 1113"/>
              <a:gd name="T13" fmla="*/ 685 h 757"/>
              <a:gd name="T14" fmla="*/ 0 w 1113"/>
              <a:gd name="T15" fmla="*/ 0 h 7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13" h="757">
                <a:moveTo>
                  <a:pt x="0" y="0"/>
                </a:moveTo>
                <a:lnTo>
                  <a:pt x="1113" y="0"/>
                </a:lnTo>
                <a:lnTo>
                  <a:pt x="1113" y="685"/>
                </a:lnTo>
                <a:lnTo>
                  <a:pt x="249" y="685"/>
                </a:lnTo>
                <a:lnTo>
                  <a:pt x="177" y="757"/>
                </a:lnTo>
                <a:lnTo>
                  <a:pt x="105" y="685"/>
                </a:lnTo>
                <a:lnTo>
                  <a:pt x="0" y="685"/>
                </a:lnTo>
                <a:lnTo>
                  <a:pt x="0" y="0"/>
                </a:lnTo>
                <a:close/>
              </a:path>
            </a:pathLst>
          </a:custGeom>
          <a:solidFill>
            <a:schemeClr val="accent6">
              <a:lumMod val="75000"/>
            </a:schemeClr>
          </a:solidFill>
          <a:ln w="3175" cap="flat" cmpd="sng">
            <a:noFill/>
            <a:bevel/>
          </a:ln>
          <a:effectLst>
            <a:outerShdw blurRad="88900" dist="63500" dir="2700000" sx="101000" sy="101000" algn="tl" rotWithShape="0">
              <a:prstClr val="black">
                <a:alpha val="40000"/>
              </a:prstClr>
            </a:outerShdw>
          </a:effectLst>
        </p:spPr>
        <p:txBody>
          <a:bodyPr lIns="81589" tIns="40794" rIns="81589" bIns="40794" anchor="ctr"/>
          <a:lstStyle/>
          <a:p>
            <a:pPr algn="ctr"/>
            <a:endParaRPr lang="zh-CN" altLang="en-US" sz="1465">
              <a:solidFill>
                <a:srgbClr val="FFFFFF"/>
              </a:solidFill>
              <a:cs typeface="+mn-ea"/>
              <a:sym typeface="+mn-lt"/>
            </a:endParaRPr>
          </a:p>
        </p:txBody>
      </p:sp>
      <p:sp>
        <p:nvSpPr>
          <p:cNvPr id="14" name="Freeform 8"/>
          <p:cNvSpPr/>
          <p:nvPr/>
        </p:nvSpPr>
        <p:spPr bwMode="auto">
          <a:xfrm>
            <a:off x="1694145" y="1218565"/>
            <a:ext cx="3241675" cy="3740150"/>
          </a:xfrm>
          <a:custGeom>
            <a:avLst/>
            <a:gdLst>
              <a:gd name="T0" fmla="*/ 133 w 3381"/>
              <a:gd name="T1" fmla="*/ 2348 h 3999"/>
              <a:gd name="T2" fmla="*/ 0 w 3381"/>
              <a:gd name="T3" fmla="*/ 1703 h 3999"/>
              <a:gd name="T4" fmla="*/ 282 w 3381"/>
              <a:gd name="T5" fmla="*/ 767 h 3999"/>
              <a:gd name="T6" fmla="*/ 1039 w 3381"/>
              <a:gd name="T7" fmla="*/ 133 h 3999"/>
              <a:gd name="T8" fmla="*/ 1689 w 3381"/>
              <a:gd name="T9" fmla="*/ 0 h 3999"/>
              <a:gd name="T10" fmla="*/ 2885 w 3381"/>
              <a:gd name="T11" fmla="*/ 495 h 3999"/>
              <a:gd name="T12" fmla="*/ 3381 w 3381"/>
              <a:gd name="T13" fmla="*/ 1691 h 3999"/>
              <a:gd name="T14" fmla="*/ 3097 w 3381"/>
              <a:gd name="T15" fmla="*/ 2624 h 3999"/>
              <a:gd name="T16" fmla="*/ 2346 w 3381"/>
              <a:gd name="T17" fmla="*/ 3248 h 3999"/>
              <a:gd name="T18" fmla="*/ 2281 w 3381"/>
              <a:gd name="T19" fmla="*/ 3304 h 3999"/>
              <a:gd name="T20" fmla="*/ 2256 w 3381"/>
              <a:gd name="T21" fmla="*/ 3388 h 3999"/>
              <a:gd name="T22" fmla="*/ 2256 w 3381"/>
              <a:gd name="T23" fmla="*/ 3718 h 3999"/>
              <a:gd name="T24" fmla="*/ 1699 w 3381"/>
              <a:gd name="T25" fmla="*/ 3999 h 3999"/>
              <a:gd name="T26" fmla="*/ 1142 w 3381"/>
              <a:gd name="T27" fmla="*/ 3718 h 3999"/>
              <a:gd name="T28" fmla="*/ 1142 w 3381"/>
              <a:gd name="T29" fmla="*/ 3388 h 3999"/>
              <a:gd name="T30" fmla="*/ 1354 w 3381"/>
              <a:gd name="T31" fmla="*/ 2691 h 3999"/>
              <a:gd name="T32" fmla="*/ 1916 w 3381"/>
              <a:gd name="T33" fmla="*/ 2226 h 3999"/>
              <a:gd name="T34" fmla="*/ 2171 w 3381"/>
              <a:gd name="T35" fmla="*/ 2011 h 3999"/>
              <a:gd name="T36" fmla="*/ 2267 w 3381"/>
              <a:gd name="T37" fmla="*/ 1691 h 3999"/>
              <a:gd name="T38" fmla="*/ 2098 w 3381"/>
              <a:gd name="T39" fmla="*/ 1283 h 3999"/>
              <a:gd name="T40" fmla="*/ 1689 w 3381"/>
              <a:gd name="T41" fmla="*/ 1113 h 3999"/>
              <a:gd name="T42" fmla="*/ 1469 w 3381"/>
              <a:gd name="T43" fmla="*/ 1155 h 3999"/>
              <a:gd name="T44" fmla="*/ 1212 w 3381"/>
              <a:gd name="T45" fmla="*/ 1375 h 3999"/>
              <a:gd name="T46" fmla="*/ 1113 w 3381"/>
              <a:gd name="T47" fmla="*/ 1703 h 3999"/>
              <a:gd name="T48" fmla="*/ 1155 w 3381"/>
              <a:gd name="T49" fmla="*/ 1918 h 3999"/>
              <a:gd name="T50" fmla="*/ 133 w 3381"/>
              <a:gd name="T51" fmla="*/ 2348 h 3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81" h="3999">
                <a:moveTo>
                  <a:pt x="133" y="2348"/>
                </a:moveTo>
                <a:cubicBezTo>
                  <a:pt x="42" y="2134"/>
                  <a:pt x="0" y="1915"/>
                  <a:pt x="0" y="1703"/>
                </a:cubicBezTo>
                <a:cubicBezTo>
                  <a:pt x="0" y="1368"/>
                  <a:pt x="102" y="1042"/>
                  <a:pt x="282" y="767"/>
                </a:cubicBezTo>
                <a:cubicBezTo>
                  <a:pt x="461" y="492"/>
                  <a:pt x="721" y="267"/>
                  <a:pt x="1039" y="133"/>
                </a:cubicBezTo>
                <a:cubicBezTo>
                  <a:pt x="1240" y="48"/>
                  <a:pt x="1459" y="0"/>
                  <a:pt x="1689" y="0"/>
                </a:cubicBezTo>
                <a:cubicBezTo>
                  <a:pt x="2156" y="0"/>
                  <a:pt x="2579" y="189"/>
                  <a:pt x="2885" y="495"/>
                </a:cubicBezTo>
                <a:cubicBezTo>
                  <a:pt x="3191" y="802"/>
                  <a:pt x="3381" y="1224"/>
                  <a:pt x="3381" y="1691"/>
                </a:cubicBezTo>
                <a:cubicBezTo>
                  <a:pt x="3381" y="2028"/>
                  <a:pt x="3278" y="2352"/>
                  <a:pt x="3097" y="2624"/>
                </a:cubicBezTo>
                <a:cubicBezTo>
                  <a:pt x="2918" y="2895"/>
                  <a:pt x="2659" y="3115"/>
                  <a:pt x="2346" y="3248"/>
                </a:cubicBezTo>
                <a:cubicBezTo>
                  <a:pt x="2320" y="3259"/>
                  <a:pt x="2298" y="3279"/>
                  <a:pt x="2281" y="3304"/>
                </a:cubicBezTo>
                <a:cubicBezTo>
                  <a:pt x="2265" y="3328"/>
                  <a:pt x="2256" y="3357"/>
                  <a:pt x="2256" y="3388"/>
                </a:cubicBezTo>
                <a:lnTo>
                  <a:pt x="2256" y="3718"/>
                </a:lnTo>
                <a:lnTo>
                  <a:pt x="1699" y="3999"/>
                </a:lnTo>
                <a:lnTo>
                  <a:pt x="1142" y="3718"/>
                </a:lnTo>
                <a:lnTo>
                  <a:pt x="1142" y="3388"/>
                </a:lnTo>
                <a:cubicBezTo>
                  <a:pt x="1142" y="3137"/>
                  <a:pt x="1219" y="2895"/>
                  <a:pt x="1354" y="2691"/>
                </a:cubicBezTo>
                <a:cubicBezTo>
                  <a:pt x="1488" y="2489"/>
                  <a:pt x="1681" y="2325"/>
                  <a:pt x="1916" y="2226"/>
                </a:cubicBezTo>
                <a:cubicBezTo>
                  <a:pt x="2020" y="2181"/>
                  <a:pt x="2108" y="2106"/>
                  <a:pt x="2171" y="2011"/>
                </a:cubicBezTo>
                <a:cubicBezTo>
                  <a:pt x="2232" y="1918"/>
                  <a:pt x="2267" y="1808"/>
                  <a:pt x="2267" y="1691"/>
                </a:cubicBezTo>
                <a:cubicBezTo>
                  <a:pt x="2267" y="1532"/>
                  <a:pt x="2203" y="1387"/>
                  <a:pt x="2098" y="1283"/>
                </a:cubicBezTo>
                <a:cubicBezTo>
                  <a:pt x="1993" y="1178"/>
                  <a:pt x="1849" y="1113"/>
                  <a:pt x="1689" y="1113"/>
                </a:cubicBezTo>
                <a:cubicBezTo>
                  <a:pt x="1606" y="1113"/>
                  <a:pt x="1532" y="1128"/>
                  <a:pt x="1469" y="1155"/>
                </a:cubicBezTo>
                <a:cubicBezTo>
                  <a:pt x="1365" y="1199"/>
                  <a:pt x="1276" y="1278"/>
                  <a:pt x="1212" y="1375"/>
                </a:cubicBezTo>
                <a:cubicBezTo>
                  <a:pt x="1149" y="1472"/>
                  <a:pt x="1113" y="1586"/>
                  <a:pt x="1113" y="1703"/>
                </a:cubicBezTo>
                <a:cubicBezTo>
                  <a:pt x="1113" y="1777"/>
                  <a:pt x="1127" y="1850"/>
                  <a:pt x="1155" y="1918"/>
                </a:cubicBezTo>
                <a:lnTo>
                  <a:pt x="133" y="2348"/>
                </a:lnTo>
                <a:close/>
              </a:path>
            </a:pathLst>
          </a:custGeom>
          <a:solidFill>
            <a:srgbClr val="3D5E41"/>
          </a:solidFill>
          <a:ln w="3175" cap="flat" cmpd="sng">
            <a:noFill/>
            <a:bevel/>
          </a:ln>
          <a:effectLst>
            <a:outerShdw blurRad="88900" dist="63500" dir="2700000" sx="101000" sy="101000" algn="tl" rotWithShape="0">
              <a:prstClr val="black">
                <a:alpha val="40000"/>
              </a:prstClr>
            </a:outerShdw>
          </a:effectLst>
        </p:spPr>
        <p:txBody>
          <a:bodyPr lIns="81589" tIns="40794" rIns="81589" bIns="40794" anchor="ctr"/>
          <a:lstStyle/>
          <a:p>
            <a:pPr algn="ctr"/>
            <a:endParaRPr lang="zh-CN" altLang="en-US" sz="2000" b="1">
              <a:solidFill>
                <a:srgbClr val="FFFFFF"/>
              </a:solidFill>
              <a:cs typeface="+mn-ea"/>
              <a:sym typeface="+mn-lt"/>
            </a:endParaRPr>
          </a:p>
        </p:txBody>
      </p:sp>
      <p:sp>
        <p:nvSpPr>
          <p:cNvPr id="15" name="Freeform 9"/>
          <p:cNvSpPr/>
          <p:nvPr/>
        </p:nvSpPr>
        <p:spPr bwMode="auto">
          <a:xfrm>
            <a:off x="2447255" y="1242060"/>
            <a:ext cx="2218055" cy="1350010"/>
          </a:xfrm>
          <a:custGeom>
            <a:avLst/>
            <a:gdLst>
              <a:gd name="T0" fmla="*/ 0 w 2313"/>
              <a:gd name="T1" fmla="*/ 221 h 1445"/>
              <a:gd name="T2" fmla="*/ 179 w 2313"/>
              <a:gd name="T3" fmla="*/ 133 h 1445"/>
              <a:gd name="T4" fmla="*/ 829 w 2313"/>
              <a:gd name="T5" fmla="*/ 0 h 1445"/>
              <a:gd name="T6" fmla="*/ 2025 w 2313"/>
              <a:gd name="T7" fmla="*/ 495 h 1445"/>
              <a:gd name="T8" fmla="*/ 2313 w 2313"/>
              <a:gd name="T9" fmla="*/ 879 h 1445"/>
              <a:gd name="T10" fmla="*/ 1353 w 2313"/>
              <a:gd name="T11" fmla="*/ 1445 h 1445"/>
              <a:gd name="T12" fmla="*/ 1238 w 2313"/>
              <a:gd name="T13" fmla="*/ 1283 h 1445"/>
              <a:gd name="T14" fmla="*/ 829 w 2313"/>
              <a:gd name="T15" fmla="*/ 1113 h 1445"/>
              <a:gd name="T16" fmla="*/ 609 w 2313"/>
              <a:gd name="T17" fmla="*/ 1155 h 1445"/>
              <a:gd name="T18" fmla="*/ 552 w 2313"/>
              <a:gd name="T19" fmla="*/ 1184 h 1445"/>
              <a:gd name="T20" fmla="*/ 0 w 2313"/>
              <a:gd name="T21" fmla="*/ 221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13" h="1445">
                <a:moveTo>
                  <a:pt x="0" y="221"/>
                </a:moveTo>
                <a:cubicBezTo>
                  <a:pt x="57" y="189"/>
                  <a:pt x="117" y="159"/>
                  <a:pt x="179" y="133"/>
                </a:cubicBezTo>
                <a:cubicBezTo>
                  <a:pt x="380" y="48"/>
                  <a:pt x="599" y="0"/>
                  <a:pt x="829" y="0"/>
                </a:cubicBezTo>
                <a:cubicBezTo>
                  <a:pt x="1296" y="0"/>
                  <a:pt x="1719" y="189"/>
                  <a:pt x="2025" y="495"/>
                </a:cubicBezTo>
                <a:cubicBezTo>
                  <a:pt x="2138" y="609"/>
                  <a:pt x="2236" y="738"/>
                  <a:pt x="2313" y="879"/>
                </a:cubicBezTo>
                <a:lnTo>
                  <a:pt x="1353" y="1445"/>
                </a:lnTo>
                <a:cubicBezTo>
                  <a:pt x="1324" y="1385"/>
                  <a:pt x="1285" y="1330"/>
                  <a:pt x="1238" y="1283"/>
                </a:cubicBezTo>
                <a:cubicBezTo>
                  <a:pt x="1133" y="1178"/>
                  <a:pt x="989" y="1113"/>
                  <a:pt x="829" y="1113"/>
                </a:cubicBezTo>
                <a:cubicBezTo>
                  <a:pt x="746" y="1113"/>
                  <a:pt x="672" y="1128"/>
                  <a:pt x="609" y="1155"/>
                </a:cubicBezTo>
                <a:cubicBezTo>
                  <a:pt x="590" y="1163"/>
                  <a:pt x="570" y="1173"/>
                  <a:pt x="552" y="1184"/>
                </a:cubicBezTo>
                <a:lnTo>
                  <a:pt x="0" y="221"/>
                </a:lnTo>
                <a:close/>
              </a:path>
            </a:pathLst>
          </a:custGeom>
          <a:solidFill>
            <a:srgbClr val="ABC759"/>
          </a:solidFill>
          <a:ln w="3175" cap="flat" cmpd="sng">
            <a:noFill/>
            <a:bevel/>
          </a:ln>
        </p:spPr>
        <p:txBody>
          <a:bodyPr lIns="81589" tIns="40794" rIns="81589" bIns="40794" anchor="ctr"/>
          <a:lstStyle/>
          <a:p>
            <a:pPr algn="ctr"/>
            <a:endParaRPr lang="zh-CN" altLang="en-US" sz="2535" b="1">
              <a:solidFill>
                <a:srgbClr val="FFFFFF"/>
              </a:solidFill>
              <a:cs typeface="+mn-ea"/>
              <a:sym typeface="+mn-lt"/>
            </a:endParaRPr>
          </a:p>
        </p:txBody>
      </p:sp>
      <p:sp>
        <p:nvSpPr>
          <p:cNvPr id="19" name="Freeform 10"/>
          <p:cNvSpPr/>
          <p:nvPr/>
        </p:nvSpPr>
        <p:spPr bwMode="auto">
          <a:xfrm>
            <a:off x="3625815" y="2026285"/>
            <a:ext cx="1249045" cy="1950720"/>
          </a:xfrm>
          <a:custGeom>
            <a:avLst/>
            <a:gdLst>
              <a:gd name="T0" fmla="*/ 1061 w 1303"/>
              <a:gd name="T1" fmla="*/ 0 h 2087"/>
              <a:gd name="T2" fmla="*/ 1303 w 1303"/>
              <a:gd name="T3" fmla="*/ 872 h 2087"/>
              <a:gd name="T4" fmla="*/ 1019 w 1303"/>
              <a:gd name="T5" fmla="*/ 1805 h 2087"/>
              <a:gd name="T6" fmla="*/ 785 w 1303"/>
              <a:gd name="T7" fmla="*/ 2087 h 2087"/>
              <a:gd name="T8" fmla="*/ 0 w 1303"/>
              <a:gd name="T9" fmla="*/ 1301 h 2087"/>
              <a:gd name="T10" fmla="*/ 93 w 1303"/>
              <a:gd name="T11" fmla="*/ 1192 h 2087"/>
              <a:gd name="T12" fmla="*/ 189 w 1303"/>
              <a:gd name="T13" fmla="*/ 872 h 2087"/>
              <a:gd name="T14" fmla="*/ 101 w 1303"/>
              <a:gd name="T15" fmla="*/ 566 h 2087"/>
              <a:gd name="T16" fmla="*/ 1061 w 1303"/>
              <a:gd name="T17" fmla="*/ 0 h 2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2087">
                <a:moveTo>
                  <a:pt x="1061" y="0"/>
                </a:moveTo>
                <a:cubicBezTo>
                  <a:pt x="1214" y="255"/>
                  <a:pt x="1303" y="553"/>
                  <a:pt x="1303" y="872"/>
                </a:cubicBezTo>
                <a:cubicBezTo>
                  <a:pt x="1303" y="1209"/>
                  <a:pt x="1200" y="1533"/>
                  <a:pt x="1019" y="1805"/>
                </a:cubicBezTo>
                <a:cubicBezTo>
                  <a:pt x="952" y="1907"/>
                  <a:pt x="874" y="2001"/>
                  <a:pt x="785" y="2087"/>
                </a:cubicBezTo>
                <a:lnTo>
                  <a:pt x="0" y="1301"/>
                </a:lnTo>
                <a:cubicBezTo>
                  <a:pt x="35" y="1269"/>
                  <a:pt x="66" y="1232"/>
                  <a:pt x="93" y="1192"/>
                </a:cubicBezTo>
                <a:cubicBezTo>
                  <a:pt x="154" y="1099"/>
                  <a:pt x="189" y="989"/>
                  <a:pt x="189" y="872"/>
                </a:cubicBezTo>
                <a:cubicBezTo>
                  <a:pt x="189" y="760"/>
                  <a:pt x="157" y="655"/>
                  <a:pt x="101" y="566"/>
                </a:cubicBezTo>
                <a:lnTo>
                  <a:pt x="1061" y="0"/>
                </a:lnTo>
                <a:close/>
              </a:path>
            </a:pathLst>
          </a:custGeom>
          <a:solidFill>
            <a:schemeClr val="accent6"/>
          </a:solidFill>
          <a:ln w="3175" cap="flat" cmpd="sng">
            <a:noFill/>
            <a:bevel/>
          </a:ln>
        </p:spPr>
        <p:txBody>
          <a:bodyPr lIns="81589" tIns="40794" rIns="81589" bIns="40794" anchor="ctr"/>
          <a:lstStyle/>
          <a:p>
            <a:pPr algn="ctr"/>
            <a:endParaRPr lang="zh-CN" altLang="en-US" sz="2535" b="1">
              <a:solidFill>
                <a:srgbClr val="FFFFFF"/>
              </a:solidFill>
              <a:cs typeface="+mn-ea"/>
              <a:sym typeface="+mn-lt"/>
            </a:endParaRPr>
          </a:p>
        </p:txBody>
      </p:sp>
      <p:sp>
        <p:nvSpPr>
          <p:cNvPr id="20" name="Freeform 11"/>
          <p:cNvSpPr/>
          <p:nvPr/>
        </p:nvSpPr>
        <p:spPr bwMode="auto">
          <a:xfrm>
            <a:off x="1702400" y="1406525"/>
            <a:ext cx="1369060" cy="1988185"/>
          </a:xfrm>
          <a:custGeom>
            <a:avLst/>
            <a:gdLst>
              <a:gd name="T0" fmla="*/ 149 w 1428"/>
              <a:gd name="T1" fmla="*/ 2129 h 2129"/>
              <a:gd name="T2" fmla="*/ 25 w 1428"/>
              <a:gd name="T3" fmla="*/ 1325 h 2129"/>
              <a:gd name="T4" fmla="*/ 296 w 1428"/>
              <a:gd name="T5" fmla="*/ 552 h 2129"/>
              <a:gd name="T6" fmla="*/ 554 w 1428"/>
              <a:gd name="T7" fmla="*/ 242 h 2129"/>
              <a:gd name="T8" fmla="*/ 880 w 1428"/>
              <a:gd name="T9" fmla="*/ 0 h 2129"/>
              <a:gd name="T10" fmla="*/ 1428 w 1428"/>
              <a:gd name="T11" fmla="*/ 965 h 2129"/>
              <a:gd name="T12" fmla="*/ 1319 w 1428"/>
              <a:gd name="T13" fmla="*/ 1046 h 2129"/>
              <a:gd name="T14" fmla="*/ 1227 w 1428"/>
              <a:gd name="T15" fmla="*/ 1157 h 2129"/>
              <a:gd name="T16" fmla="*/ 1130 w 1428"/>
              <a:gd name="T17" fmla="*/ 1429 h 2129"/>
              <a:gd name="T18" fmla="*/ 1171 w 1428"/>
              <a:gd name="T19" fmla="*/ 1699 h 2129"/>
              <a:gd name="T20" fmla="*/ 149 w 1428"/>
              <a:gd name="T21" fmla="*/ 2129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8" h="2129">
                <a:moveTo>
                  <a:pt x="149" y="2129"/>
                </a:moveTo>
                <a:cubicBezTo>
                  <a:pt x="37" y="1865"/>
                  <a:pt x="0" y="1590"/>
                  <a:pt x="25" y="1325"/>
                </a:cubicBezTo>
                <a:cubicBezTo>
                  <a:pt x="52" y="1048"/>
                  <a:pt x="147" y="782"/>
                  <a:pt x="296" y="552"/>
                </a:cubicBezTo>
                <a:cubicBezTo>
                  <a:pt x="370" y="438"/>
                  <a:pt x="457" y="334"/>
                  <a:pt x="554" y="242"/>
                </a:cubicBezTo>
                <a:cubicBezTo>
                  <a:pt x="651" y="149"/>
                  <a:pt x="761" y="68"/>
                  <a:pt x="880" y="0"/>
                </a:cubicBezTo>
                <a:lnTo>
                  <a:pt x="1428" y="965"/>
                </a:lnTo>
                <a:cubicBezTo>
                  <a:pt x="1389" y="987"/>
                  <a:pt x="1353" y="1015"/>
                  <a:pt x="1319" y="1046"/>
                </a:cubicBezTo>
                <a:cubicBezTo>
                  <a:pt x="1283" y="1080"/>
                  <a:pt x="1252" y="1117"/>
                  <a:pt x="1227" y="1157"/>
                </a:cubicBezTo>
                <a:cubicBezTo>
                  <a:pt x="1173" y="1239"/>
                  <a:pt x="1139" y="1333"/>
                  <a:pt x="1130" y="1429"/>
                </a:cubicBezTo>
                <a:cubicBezTo>
                  <a:pt x="1122" y="1519"/>
                  <a:pt x="1134" y="1611"/>
                  <a:pt x="1171" y="1699"/>
                </a:cubicBezTo>
                <a:lnTo>
                  <a:pt x="149" y="2129"/>
                </a:lnTo>
                <a:close/>
              </a:path>
            </a:pathLst>
          </a:custGeom>
          <a:solidFill>
            <a:srgbClr val="5C8C4E"/>
          </a:solidFill>
          <a:ln w="3175" cap="flat" cmpd="sng">
            <a:noFill/>
            <a:bevel/>
          </a:ln>
        </p:spPr>
        <p:txBody>
          <a:bodyPr lIns="81589" tIns="40794" rIns="81589" bIns="40794" anchor="ctr"/>
          <a:lstStyle/>
          <a:p>
            <a:pPr algn="ctr"/>
            <a:endParaRPr lang="zh-CN" altLang="en-US" sz="2535" b="1">
              <a:solidFill>
                <a:srgbClr val="FFFFFF"/>
              </a:solidFill>
              <a:cs typeface="+mn-ea"/>
              <a:sym typeface="+mn-lt"/>
            </a:endParaRPr>
          </a:p>
        </p:txBody>
      </p:sp>
      <p:sp>
        <p:nvSpPr>
          <p:cNvPr id="21" name="TextBox 10"/>
          <p:cNvSpPr txBox="1"/>
          <p:nvPr/>
        </p:nvSpPr>
        <p:spPr>
          <a:xfrm>
            <a:off x="2191985" y="2160905"/>
            <a:ext cx="389255" cy="582295"/>
          </a:xfrm>
          <a:prstGeom prst="rect">
            <a:avLst/>
          </a:prstGeom>
          <a:noFill/>
        </p:spPr>
        <p:txBody>
          <a:bodyPr wrap="square" lIns="91412" tIns="45706" rIns="91412" bIns="45706" rtlCol="0">
            <a:spAutoFit/>
          </a:bodyPr>
          <a:lstStyle/>
          <a:p>
            <a:r>
              <a:rPr lang="en-US" altLang="zh-CN" sz="3200" b="1" dirty="0">
                <a:solidFill>
                  <a:srgbClr val="F8F8F8"/>
                </a:solidFill>
                <a:cs typeface="+mn-ea"/>
                <a:sym typeface="+mn-lt"/>
              </a:rPr>
              <a:t>1</a:t>
            </a:r>
          </a:p>
        </p:txBody>
      </p:sp>
      <p:sp>
        <p:nvSpPr>
          <p:cNvPr id="22" name="TextBox 11"/>
          <p:cNvSpPr txBox="1"/>
          <p:nvPr/>
        </p:nvSpPr>
        <p:spPr>
          <a:xfrm>
            <a:off x="3236560" y="1541780"/>
            <a:ext cx="389255" cy="582295"/>
          </a:xfrm>
          <a:prstGeom prst="rect">
            <a:avLst/>
          </a:prstGeom>
          <a:noFill/>
        </p:spPr>
        <p:txBody>
          <a:bodyPr wrap="square" lIns="91412" tIns="45706" rIns="91412" bIns="45706" rtlCol="0">
            <a:spAutoFit/>
          </a:bodyPr>
          <a:lstStyle/>
          <a:p>
            <a:r>
              <a:rPr lang="en-US" altLang="zh-CN" sz="3200" b="1" dirty="0">
                <a:solidFill>
                  <a:srgbClr val="F8F8F8"/>
                </a:solidFill>
                <a:cs typeface="+mn-ea"/>
                <a:sym typeface="+mn-lt"/>
              </a:rPr>
              <a:t>2</a:t>
            </a:r>
          </a:p>
        </p:txBody>
      </p:sp>
      <p:sp>
        <p:nvSpPr>
          <p:cNvPr id="23" name="TextBox 12"/>
          <p:cNvSpPr txBox="1"/>
          <p:nvPr/>
        </p:nvSpPr>
        <p:spPr>
          <a:xfrm>
            <a:off x="4055075" y="2647315"/>
            <a:ext cx="390525" cy="582295"/>
          </a:xfrm>
          <a:prstGeom prst="rect">
            <a:avLst/>
          </a:prstGeom>
          <a:noFill/>
        </p:spPr>
        <p:txBody>
          <a:bodyPr wrap="square" lIns="91412" tIns="45706" rIns="91412" bIns="45706" rtlCol="0">
            <a:spAutoFit/>
          </a:bodyPr>
          <a:lstStyle/>
          <a:p>
            <a:r>
              <a:rPr lang="en-US" altLang="zh-CN" sz="3200" b="1" dirty="0">
                <a:solidFill>
                  <a:srgbClr val="F8F8F8"/>
                </a:solidFill>
                <a:cs typeface="+mn-ea"/>
                <a:sym typeface="+mn-lt"/>
              </a:rPr>
              <a:t>3</a:t>
            </a:r>
          </a:p>
        </p:txBody>
      </p:sp>
      <p:sp>
        <p:nvSpPr>
          <p:cNvPr id="8" name="TextBox 13"/>
          <p:cNvSpPr txBox="1"/>
          <p:nvPr/>
        </p:nvSpPr>
        <p:spPr>
          <a:xfrm>
            <a:off x="3120355" y="3879850"/>
            <a:ext cx="389255" cy="582295"/>
          </a:xfrm>
          <a:prstGeom prst="rect">
            <a:avLst/>
          </a:prstGeom>
          <a:noFill/>
        </p:spPr>
        <p:txBody>
          <a:bodyPr wrap="square" lIns="91412" tIns="45706" rIns="91412" bIns="45706" rtlCol="0">
            <a:spAutoFit/>
          </a:bodyPr>
          <a:lstStyle/>
          <a:p>
            <a:r>
              <a:rPr lang="en-US" altLang="zh-CN" sz="3200" b="1" dirty="0">
                <a:solidFill>
                  <a:srgbClr val="F8F8F8"/>
                </a:solidFill>
                <a:cs typeface="+mn-ea"/>
                <a:sym typeface="+mn-lt"/>
              </a:rPr>
              <a:t>4</a:t>
            </a:r>
          </a:p>
        </p:txBody>
      </p:sp>
      <p:sp>
        <p:nvSpPr>
          <p:cNvPr id="9" name="TextBox 14"/>
          <p:cNvSpPr txBox="1"/>
          <p:nvPr/>
        </p:nvSpPr>
        <p:spPr>
          <a:xfrm>
            <a:off x="2740625" y="5309235"/>
            <a:ext cx="1148715" cy="327025"/>
          </a:xfrm>
          <a:prstGeom prst="rect">
            <a:avLst/>
          </a:prstGeom>
          <a:noFill/>
        </p:spPr>
        <p:txBody>
          <a:bodyPr wrap="square" lIns="81589" tIns="40794" rIns="81589" bIns="40794" rtlCol="0">
            <a:spAutoFit/>
          </a:bodyPr>
          <a:lstStyle/>
          <a:p>
            <a:pPr algn="ctr"/>
            <a:r>
              <a:rPr lang="zh-CN" altLang="en-US" sz="1600" dirty="0">
                <a:solidFill>
                  <a:srgbClr val="F8F8F8"/>
                </a:solidFill>
                <a:cs typeface="+mn-ea"/>
                <a:sym typeface="+mn-lt"/>
              </a:rPr>
              <a:t>添加标题</a:t>
            </a:r>
          </a:p>
        </p:txBody>
      </p:sp>
      <p:sp>
        <p:nvSpPr>
          <p:cNvPr id="26" name="TextBox 15"/>
          <p:cNvSpPr txBox="1"/>
          <p:nvPr/>
        </p:nvSpPr>
        <p:spPr>
          <a:xfrm>
            <a:off x="6706200" y="1772285"/>
            <a:ext cx="4310380" cy="850900"/>
          </a:xfrm>
          <a:prstGeom prst="rect">
            <a:avLst/>
          </a:prstGeom>
          <a:noFill/>
        </p:spPr>
        <p:txBody>
          <a:bodyPr wrap="square" lIns="81589" tIns="40794" rIns="81589" bIns="40794" rtlCol="0">
            <a:spAutoFit/>
          </a:bodyPr>
          <a:lstStyle/>
          <a:p>
            <a:pPr>
              <a:lnSpc>
                <a:spcPct val="130000"/>
              </a:lnSpc>
            </a:pPr>
            <a:r>
              <a:rPr lang="zh-CN" altLang="en-US" b="1" dirty="0">
                <a:solidFill>
                  <a:schemeClr val="bg1"/>
                </a:solidFill>
                <a:latin typeface="微软雅黑" panose="020B0503020204020204" charset="-122"/>
                <a:ea typeface="微软雅黑" panose="020B0503020204020204" charset="-122"/>
                <a:cs typeface="+mn-ea"/>
                <a:sym typeface="+mn-lt"/>
              </a:rPr>
              <a:t>说明一</a:t>
            </a:r>
            <a:endParaRPr lang="en-US" altLang="zh-CN" b="1" dirty="0">
              <a:solidFill>
                <a:schemeClr val="tx1"/>
              </a:solidFill>
              <a:latin typeface="微软雅黑" panose="020B0503020204020204" charset="-122"/>
              <a:ea typeface="微软雅黑" panose="020B0503020204020204" charset="-122"/>
              <a:cs typeface="+mn-ea"/>
              <a:sym typeface="+mn-lt"/>
            </a:endParaRPr>
          </a:p>
          <a:p>
            <a:pPr>
              <a:lnSpc>
                <a:spcPts val="1600"/>
              </a:lnSpc>
            </a:pPr>
            <a:r>
              <a:rPr lang="zh-CN" altLang="en-US" sz="14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p>
        </p:txBody>
      </p:sp>
      <p:grpSp>
        <p:nvGrpSpPr>
          <p:cNvPr id="27" name="组合 16"/>
          <p:cNvGrpSpPr/>
          <p:nvPr/>
        </p:nvGrpSpPr>
        <p:grpSpPr>
          <a:xfrm>
            <a:off x="5853395" y="1772285"/>
            <a:ext cx="694055" cy="693420"/>
            <a:chOff x="6409426" y="1173624"/>
            <a:chExt cx="962086" cy="962084"/>
          </a:xfrm>
          <a:solidFill>
            <a:schemeClr val="tx2">
              <a:lumMod val="75000"/>
            </a:schemeClr>
          </a:solidFill>
        </p:grpSpPr>
        <p:sp>
          <p:nvSpPr>
            <p:cNvPr id="10" name="椭圆 9"/>
            <p:cNvSpPr/>
            <p:nvPr/>
          </p:nvSpPr>
          <p:spPr bwMode="auto">
            <a:xfrm>
              <a:off x="6409426" y="1173624"/>
              <a:ext cx="962086" cy="962084"/>
            </a:xfrm>
            <a:prstGeom prst="ellipse">
              <a:avLst/>
            </a:prstGeom>
            <a:solidFill>
              <a:srgbClr val="5C8C4E"/>
            </a:solidFill>
            <a:ln w="3175" cap="flat" cmpd="sng">
              <a:noFill/>
              <a:bevel/>
            </a:ln>
          </p:spPr>
          <p:txBody>
            <a:bodyPr anchor="ctr"/>
            <a:lstStyle/>
            <a:p>
              <a:pPr algn="ctr"/>
              <a:endParaRPr lang="zh-CN" altLang="en-US" sz="1600" b="1">
                <a:solidFill>
                  <a:srgbClr val="314865"/>
                </a:solidFill>
                <a:cs typeface="+mn-ea"/>
                <a:sym typeface="+mn-lt"/>
              </a:endParaRPr>
            </a:p>
          </p:txBody>
        </p:sp>
        <p:sp>
          <p:nvSpPr>
            <p:cNvPr id="29" name="TextBox 18"/>
            <p:cNvSpPr txBox="1"/>
            <p:nvPr/>
          </p:nvSpPr>
          <p:spPr>
            <a:xfrm>
              <a:off x="6616339" y="1282180"/>
              <a:ext cx="546387" cy="717446"/>
            </a:xfrm>
            <a:prstGeom prst="rect">
              <a:avLst/>
            </a:prstGeom>
            <a:no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r>
                <a:rPr lang="en-US" altLang="zh-CN" sz="2000" b="1" dirty="0">
                  <a:ea typeface="+mn-ea"/>
                  <a:cs typeface="+mn-ea"/>
                  <a:sym typeface="+mn-lt"/>
                </a:rPr>
                <a:t>1</a:t>
              </a:r>
            </a:p>
          </p:txBody>
        </p:sp>
      </p:grpSp>
      <p:grpSp>
        <p:nvGrpSpPr>
          <p:cNvPr id="30" name="组合 19"/>
          <p:cNvGrpSpPr/>
          <p:nvPr/>
        </p:nvGrpSpPr>
        <p:grpSpPr>
          <a:xfrm>
            <a:off x="5844505" y="2856865"/>
            <a:ext cx="694055" cy="693420"/>
            <a:chOff x="6409426" y="2394908"/>
            <a:chExt cx="962086" cy="962084"/>
          </a:xfrm>
          <a:solidFill>
            <a:schemeClr val="bg1">
              <a:lumMod val="50000"/>
            </a:schemeClr>
          </a:solidFill>
        </p:grpSpPr>
        <p:sp>
          <p:nvSpPr>
            <p:cNvPr id="31" name="椭圆 30"/>
            <p:cNvSpPr/>
            <p:nvPr/>
          </p:nvSpPr>
          <p:spPr bwMode="auto">
            <a:xfrm>
              <a:off x="6409426" y="2394908"/>
              <a:ext cx="962086" cy="962084"/>
            </a:xfrm>
            <a:prstGeom prst="ellipse">
              <a:avLst/>
            </a:prstGeom>
            <a:solidFill>
              <a:srgbClr val="ABC759"/>
            </a:solidFill>
            <a:ln w="3175" cap="flat" cmpd="sng">
              <a:noFill/>
              <a:bevel/>
            </a:ln>
          </p:spPr>
          <p:txBody>
            <a:bodyPr anchor="ctr"/>
            <a:lstStyle/>
            <a:p>
              <a:pPr algn="ctr"/>
              <a:endParaRPr lang="zh-CN" altLang="en-US" sz="1600" b="1">
                <a:solidFill>
                  <a:srgbClr val="FFFFFF"/>
                </a:solidFill>
                <a:cs typeface="+mn-ea"/>
                <a:sym typeface="+mn-lt"/>
              </a:endParaRPr>
            </a:p>
          </p:txBody>
        </p:sp>
        <p:sp>
          <p:nvSpPr>
            <p:cNvPr id="32" name="TextBox 21"/>
            <p:cNvSpPr txBox="1"/>
            <p:nvPr/>
          </p:nvSpPr>
          <p:spPr>
            <a:xfrm>
              <a:off x="6590218" y="2510335"/>
              <a:ext cx="546387" cy="717446"/>
            </a:xfrm>
            <a:prstGeom prst="rect">
              <a:avLst/>
            </a:prstGeom>
            <a:solidFill>
              <a:srgbClr val="ABC759"/>
            </a:solidFill>
            <a:ln w="3175" cap="flat" cmpd="sng">
              <a:noFill/>
              <a:bevel/>
            </a:ln>
          </p:spPr>
          <p:txBody>
            <a:bodyPr anchor="ctr"/>
            <a:lstStyle>
              <a:defPPr>
                <a:defRPr lang="zh-CN"/>
              </a:defPPr>
              <a:lvl1pPr algn="ctr">
                <a:defRPr sz="1600">
                  <a:solidFill>
                    <a:srgbClr val="FFFFFF"/>
                  </a:solidFill>
                  <a:latin typeface="+mn-ea"/>
                  <a:ea typeface="+mn-ea"/>
                </a:defRPr>
              </a:lvl1pPr>
            </a:lstStyle>
            <a:p>
              <a:r>
                <a:rPr lang="en-US" altLang="zh-CN" sz="2400" b="1" dirty="0">
                  <a:latin typeface="+mn-lt"/>
                  <a:cs typeface="+mn-ea"/>
                  <a:sym typeface="+mn-lt"/>
                </a:rPr>
                <a:t>2</a:t>
              </a:r>
            </a:p>
          </p:txBody>
        </p:sp>
      </p:grpSp>
      <p:grpSp>
        <p:nvGrpSpPr>
          <p:cNvPr id="33" name="组合 22"/>
          <p:cNvGrpSpPr/>
          <p:nvPr/>
        </p:nvGrpSpPr>
        <p:grpSpPr>
          <a:xfrm>
            <a:off x="5843870" y="3942080"/>
            <a:ext cx="694055" cy="695325"/>
            <a:chOff x="6409426" y="3568104"/>
            <a:chExt cx="962086" cy="962084"/>
          </a:xfrm>
          <a:solidFill>
            <a:srgbClr val="5C92CF"/>
          </a:solidFill>
        </p:grpSpPr>
        <p:sp>
          <p:nvSpPr>
            <p:cNvPr id="11" name="椭圆 10"/>
            <p:cNvSpPr/>
            <p:nvPr/>
          </p:nvSpPr>
          <p:spPr bwMode="auto">
            <a:xfrm>
              <a:off x="6409426" y="3568104"/>
              <a:ext cx="962086" cy="962084"/>
            </a:xfrm>
            <a:prstGeom prst="ellipse">
              <a:avLst/>
            </a:prstGeom>
            <a:solidFill>
              <a:schemeClr val="accent6"/>
            </a:solidFill>
            <a:ln w="3175" cap="flat" cmpd="sng">
              <a:noFill/>
              <a:bevel/>
            </a:ln>
          </p:spPr>
          <p:txBody>
            <a:bodyPr anchor="ctr"/>
            <a:lstStyle/>
            <a:p>
              <a:pPr algn="ctr"/>
              <a:endParaRPr lang="zh-CN" altLang="en-US" sz="1600" b="1" dirty="0">
                <a:solidFill>
                  <a:srgbClr val="FFFFFF"/>
                </a:solidFill>
                <a:cs typeface="+mn-ea"/>
                <a:sym typeface="+mn-lt"/>
              </a:endParaRPr>
            </a:p>
          </p:txBody>
        </p:sp>
        <p:sp>
          <p:nvSpPr>
            <p:cNvPr id="35" name="TextBox 24"/>
            <p:cNvSpPr txBox="1"/>
            <p:nvPr/>
          </p:nvSpPr>
          <p:spPr>
            <a:xfrm>
              <a:off x="6629988" y="3712883"/>
              <a:ext cx="546387" cy="717446"/>
            </a:xfrm>
            <a:prstGeom prst="rect">
              <a:avLst/>
            </a:prstGeom>
            <a:solidFill>
              <a:schemeClr val="accent6"/>
            </a:solidFill>
            <a:ln w="3175" cap="flat" cmpd="sng">
              <a:noFill/>
              <a:bevel/>
            </a:ln>
          </p:spPr>
          <p:txBody>
            <a:bodyPr anchor="ctr"/>
            <a:lstStyle>
              <a:defPPr>
                <a:defRPr lang="zh-CN"/>
              </a:defPPr>
              <a:lvl1pPr algn="ctr">
                <a:defRPr>
                  <a:solidFill>
                    <a:srgbClr val="FFFFFF"/>
                  </a:solidFill>
                  <a:ea typeface="微软雅黑" panose="020B0503020204020204" charset="-122"/>
                </a:defRPr>
              </a:lvl1pPr>
            </a:lstStyle>
            <a:p>
              <a:r>
                <a:rPr lang="en-US" altLang="zh-CN" sz="2400" b="1" dirty="0">
                  <a:ea typeface="+mn-ea"/>
                  <a:cs typeface="+mn-ea"/>
                  <a:sym typeface="+mn-lt"/>
                </a:rPr>
                <a:t>3</a:t>
              </a:r>
            </a:p>
          </p:txBody>
        </p:sp>
      </p:grpSp>
      <p:grpSp>
        <p:nvGrpSpPr>
          <p:cNvPr id="36" name="组合 25"/>
          <p:cNvGrpSpPr/>
          <p:nvPr/>
        </p:nvGrpSpPr>
        <p:grpSpPr>
          <a:xfrm>
            <a:off x="5844505" y="5067300"/>
            <a:ext cx="694055" cy="695325"/>
            <a:chOff x="6409426" y="4869160"/>
            <a:chExt cx="962086" cy="962084"/>
          </a:xfrm>
          <a:solidFill>
            <a:schemeClr val="accent4"/>
          </a:solidFill>
        </p:grpSpPr>
        <p:sp>
          <p:nvSpPr>
            <p:cNvPr id="37" name="椭圆 36"/>
            <p:cNvSpPr/>
            <p:nvPr/>
          </p:nvSpPr>
          <p:spPr bwMode="auto">
            <a:xfrm>
              <a:off x="6409426" y="4869160"/>
              <a:ext cx="962086" cy="962084"/>
            </a:xfrm>
            <a:prstGeom prst="ellipse">
              <a:avLst/>
            </a:prstGeom>
            <a:solidFill>
              <a:srgbClr val="3D5E41"/>
            </a:solidFill>
            <a:ln w="3175" cap="flat" cmpd="sng">
              <a:noFill/>
              <a:bevel/>
            </a:ln>
          </p:spPr>
          <p:txBody>
            <a:bodyPr anchor="ctr"/>
            <a:lstStyle/>
            <a:p>
              <a:pPr algn="ctr"/>
              <a:endParaRPr lang="zh-CN" altLang="en-US" sz="1600" b="1">
                <a:solidFill>
                  <a:srgbClr val="FFFFFF"/>
                </a:solidFill>
                <a:cs typeface="+mn-ea"/>
                <a:sym typeface="+mn-lt"/>
              </a:endParaRPr>
            </a:p>
          </p:txBody>
        </p:sp>
        <p:sp>
          <p:nvSpPr>
            <p:cNvPr id="38" name="TextBox 27"/>
            <p:cNvSpPr txBox="1"/>
            <p:nvPr/>
          </p:nvSpPr>
          <p:spPr>
            <a:xfrm>
              <a:off x="6617172" y="4991569"/>
              <a:ext cx="546387" cy="717446"/>
            </a:xfrm>
            <a:prstGeom prst="rect">
              <a:avLst/>
            </a:prstGeom>
            <a:solidFill>
              <a:srgbClr val="3D5E41"/>
            </a:solidFill>
            <a:ln w="3175" cap="flat" cmpd="sng">
              <a:noFill/>
              <a:bevel/>
            </a:ln>
          </p:spPr>
          <p:txBody>
            <a:bodyPr anchor="ctr"/>
            <a:lstStyle>
              <a:defPPr>
                <a:defRPr lang="zh-CN"/>
              </a:defPPr>
              <a:lvl1pPr algn="ctr">
                <a:defRPr sz="1600">
                  <a:solidFill>
                    <a:srgbClr val="FFFFFF"/>
                  </a:solidFill>
                  <a:latin typeface="+mn-ea"/>
                  <a:ea typeface="+mn-ea"/>
                </a:defRPr>
              </a:lvl1pPr>
            </a:lstStyle>
            <a:p>
              <a:r>
                <a:rPr lang="en-US" altLang="zh-CN" sz="2135" b="1" dirty="0">
                  <a:latin typeface="+mn-lt"/>
                  <a:cs typeface="+mn-ea"/>
                  <a:sym typeface="+mn-lt"/>
                </a:rPr>
                <a:t>4</a:t>
              </a:r>
              <a:endParaRPr lang="zh-CN" altLang="en-US" sz="2135" b="1" dirty="0">
                <a:latin typeface="+mn-lt"/>
                <a:cs typeface="+mn-ea"/>
                <a:sym typeface="+mn-lt"/>
              </a:endParaRPr>
            </a:p>
          </p:txBody>
        </p:sp>
      </p:grpSp>
      <p:sp>
        <p:nvSpPr>
          <p:cNvPr id="39" name="TextBox 28"/>
          <p:cNvSpPr txBox="1"/>
          <p:nvPr/>
        </p:nvSpPr>
        <p:spPr>
          <a:xfrm>
            <a:off x="6706200" y="2834005"/>
            <a:ext cx="4310380" cy="850900"/>
          </a:xfrm>
          <a:prstGeom prst="rect">
            <a:avLst/>
          </a:prstGeom>
          <a:noFill/>
        </p:spPr>
        <p:txBody>
          <a:bodyPr wrap="square" lIns="81589" tIns="40794" rIns="81589" bIns="40794" rtlCol="0">
            <a:spAutoFit/>
          </a:bodyPr>
          <a:lstStyle/>
          <a:p>
            <a:pPr>
              <a:lnSpc>
                <a:spcPct val="130000"/>
              </a:lnSpc>
            </a:pPr>
            <a:r>
              <a:rPr lang="zh-CN" altLang="en-US" b="1" dirty="0">
                <a:solidFill>
                  <a:schemeClr val="bg1"/>
                </a:solidFill>
                <a:latin typeface="微软雅黑" panose="020B0503020204020204" charset="-122"/>
                <a:ea typeface="微软雅黑" panose="020B0503020204020204" charset="-122"/>
                <a:cs typeface="+mn-ea"/>
                <a:sym typeface="+mn-lt"/>
              </a:rPr>
              <a:t>说明二</a:t>
            </a:r>
            <a:endParaRPr lang="en-US" altLang="zh-CN" b="1" dirty="0">
              <a:solidFill>
                <a:schemeClr val="tx1"/>
              </a:solidFill>
              <a:latin typeface="微软雅黑" panose="020B0503020204020204" charset="-122"/>
              <a:ea typeface="微软雅黑" panose="020B0503020204020204" charset="-122"/>
              <a:cs typeface="+mn-ea"/>
              <a:sym typeface="+mn-lt"/>
            </a:endParaRPr>
          </a:p>
          <a:p>
            <a:pPr>
              <a:lnSpc>
                <a:spcPts val="1600"/>
              </a:lnSpc>
            </a:pPr>
            <a:r>
              <a:rPr lang="zh-CN" altLang="en-US" sz="14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p>
        </p:txBody>
      </p:sp>
      <p:sp>
        <p:nvSpPr>
          <p:cNvPr id="40" name="TextBox 29"/>
          <p:cNvSpPr txBox="1"/>
          <p:nvPr/>
        </p:nvSpPr>
        <p:spPr>
          <a:xfrm>
            <a:off x="6706200" y="3914140"/>
            <a:ext cx="4310380" cy="850900"/>
          </a:xfrm>
          <a:prstGeom prst="rect">
            <a:avLst/>
          </a:prstGeom>
          <a:noFill/>
        </p:spPr>
        <p:txBody>
          <a:bodyPr wrap="square" lIns="81589" tIns="40794" rIns="81589" bIns="40794" rtlCol="0">
            <a:spAutoFit/>
          </a:bodyPr>
          <a:lstStyle/>
          <a:p>
            <a:pPr>
              <a:lnSpc>
                <a:spcPct val="130000"/>
              </a:lnSpc>
            </a:pPr>
            <a:r>
              <a:rPr lang="zh-CN" altLang="en-US" b="1" dirty="0">
                <a:solidFill>
                  <a:schemeClr val="bg1"/>
                </a:solidFill>
                <a:latin typeface="微软雅黑" panose="020B0503020204020204" charset="-122"/>
                <a:ea typeface="微软雅黑" panose="020B0503020204020204" charset="-122"/>
                <a:cs typeface="+mn-ea"/>
                <a:sym typeface="+mn-lt"/>
              </a:rPr>
              <a:t>说明三</a:t>
            </a:r>
            <a:endParaRPr lang="en-US" altLang="zh-CN" b="1" dirty="0">
              <a:solidFill>
                <a:schemeClr val="tx1"/>
              </a:solidFill>
              <a:latin typeface="微软雅黑" panose="020B0503020204020204" charset="-122"/>
              <a:ea typeface="微软雅黑" panose="020B0503020204020204" charset="-122"/>
              <a:cs typeface="+mn-ea"/>
              <a:sym typeface="+mn-lt"/>
            </a:endParaRPr>
          </a:p>
          <a:p>
            <a:pPr>
              <a:lnSpc>
                <a:spcPts val="1600"/>
              </a:lnSpc>
            </a:pPr>
            <a:r>
              <a:rPr lang="zh-CN" altLang="en-US" sz="14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p>
        </p:txBody>
      </p:sp>
      <p:sp>
        <p:nvSpPr>
          <p:cNvPr id="12" name="TextBox 30"/>
          <p:cNvSpPr txBox="1"/>
          <p:nvPr/>
        </p:nvSpPr>
        <p:spPr>
          <a:xfrm>
            <a:off x="6706200" y="5041265"/>
            <a:ext cx="4310380" cy="850900"/>
          </a:xfrm>
          <a:prstGeom prst="rect">
            <a:avLst/>
          </a:prstGeom>
          <a:noFill/>
        </p:spPr>
        <p:txBody>
          <a:bodyPr wrap="square" lIns="81589" tIns="40794" rIns="81589" bIns="40794" rtlCol="0">
            <a:spAutoFit/>
          </a:bodyPr>
          <a:lstStyle/>
          <a:p>
            <a:pPr>
              <a:lnSpc>
                <a:spcPct val="130000"/>
              </a:lnSpc>
            </a:pPr>
            <a:r>
              <a:rPr lang="zh-CN" altLang="en-US" b="1" dirty="0">
                <a:solidFill>
                  <a:schemeClr val="bg1"/>
                </a:solidFill>
                <a:latin typeface="微软雅黑" panose="020B0503020204020204" charset="-122"/>
                <a:ea typeface="微软雅黑" panose="020B0503020204020204" charset="-122"/>
                <a:cs typeface="+mn-ea"/>
                <a:sym typeface="+mn-lt"/>
              </a:rPr>
              <a:t>说明四</a:t>
            </a:r>
            <a:endParaRPr lang="en-US" altLang="zh-CN" b="1" dirty="0">
              <a:solidFill>
                <a:schemeClr val="tx1"/>
              </a:solidFill>
              <a:latin typeface="微软雅黑" panose="020B0503020204020204" charset="-122"/>
              <a:ea typeface="微软雅黑" panose="020B0503020204020204" charset="-122"/>
              <a:cs typeface="+mn-ea"/>
              <a:sym typeface="+mn-lt"/>
            </a:endParaRPr>
          </a:p>
          <a:p>
            <a:pPr>
              <a:lnSpc>
                <a:spcPts val="1600"/>
              </a:lnSpc>
            </a:pPr>
            <a:r>
              <a:rPr lang="zh-CN" altLang="en-US" sz="14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r>
              <a:rPr lang="zh-CN" altLang="en-US" sz="1100" dirty="0">
                <a:solidFill>
                  <a:schemeClr val="tx1"/>
                </a:solidFill>
                <a:cs typeface="+mn-ea"/>
                <a:sym typeface="+mn-lt"/>
              </a:rPr>
              <a:t>。</a:t>
            </a:r>
          </a:p>
        </p:txBody>
      </p:sp>
      <p:sp>
        <p:nvSpPr>
          <p:cNvPr id="3" name="矩形 2"/>
          <p:cNvSpPr/>
          <p:nvPr/>
        </p:nvSpPr>
        <p:spPr>
          <a:xfrm>
            <a:off x="45027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18" name="Rectangle 4"/>
          <p:cNvSpPr txBox="1">
            <a:spLocks noChangeArrowheads="1"/>
          </p:cNvSpPr>
          <p:nvPr/>
        </p:nvSpPr>
        <p:spPr bwMode="auto">
          <a:xfrm>
            <a:off x="3509432" y="106962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pic>
        <p:nvPicPr>
          <p:cNvPr id="2" name="图片 1" descr="WechatIMG1669"/>
          <p:cNvPicPr>
            <a:picLocks noChangeAspect="1"/>
          </p:cNvPicPr>
          <p:nvPr/>
        </p:nvPicPr>
        <p:blipFill>
          <a:blip r:embed="rId6"/>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500"/>
                                        <p:tgtEl>
                                          <p:spTgt spid="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up)">
                                      <p:cBhvr>
                                        <p:cTn id="24" dur="400"/>
                                        <p:tgtEl>
                                          <p:spTgt spid="14"/>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anim calcmode="lin" valueType="num">
                                      <p:cBhvr>
                                        <p:cTn id="29" dur="500" fill="hold"/>
                                        <p:tgtEl>
                                          <p:spTgt spid="13"/>
                                        </p:tgtEl>
                                        <p:attrNameLst>
                                          <p:attrName>ppt_x</p:attrName>
                                        </p:attrNameLst>
                                      </p:cBhvr>
                                      <p:tavLst>
                                        <p:tav tm="0">
                                          <p:val>
                                            <p:strVal val="#ppt_x"/>
                                          </p:val>
                                        </p:tav>
                                        <p:tav tm="100000">
                                          <p:val>
                                            <p:strVal val="#ppt_x"/>
                                          </p:val>
                                        </p:tav>
                                      </p:tavLst>
                                    </p:anim>
                                    <p:anim calcmode="lin" valueType="num">
                                      <p:cBhvr>
                                        <p:cTn id="30" dur="500" fill="hold"/>
                                        <p:tgtEl>
                                          <p:spTgt spid="1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childTnLst>
                          </p:cTn>
                        </p:par>
                        <p:par>
                          <p:cTn id="36" fill="hold">
                            <p:stCondLst>
                              <p:cond delay="2500"/>
                            </p:stCondLst>
                            <p:childTnLst>
                              <p:par>
                                <p:cTn id="37" presetID="53" presetClass="entr" presetSubtype="16"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p:cTn id="44" dur="500" fill="hold"/>
                                        <p:tgtEl>
                                          <p:spTgt spid="22"/>
                                        </p:tgtEl>
                                        <p:attrNameLst>
                                          <p:attrName>ppt_w</p:attrName>
                                        </p:attrNameLst>
                                      </p:cBhvr>
                                      <p:tavLst>
                                        <p:tav tm="0">
                                          <p:val>
                                            <p:fltVal val="0"/>
                                          </p:val>
                                        </p:tav>
                                        <p:tav tm="100000">
                                          <p:val>
                                            <p:strVal val="#ppt_w"/>
                                          </p:val>
                                        </p:tav>
                                      </p:tavLst>
                                    </p:anim>
                                    <p:anim calcmode="lin" valueType="num">
                                      <p:cBhvr>
                                        <p:cTn id="45" dur="500" fill="hold"/>
                                        <p:tgtEl>
                                          <p:spTgt spid="22"/>
                                        </p:tgtEl>
                                        <p:attrNameLst>
                                          <p:attrName>ppt_h</p:attrName>
                                        </p:attrNameLst>
                                      </p:cBhvr>
                                      <p:tavLst>
                                        <p:tav tm="0">
                                          <p:val>
                                            <p:fltVal val="0"/>
                                          </p:val>
                                        </p:tav>
                                        <p:tav tm="100000">
                                          <p:val>
                                            <p:strVal val="#ppt_h"/>
                                          </p:val>
                                        </p:tav>
                                      </p:tavLst>
                                    </p:anim>
                                    <p:animEffect transition="in" filter="fade">
                                      <p:cBhvr>
                                        <p:cTn id="46" dur="500"/>
                                        <p:tgtEl>
                                          <p:spTgt spid="2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p:cTn id="49" dur="500" fill="hold"/>
                                        <p:tgtEl>
                                          <p:spTgt spid="23"/>
                                        </p:tgtEl>
                                        <p:attrNameLst>
                                          <p:attrName>ppt_w</p:attrName>
                                        </p:attrNameLst>
                                      </p:cBhvr>
                                      <p:tavLst>
                                        <p:tav tm="0">
                                          <p:val>
                                            <p:fltVal val="0"/>
                                          </p:val>
                                        </p:tav>
                                        <p:tav tm="100000">
                                          <p:val>
                                            <p:strVal val="#ppt_w"/>
                                          </p:val>
                                        </p:tav>
                                      </p:tavLst>
                                    </p:anim>
                                    <p:anim calcmode="lin" valueType="num">
                                      <p:cBhvr>
                                        <p:cTn id="50" dur="500" fill="hold"/>
                                        <p:tgtEl>
                                          <p:spTgt spid="23"/>
                                        </p:tgtEl>
                                        <p:attrNameLst>
                                          <p:attrName>ppt_h</p:attrName>
                                        </p:attrNameLst>
                                      </p:cBhvr>
                                      <p:tavLst>
                                        <p:tav tm="0">
                                          <p:val>
                                            <p:fltVal val="0"/>
                                          </p:val>
                                        </p:tav>
                                        <p:tav tm="100000">
                                          <p:val>
                                            <p:strVal val="#ppt_h"/>
                                          </p:val>
                                        </p:tav>
                                      </p:tavLst>
                                    </p:anim>
                                    <p:animEffect transition="in" filter="fade">
                                      <p:cBhvr>
                                        <p:cTn id="51" dur="500"/>
                                        <p:tgtEl>
                                          <p:spTgt spid="2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p:cTn id="54" dur="500" fill="hold"/>
                                        <p:tgtEl>
                                          <p:spTgt spid="8"/>
                                        </p:tgtEl>
                                        <p:attrNameLst>
                                          <p:attrName>ppt_w</p:attrName>
                                        </p:attrNameLst>
                                      </p:cBhvr>
                                      <p:tavLst>
                                        <p:tav tm="0">
                                          <p:val>
                                            <p:fltVal val="0"/>
                                          </p:val>
                                        </p:tav>
                                        <p:tav tm="100000">
                                          <p:val>
                                            <p:strVal val="#ppt_w"/>
                                          </p:val>
                                        </p:tav>
                                      </p:tavLst>
                                    </p:anim>
                                    <p:anim calcmode="lin" valueType="num">
                                      <p:cBhvr>
                                        <p:cTn id="55" dur="500" fill="hold"/>
                                        <p:tgtEl>
                                          <p:spTgt spid="8"/>
                                        </p:tgtEl>
                                        <p:attrNameLst>
                                          <p:attrName>ppt_h</p:attrName>
                                        </p:attrNameLst>
                                      </p:cBhvr>
                                      <p:tavLst>
                                        <p:tav tm="0">
                                          <p:val>
                                            <p:fltVal val="0"/>
                                          </p:val>
                                        </p:tav>
                                        <p:tav tm="100000">
                                          <p:val>
                                            <p:strVal val="#ppt_h"/>
                                          </p:val>
                                        </p:tav>
                                      </p:tavLst>
                                    </p:anim>
                                    <p:animEffect transition="in" filter="fade">
                                      <p:cBhvr>
                                        <p:cTn id="56" dur="500"/>
                                        <p:tgtEl>
                                          <p:spTgt spid="8"/>
                                        </p:tgtEl>
                                      </p:cBhvr>
                                    </p:animEffect>
                                  </p:childTnLst>
                                </p:cTn>
                              </p:par>
                            </p:childTnLst>
                          </p:cTn>
                        </p:par>
                        <p:par>
                          <p:cTn id="57" fill="hold">
                            <p:stCondLst>
                              <p:cond delay="3000"/>
                            </p:stCondLst>
                            <p:childTnLst>
                              <p:par>
                                <p:cTn id="58" presetID="21" presetClass="entr" presetSubtype="1"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heel(1)">
                                      <p:cBhvr>
                                        <p:cTn id="60" dur="500"/>
                                        <p:tgtEl>
                                          <p:spTgt spid="27"/>
                                        </p:tgtEl>
                                      </p:cBhvr>
                                    </p:animEffect>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childTnLst>
                          </p:cTn>
                        </p:par>
                        <p:par>
                          <p:cTn id="65" fill="hold">
                            <p:stCondLst>
                              <p:cond delay="4000"/>
                            </p:stCondLst>
                            <p:childTnLst>
                              <p:par>
                                <p:cTn id="66" presetID="21" presetClass="entr" presetSubtype="1" fill="hold"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wheel(1)">
                                      <p:cBhvr>
                                        <p:cTn id="68" dur="500"/>
                                        <p:tgtEl>
                                          <p:spTgt spid="30"/>
                                        </p:tgtEl>
                                      </p:cBhvr>
                                    </p:animEffect>
                                  </p:childTnLst>
                                </p:cTn>
                              </p:par>
                            </p:childTnLst>
                          </p:cTn>
                        </p:par>
                        <p:par>
                          <p:cTn id="69" fill="hold">
                            <p:stCondLst>
                              <p:cond delay="4500"/>
                            </p:stCondLst>
                            <p:childTnLst>
                              <p:par>
                                <p:cTn id="70" presetID="22" presetClass="entr" presetSubtype="8" fill="hold" grpId="0" nodeType="after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wipe(left)">
                                      <p:cBhvr>
                                        <p:cTn id="72" dur="500"/>
                                        <p:tgtEl>
                                          <p:spTgt spid="39"/>
                                        </p:tgtEl>
                                      </p:cBhvr>
                                    </p:animEffect>
                                  </p:childTnLst>
                                </p:cTn>
                              </p:par>
                            </p:childTnLst>
                          </p:cTn>
                        </p:par>
                        <p:par>
                          <p:cTn id="73" fill="hold">
                            <p:stCondLst>
                              <p:cond delay="5000"/>
                            </p:stCondLst>
                            <p:childTnLst>
                              <p:par>
                                <p:cTn id="74" presetID="21" presetClass="entr" presetSubtype="1" fill="hold" nodeType="after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wheel(1)">
                                      <p:cBhvr>
                                        <p:cTn id="76" dur="500"/>
                                        <p:tgtEl>
                                          <p:spTgt spid="33"/>
                                        </p:tgtEl>
                                      </p:cBhvr>
                                    </p:animEffect>
                                  </p:childTnLst>
                                </p:cTn>
                              </p:par>
                            </p:childTnLst>
                          </p:cTn>
                        </p:par>
                        <p:par>
                          <p:cTn id="77" fill="hold">
                            <p:stCondLst>
                              <p:cond delay="5500"/>
                            </p:stCondLst>
                            <p:childTnLst>
                              <p:par>
                                <p:cTn id="78" presetID="22" presetClass="entr" presetSubtype="8" fill="hold" grpId="0" nodeType="after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wipe(left)">
                                      <p:cBhvr>
                                        <p:cTn id="80" dur="500"/>
                                        <p:tgtEl>
                                          <p:spTgt spid="40"/>
                                        </p:tgtEl>
                                      </p:cBhvr>
                                    </p:animEffect>
                                  </p:childTnLst>
                                </p:cTn>
                              </p:par>
                            </p:childTnLst>
                          </p:cTn>
                        </p:par>
                        <p:par>
                          <p:cTn id="81" fill="hold">
                            <p:stCondLst>
                              <p:cond delay="6000"/>
                            </p:stCondLst>
                            <p:childTnLst>
                              <p:par>
                                <p:cTn id="82" presetID="21" presetClass="entr" presetSubtype="1" fill="hold" nodeType="after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wheel(1)">
                                      <p:cBhvr>
                                        <p:cTn id="84" dur="500"/>
                                        <p:tgtEl>
                                          <p:spTgt spid="36"/>
                                        </p:tgtEl>
                                      </p:cBhvr>
                                    </p:animEffect>
                                  </p:childTnLst>
                                </p:cTn>
                              </p:par>
                            </p:childTnLst>
                          </p:cTn>
                        </p:par>
                        <p:par>
                          <p:cTn id="85" fill="hold">
                            <p:stCondLst>
                              <p:cond delay="6500"/>
                            </p:stCondLst>
                            <p:childTnLst>
                              <p:par>
                                <p:cTn id="86" presetID="22" presetClass="entr" presetSubtype="8" fill="hold" grpId="0" nodeType="after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wipe(left)">
                                      <p:cBhvr>
                                        <p:cTn id="8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9" grpId="0" bldLvl="0" animBg="1"/>
      <p:bldP spid="20" grpId="0" bldLvl="0" animBg="1"/>
      <p:bldP spid="21" grpId="0"/>
      <p:bldP spid="22" grpId="0"/>
      <p:bldP spid="23" grpId="0"/>
      <p:bldP spid="8" grpId="0"/>
      <p:bldP spid="9" grpId="0"/>
      <p:bldP spid="26" grpId="0"/>
      <p:bldP spid="39" grpId="0"/>
      <p:bldP spid="40" grpId="0"/>
      <p:bldP spid="12" grpId="0"/>
      <p:bldP spid="18"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40-20"/>
          <p:cNvPicPr>
            <a:picLocks noChangeAspect="1"/>
          </p:cNvPicPr>
          <p:nvPr/>
        </p:nvPicPr>
        <p:blipFill>
          <a:blip r:embed="rId40"/>
          <a:stretch>
            <a:fillRect/>
          </a:stretch>
        </p:blipFill>
        <p:spPr>
          <a:xfrm>
            <a:off x="600" y="0"/>
            <a:ext cx="5142865" cy="6858000"/>
          </a:xfrm>
          <a:prstGeom prst="rect">
            <a:avLst/>
          </a:prstGeom>
        </p:spPr>
      </p:pic>
      <p:pic>
        <p:nvPicPr>
          <p:cNvPr id="3" name="图片 2" descr="Untitled_Artwork 11"/>
          <p:cNvPicPr>
            <a:picLocks noChangeAspect="1"/>
          </p:cNvPicPr>
          <p:nvPr/>
        </p:nvPicPr>
        <p:blipFill>
          <a:blip r:embed="rId41"/>
          <a:stretch>
            <a:fillRect/>
          </a:stretch>
        </p:blipFill>
        <p:spPr>
          <a:xfrm>
            <a:off x="1894805" y="0"/>
            <a:ext cx="10297795" cy="6864985"/>
          </a:xfrm>
          <a:prstGeom prst="rect">
            <a:avLst/>
          </a:prstGeom>
          <a:effectLst>
            <a:glow rad="101600">
              <a:schemeClr val="accent6">
                <a:lumMod val="40000"/>
                <a:lumOff val="60000"/>
                <a:alpha val="40000"/>
              </a:schemeClr>
            </a:glow>
            <a:innerShdw blurRad="190500" dist="50800" dir="10800000">
              <a:prstClr val="black">
                <a:alpha val="50000"/>
              </a:prstClr>
            </a:innerShdw>
            <a:softEdge rad="12700"/>
          </a:effectLst>
        </p:spPr>
      </p:pic>
      <p:pic>
        <p:nvPicPr>
          <p:cNvPr id="5" name="图片 4" descr="Untitled_Artwork 8的副本"/>
          <p:cNvPicPr>
            <a:picLocks noChangeAspect="1"/>
          </p:cNvPicPr>
          <p:nvPr/>
        </p:nvPicPr>
        <p:blipFill>
          <a:blip r:embed="rId42"/>
          <a:stretch>
            <a:fillRect/>
          </a:stretch>
        </p:blipFill>
        <p:spPr>
          <a:xfrm>
            <a:off x="11395" y="1546860"/>
            <a:ext cx="12170410" cy="4461510"/>
          </a:xfrm>
          <a:prstGeom prst="rect">
            <a:avLst/>
          </a:prstGeom>
        </p:spPr>
      </p:pic>
      <p:sp>
        <p:nvSpPr>
          <p:cNvPr id="35" name="PA-矩形 89"/>
          <p:cNvSpPr/>
          <p:nvPr>
            <p:custDataLst>
              <p:tags r:id="rId1"/>
            </p:custDataLst>
          </p:nvPr>
        </p:nvSpPr>
        <p:spPr>
          <a:xfrm>
            <a:off x="1398794" y="4807881"/>
            <a:ext cx="3555805" cy="101594"/>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nvGrpSpPr>
          <p:cNvPr id="36" name="PA-组合 137"/>
          <p:cNvGrpSpPr/>
          <p:nvPr>
            <p:custDataLst>
              <p:tags r:id="rId2"/>
            </p:custDataLst>
          </p:nvPr>
        </p:nvGrpSpPr>
        <p:grpSpPr>
          <a:xfrm>
            <a:off x="1718860" y="2560106"/>
            <a:ext cx="285732" cy="2196974"/>
            <a:chOff x="1074408" y="1485901"/>
            <a:chExt cx="214311" cy="1647821"/>
          </a:xfrm>
          <a:solidFill>
            <a:srgbClr val="BD555C"/>
          </a:solidFill>
        </p:grpSpPr>
        <p:cxnSp>
          <p:nvCxnSpPr>
            <p:cNvPr id="37" name="PA-直接连接符 90"/>
            <p:cNvCxnSpPr/>
            <p:nvPr>
              <p:custDataLst>
                <p:tags r:id="rId36"/>
              </p:custDataLst>
            </p:nvPr>
          </p:nvCxnSpPr>
          <p:spPr>
            <a:xfrm rot="16200000" flipV="1">
              <a:off x="359569"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38" name="PA-圆角矩形 94"/>
            <p:cNvSpPr/>
            <p:nvPr>
              <p:custDataLst>
                <p:tags r:id="rId37"/>
              </p:custDataLst>
            </p:nvPr>
          </p:nvSpPr>
          <p:spPr>
            <a:xfrm>
              <a:off x="1074408" y="2190750"/>
              <a:ext cx="214311" cy="942972"/>
            </a:xfrm>
            <a:prstGeom prst="roundRect">
              <a:avLst/>
            </a:prstGeom>
            <a:solidFill>
              <a:schemeClr val="accent6"/>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39" name="PA-组合 138"/>
          <p:cNvGrpSpPr/>
          <p:nvPr>
            <p:custDataLst>
              <p:tags r:id="rId3"/>
            </p:custDataLst>
          </p:nvPr>
        </p:nvGrpSpPr>
        <p:grpSpPr>
          <a:xfrm>
            <a:off x="2224167" y="2579791"/>
            <a:ext cx="285732" cy="2196974"/>
            <a:chOff x="1447800" y="1485901"/>
            <a:chExt cx="214311" cy="1647821"/>
          </a:xfrm>
          <a:solidFill>
            <a:schemeClr val="accent2">
              <a:lumMod val="20000"/>
              <a:lumOff val="80000"/>
            </a:schemeClr>
          </a:solidFill>
        </p:grpSpPr>
        <p:cxnSp>
          <p:nvCxnSpPr>
            <p:cNvPr id="40" name="PA-直接连接符 97"/>
            <p:cNvCxnSpPr/>
            <p:nvPr>
              <p:custDataLst>
                <p:tags r:id="rId34"/>
              </p:custDataLst>
            </p:nvPr>
          </p:nvCxnSpPr>
          <p:spPr>
            <a:xfrm rot="16200000" flipV="1">
              <a:off x="732961"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41" name="PA-圆角矩形 100"/>
            <p:cNvSpPr/>
            <p:nvPr>
              <p:custDataLst>
                <p:tags r:id="rId35"/>
              </p:custDataLst>
            </p:nvPr>
          </p:nvSpPr>
          <p:spPr>
            <a:xfrm>
              <a:off x="1447800" y="1962150"/>
              <a:ext cx="214311" cy="1171572"/>
            </a:xfrm>
            <a:prstGeom prst="roundRect">
              <a:avLst/>
            </a:prstGeom>
            <a:solidFill>
              <a:srgbClr val="5C8C4E"/>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2" name="PA-组合 139"/>
          <p:cNvGrpSpPr/>
          <p:nvPr>
            <p:custDataLst>
              <p:tags r:id="rId4"/>
            </p:custDataLst>
          </p:nvPr>
        </p:nvGrpSpPr>
        <p:grpSpPr>
          <a:xfrm>
            <a:off x="2730110" y="2572806"/>
            <a:ext cx="285732" cy="2196974"/>
            <a:chOff x="1828800" y="1485901"/>
            <a:chExt cx="214311" cy="1647821"/>
          </a:xfrm>
          <a:solidFill>
            <a:srgbClr val="BD555C"/>
          </a:solidFill>
        </p:grpSpPr>
        <p:cxnSp>
          <p:nvCxnSpPr>
            <p:cNvPr id="43" name="PA-直接连接符 103"/>
            <p:cNvCxnSpPr/>
            <p:nvPr>
              <p:custDataLst>
                <p:tags r:id="rId32"/>
              </p:custDataLst>
            </p:nvPr>
          </p:nvCxnSpPr>
          <p:spPr>
            <a:xfrm rot="16200000" flipV="1">
              <a:off x="1113961"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44" name="PA-圆角矩形 106"/>
            <p:cNvSpPr/>
            <p:nvPr>
              <p:custDataLst>
                <p:tags r:id="rId33"/>
              </p:custDataLst>
            </p:nvPr>
          </p:nvSpPr>
          <p:spPr>
            <a:xfrm>
              <a:off x="1828800" y="1809750"/>
              <a:ext cx="214311" cy="1323972"/>
            </a:xfrm>
            <a:prstGeom prst="roundRect">
              <a:avLst/>
            </a:prstGeom>
            <a:solidFill>
              <a:srgbClr val="9BC08A"/>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5" name="PA-组合 140"/>
          <p:cNvGrpSpPr/>
          <p:nvPr>
            <p:custDataLst>
              <p:tags r:id="rId5"/>
            </p:custDataLst>
          </p:nvPr>
        </p:nvGrpSpPr>
        <p:grpSpPr>
          <a:xfrm>
            <a:off x="3222718" y="2560106"/>
            <a:ext cx="285732" cy="2196974"/>
            <a:chOff x="2209800" y="1485901"/>
            <a:chExt cx="214311" cy="1647821"/>
          </a:xfrm>
          <a:solidFill>
            <a:srgbClr val="BD555C"/>
          </a:solidFill>
        </p:grpSpPr>
        <p:cxnSp>
          <p:nvCxnSpPr>
            <p:cNvPr id="46" name="PA-直接连接符 107"/>
            <p:cNvCxnSpPr/>
            <p:nvPr>
              <p:custDataLst>
                <p:tags r:id="rId30"/>
              </p:custDataLst>
            </p:nvPr>
          </p:nvCxnSpPr>
          <p:spPr>
            <a:xfrm rot="16200000" flipV="1">
              <a:off x="1494961"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47" name="PA-圆角矩形 120"/>
            <p:cNvSpPr/>
            <p:nvPr>
              <p:custDataLst>
                <p:tags r:id="rId31"/>
              </p:custDataLst>
            </p:nvPr>
          </p:nvSpPr>
          <p:spPr>
            <a:xfrm>
              <a:off x="2209800" y="2419350"/>
              <a:ext cx="214311" cy="714372"/>
            </a:xfrm>
            <a:prstGeom prst="roundRect">
              <a:avLst/>
            </a:prstGeom>
            <a:solidFill>
              <a:srgbClr val="92D050"/>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48" name="PA-组合 141"/>
          <p:cNvGrpSpPr/>
          <p:nvPr>
            <p:custDataLst>
              <p:tags r:id="rId6"/>
            </p:custDataLst>
          </p:nvPr>
        </p:nvGrpSpPr>
        <p:grpSpPr>
          <a:xfrm>
            <a:off x="3741996" y="2572806"/>
            <a:ext cx="285732" cy="2196974"/>
            <a:chOff x="2667000" y="1485901"/>
            <a:chExt cx="214311" cy="1647821"/>
          </a:xfrm>
          <a:solidFill>
            <a:srgbClr val="BD555C"/>
          </a:solidFill>
        </p:grpSpPr>
        <p:cxnSp>
          <p:nvCxnSpPr>
            <p:cNvPr id="49" name="PA-直接连接符 127"/>
            <p:cNvCxnSpPr/>
            <p:nvPr>
              <p:custDataLst>
                <p:tags r:id="rId28"/>
              </p:custDataLst>
            </p:nvPr>
          </p:nvCxnSpPr>
          <p:spPr>
            <a:xfrm rot="16200000" flipV="1">
              <a:off x="1952161"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50" name="PA-圆角矩形 128"/>
            <p:cNvSpPr/>
            <p:nvPr>
              <p:custDataLst>
                <p:tags r:id="rId29"/>
              </p:custDataLst>
            </p:nvPr>
          </p:nvSpPr>
          <p:spPr>
            <a:xfrm>
              <a:off x="2667000" y="1962150"/>
              <a:ext cx="214311" cy="1171572"/>
            </a:xfrm>
            <a:prstGeom prst="roundRect">
              <a:avLst/>
            </a:prstGeom>
            <a:solidFill>
              <a:srgbClr val="3D5E41"/>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grpSp>
        <p:nvGrpSpPr>
          <p:cNvPr id="51" name="PA-组合 142"/>
          <p:cNvGrpSpPr/>
          <p:nvPr>
            <p:custDataLst>
              <p:tags r:id="rId7"/>
            </p:custDataLst>
          </p:nvPr>
        </p:nvGrpSpPr>
        <p:grpSpPr>
          <a:xfrm>
            <a:off x="4247942" y="2572806"/>
            <a:ext cx="285732" cy="2196974"/>
            <a:chOff x="2971800" y="1485901"/>
            <a:chExt cx="214311" cy="1647821"/>
          </a:xfrm>
          <a:solidFill>
            <a:srgbClr val="BD555C"/>
          </a:solidFill>
        </p:grpSpPr>
        <p:cxnSp>
          <p:nvCxnSpPr>
            <p:cNvPr id="52" name="PA-直接连接符 135"/>
            <p:cNvCxnSpPr/>
            <p:nvPr>
              <p:custDataLst>
                <p:tags r:id="rId26"/>
              </p:custDataLst>
            </p:nvPr>
          </p:nvCxnSpPr>
          <p:spPr>
            <a:xfrm rot="16200000" flipV="1">
              <a:off x="2256961" y="2302205"/>
              <a:ext cx="1638299" cy="5691"/>
            </a:xfrm>
            <a:prstGeom prst="line">
              <a:avLst/>
            </a:prstGeom>
            <a:grpFill/>
            <a:ln w="12700" cap="flat" cmpd="sng" algn="ctr">
              <a:solidFill>
                <a:sysClr val="window" lastClr="FFFFFF">
                  <a:lumMod val="75000"/>
                </a:sysClr>
              </a:solidFill>
              <a:prstDash val="sysDot"/>
              <a:miter lim="800000"/>
              <a:headEnd type="none" w="med" len="med"/>
              <a:tailEnd type="oval" w="med" len="med"/>
            </a:ln>
            <a:effectLst/>
          </p:spPr>
        </p:cxnSp>
        <p:sp>
          <p:nvSpPr>
            <p:cNvPr id="53" name="PA-圆角矩形 136"/>
            <p:cNvSpPr/>
            <p:nvPr>
              <p:custDataLst>
                <p:tags r:id="rId27"/>
              </p:custDataLst>
            </p:nvPr>
          </p:nvSpPr>
          <p:spPr>
            <a:xfrm>
              <a:off x="2971800" y="1809750"/>
              <a:ext cx="214311" cy="1323972"/>
            </a:xfrm>
            <a:prstGeom prst="roundRect">
              <a:avLst/>
            </a:prstGeom>
            <a:solidFill>
              <a:schemeClr val="accent6">
                <a:lumMod val="75000"/>
              </a:schemeClr>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grpSp>
      <p:sp>
        <p:nvSpPr>
          <p:cNvPr id="54" name="PA-矩形 143"/>
          <p:cNvSpPr/>
          <p:nvPr>
            <p:custDataLst>
              <p:tags r:id="rId8"/>
            </p:custDataLst>
          </p:nvPr>
        </p:nvSpPr>
        <p:spPr>
          <a:xfrm>
            <a:off x="1738983" y="4949367"/>
            <a:ext cx="23114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55</a:t>
            </a:r>
          </a:p>
        </p:txBody>
      </p:sp>
      <p:sp>
        <p:nvSpPr>
          <p:cNvPr id="55" name="PA-矩形 144"/>
          <p:cNvSpPr/>
          <p:nvPr>
            <p:custDataLst>
              <p:tags r:id="rId9"/>
            </p:custDataLst>
          </p:nvPr>
        </p:nvSpPr>
        <p:spPr>
          <a:xfrm>
            <a:off x="2254424" y="4949367"/>
            <a:ext cx="22098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70</a:t>
            </a:r>
          </a:p>
        </p:txBody>
      </p:sp>
      <p:sp>
        <p:nvSpPr>
          <p:cNvPr id="56" name="PA-矩形 145"/>
          <p:cNvSpPr/>
          <p:nvPr>
            <p:custDataLst>
              <p:tags r:id="rId10"/>
            </p:custDataLst>
          </p:nvPr>
        </p:nvSpPr>
        <p:spPr>
          <a:xfrm>
            <a:off x="2759705" y="4949367"/>
            <a:ext cx="23114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85</a:t>
            </a:r>
          </a:p>
        </p:txBody>
      </p:sp>
      <p:sp>
        <p:nvSpPr>
          <p:cNvPr id="57" name="PA-矩形 146"/>
          <p:cNvSpPr/>
          <p:nvPr>
            <p:custDataLst>
              <p:tags r:id="rId11"/>
            </p:custDataLst>
          </p:nvPr>
        </p:nvSpPr>
        <p:spPr>
          <a:xfrm>
            <a:off x="3270064" y="4949367"/>
            <a:ext cx="23114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40</a:t>
            </a:r>
          </a:p>
        </p:txBody>
      </p:sp>
      <p:sp>
        <p:nvSpPr>
          <p:cNvPr id="58" name="PA-矩形 147"/>
          <p:cNvSpPr/>
          <p:nvPr>
            <p:custDataLst>
              <p:tags r:id="rId12"/>
            </p:custDataLst>
          </p:nvPr>
        </p:nvSpPr>
        <p:spPr>
          <a:xfrm>
            <a:off x="3780425" y="4949367"/>
            <a:ext cx="23114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60</a:t>
            </a:r>
          </a:p>
        </p:txBody>
      </p:sp>
      <p:sp>
        <p:nvSpPr>
          <p:cNvPr id="59" name="PA-矩形 148"/>
          <p:cNvSpPr/>
          <p:nvPr>
            <p:custDataLst>
              <p:tags r:id="rId13"/>
            </p:custDataLst>
          </p:nvPr>
        </p:nvSpPr>
        <p:spPr>
          <a:xfrm>
            <a:off x="4290786" y="4949367"/>
            <a:ext cx="231140" cy="280035"/>
          </a:xfrm>
          <a:prstGeom prst="rect">
            <a:avLst/>
          </a:prstGeom>
        </p:spPr>
        <p:txBody>
          <a:bodyPr wrap="none" lIns="0" tIns="0" rIns="0" bIns="0">
            <a:spAutoFit/>
          </a:bodyPr>
          <a:lstStyle/>
          <a:p>
            <a:pPr marL="0" marR="0" lvl="0" indent="0" algn="ctr" defTabSz="866775" rtl="0" eaLnBrk="1" fontAlgn="base" latinLnBrk="0" hangingPunct="1">
              <a:lnSpc>
                <a:spcPct val="120000"/>
              </a:lnSpc>
              <a:spcBef>
                <a:spcPct val="0"/>
              </a:spcBef>
              <a:spcAft>
                <a:spcPct val="0"/>
              </a:spcAft>
              <a:buClrTx/>
              <a:buSzTx/>
              <a:buFontTx/>
              <a:buNone/>
              <a:defRPr/>
            </a:pPr>
            <a:r>
              <a:rPr kumimoji="0" lang="en-US" sz="1515" b="0" i="0" u="none" strike="noStrike" kern="120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rPr>
              <a:t>80</a:t>
            </a:r>
          </a:p>
        </p:txBody>
      </p:sp>
      <p:sp>
        <p:nvSpPr>
          <p:cNvPr id="60" name="PA-文本框 150"/>
          <p:cNvSpPr txBox="1"/>
          <p:nvPr>
            <p:custDataLst>
              <p:tags r:id="rId14"/>
            </p:custDataLst>
          </p:nvPr>
        </p:nvSpPr>
        <p:spPr>
          <a:xfrm>
            <a:off x="6713495" y="2166354"/>
            <a:ext cx="1930532" cy="368935"/>
          </a:xfrm>
          <a:prstGeom prst="rect">
            <a:avLst/>
          </a:prstGeom>
          <a:noFill/>
        </p:spPr>
        <p:txBody>
          <a:bodyPr wrap="square" lIns="0" tIns="0" rIns="0" bIns="0" rtlCol="0" anchor="t">
            <a:spAutoFit/>
          </a:bodyPr>
          <a:lstStyle/>
          <a:p>
            <a:pPr marL="0" marR="0" lvl="0" indent="0" algn="l" defTabSz="866775" rtl="0" eaLnBrk="1" fontAlgn="base"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字魂105号-简雅黑" panose="00000500000000000000" pitchFamily="2" charset="-122"/>
              </a:rPr>
              <a:t>请在此输入文字</a:t>
            </a:r>
          </a:p>
        </p:txBody>
      </p:sp>
      <p:sp>
        <p:nvSpPr>
          <p:cNvPr id="61" name="PA-文本框 151"/>
          <p:cNvSpPr txBox="1"/>
          <p:nvPr>
            <p:custDataLst>
              <p:tags r:id="rId15"/>
            </p:custDataLst>
          </p:nvPr>
        </p:nvSpPr>
        <p:spPr>
          <a:xfrm>
            <a:off x="6726195" y="2499966"/>
            <a:ext cx="3905022" cy="512445"/>
          </a:xfrm>
          <a:prstGeom prst="rect">
            <a:avLst/>
          </a:prstGeom>
          <a:noFill/>
        </p:spPr>
        <p:txBody>
          <a:bodyPr wrap="square" lIns="0" tIns="0" rIns="0" bIns="0" rtlCol="0" anchor="t">
            <a:spAutoFit/>
          </a:bodyPr>
          <a:lstStyle/>
          <a:p>
            <a:pPr>
              <a:lnSpc>
                <a:spcPts val="2000"/>
              </a:lnSpc>
            </a:pPr>
            <a:r>
              <a:rPr lang="en-US" altLang="zh-CN" sz="1400" dirty="0">
                <a:solidFill>
                  <a:schemeClr val="tx1"/>
                </a:solidFill>
                <a:latin typeface="微软雅黑" panose="020B0503020204020204" charset="-122"/>
                <a:ea typeface="微软雅黑" panose="020B0503020204020204" charset="-122"/>
                <a:sym typeface="字魂105号-简雅黑" panose="00000500000000000000" pitchFamily="2" charset="-122"/>
              </a:rPr>
              <a:t>Life is not waiting for the storm in the past, but learning to dance.</a:t>
            </a:r>
          </a:p>
        </p:txBody>
      </p:sp>
      <p:sp>
        <p:nvSpPr>
          <p:cNvPr id="64" name="PA-文本框 156"/>
          <p:cNvSpPr txBox="1"/>
          <p:nvPr>
            <p:custDataLst>
              <p:tags r:id="rId16"/>
            </p:custDataLst>
          </p:nvPr>
        </p:nvSpPr>
        <p:spPr>
          <a:xfrm>
            <a:off x="6713496" y="3332107"/>
            <a:ext cx="1930533" cy="368935"/>
          </a:xfrm>
          <a:prstGeom prst="rect">
            <a:avLst/>
          </a:prstGeom>
          <a:noFill/>
        </p:spPr>
        <p:txBody>
          <a:bodyPr wrap="square" lIns="0" tIns="0" rIns="0" bIns="0" rtlCol="0" anchor="t">
            <a:spAutoFit/>
          </a:bodyPr>
          <a:lstStyle/>
          <a:p>
            <a:pPr marL="0" marR="0" lvl="0" indent="0" algn="l" defTabSz="866775" rtl="0" eaLnBrk="1" fontAlgn="base"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字魂105号-简雅黑" panose="00000500000000000000" pitchFamily="2" charset="-122"/>
              </a:rPr>
              <a:t>请在此输入文字</a:t>
            </a:r>
          </a:p>
        </p:txBody>
      </p:sp>
      <p:sp>
        <p:nvSpPr>
          <p:cNvPr id="65" name="PA-文本框 157"/>
          <p:cNvSpPr txBox="1"/>
          <p:nvPr>
            <p:custDataLst>
              <p:tags r:id="rId17"/>
            </p:custDataLst>
          </p:nvPr>
        </p:nvSpPr>
        <p:spPr>
          <a:xfrm>
            <a:off x="6726195" y="3665720"/>
            <a:ext cx="3802812" cy="512445"/>
          </a:xfrm>
          <a:prstGeom prst="rect">
            <a:avLst/>
          </a:prstGeom>
          <a:noFill/>
        </p:spPr>
        <p:txBody>
          <a:bodyPr wrap="square" lIns="0" tIns="0" rIns="0" bIns="0" rtlCol="0" anchor="t">
            <a:spAutoFit/>
          </a:bodyPr>
          <a:lstStyle/>
          <a:p>
            <a:pPr>
              <a:lnSpc>
                <a:spcPts val="2000"/>
              </a:lnSpc>
            </a:pPr>
            <a:r>
              <a:rPr lang="en-US" altLang="zh-CN" sz="1400" dirty="0">
                <a:solidFill>
                  <a:schemeClr val="tx1"/>
                </a:solidFill>
                <a:latin typeface="微软雅黑" panose="020B0503020204020204" charset="-122"/>
                <a:ea typeface="微软雅黑" panose="020B0503020204020204" charset="-122"/>
                <a:sym typeface="字魂105号-简雅黑" panose="00000500000000000000" pitchFamily="2" charset="-122"/>
              </a:rPr>
              <a:t>Life is not waiting for the storm in the past, but learning to dance.</a:t>
            </a:r>
          </a:p>
        </p:txBody>
      </p:sp>
      <p:sp>
        <p:nvSpPr>
          <p:cNvPr id="72" name="PA-文本框 162"/>
          <p:cNvSpPr txBox="1"/>
          <p:nvPr>
            <p:custDataLst>
              <p:tags r:id="rId18"/>
            </p:custDataLst>
          </p:nvPr>
        </p:nvSpPr>
        <p:spPr>
          <a:xfrm>
            <a:off x="6713496" y="4634845"/>
            <a:ext cx="1930533" cy="368935"/>
          </a:xfrm>
          <a:prstGeom prst="rect">
            <a:avLst/>
          </a:prstGeom>
          <a:noFill/>
        </p:spPr>
        <p:txBody>
          <a:bodyPr wrap="square" lIns="0" tIns="0" rIns="0" bIns="0" rtlCol="0" anchor="t">
            <a:spAutoFit/>
          </a:bodyPr>
          <a:lstStyle/>
          <a:p>
            <a:pPr marL="0" marR="0" lvl="0" indent="0" algn="l" defTabSz="866775" rtl="0" eaLnBrk="1" fontAlgn="base"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字魂105号-简雅黑" panose="00000500000000000000" pitchFamily="2" charset="-122"/>
              </a:rPr>
              <a:t>请在此输入文字</a:t>
            </a:r>
          </a:p>
        </p:txBody>
      </p:sp>
      <p:sp>
        <p:nvSpPr>
          <p:cNvPr id="75" name="PA-文本框 163"/>
          <p:cNvSpPr txBox="1"/>
          <p:nvPr>
            <p:custDataLst>
              <p:tags r:id="rId19"/>
            </p:custDataLst>
          </p:nvPr>
        </p:nvSpPr>
        <p:spPr>
          <a:xfrm>
            <a:off x="6726195" y="4968458"/>
            <a:ext cx="3802812" cy="512445"/>
          </a:xfrm>
          <a:prstGeom prst="rect">
            <a:avLst/>
          </a:prstGeom>
          <a:noFill/>
        </p:spPr>
        <p:txBody>
          <a:bodyPr wrap="square" lIns="0" tIns="0" rIns="0" bIns="0" rtlCol="0" anchor="t">
            <a:spAutoFit/>
          </a:bodyPr>
          <a:lstStyle/>
          <a:p>
            <a:pPr>
              <a:lnSpc>
                <a:spcPts val="2000"/>
              </a:lnSpc>
            </a:pPr>
            <a:r>
              <a:rPr lang="en-US" altLang="zh-CN" sz="1400" dirty="0">
                <a:solidFill>
                  <a:schemeClr val="tx1"/>
                </a:solidFill>
                <a:latin typeface="微软雅黑" panose="020B0503020204020204" charset="-122"/>
                <a:ea typeface="微软雅黑" panose="020B0503020204020204" charset="-122"/>
                <a:sym typeface="字魂105号-简雅黑" panose="00000500000000000000" pitchFamily="2" charset="-122"/>
              </a:rPr>
              <a:t>Life is not waiting for the storm in the past, but learning to dance.</a:t>
            </a:r>
          </a:p>
        </p:txBody>
      </p:sp>
      <p:sp>
        <p:nvSpPr>
          <p:cNvPr id="106" name="PA-椭圆 171"/>
          <p:cNvSpPr>
            <a:spLocks noChangeAspect="1"/>
          </p:cNvSpPr>
          <p:nvPr>
            <p:custDataLst>
              <p:tags r:id="rId20"/>
            </p:custDataLst>
          </p:nvPr>
        </p:nvSpPr>
        <p:spPr>
          <a:xfrm>
            <a:off x="5922653" y="2266700"/>
            <a:ext cx="625327" cy="607424"/>
          </a:xfrm>
          <a:prstGeom prst="ellipse">
            <a:avLst/>
          </a:prstGeom>
          <a:solidFill>
            <a:srgbClr val="5C8C4E"/>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7" name="PA-任意多边形 117"/>
          <p:cNvSpPr/>
          <p:nvPr>
            <p:custDataLst>
              <p:tags r:id="rId21"/>
            </p:custDataLst>
          </p:nvPr>
        </p:nvSpPr>
        <p:spPr bwMode="auto">
          <a:xfrm>
            <a:off x="6055084" y="2390180"/>
            <a:ext cx="360464" cy="360464"/>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ysClr val="window" lastClr="FFFFFF"/>
          </a:solidFill>
          <a:ln w="9525">
            <a:noFill/>
            <a:round/>
          </a:ln>
        </p:spPr>
        <p:txBody>
          <a:bodyPr vert="horz" wrap="square" lIns="121913" tIns="60956" rIns="121913" bIns="60956" numCol="1" anchor="t" anchorCtr="0" compatLnSpc="1"/>
          <a:lstStyle/>
          <a:p>
            <a:pPr marL="0" marR="0" lvl="0" indent="0" algn="l"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8" name="PA-椭圆 174"/>
          <p:cNvSpPr>
            <a:spLocks noChangeAspect="1"/>
          </p:cNvSpPr>
          <p:nvPr>
            <p:custDataLst>
              <p:tags r:id="rId22"/>
            </p:custDataLst>
          </p:nvPr>
        </p:nvSpPr>
        <p:spPr>
          <a:xfrm>
            <a:off x="5922653" y="4739594"/>
            <a:ext cx="625327" cy="607424"/>
          </a:xfrm>
          <a:prstGeom prst="ellipse">
            <a:avLst/>
          </a:prstGeom>
          <a:solidFill>
            <a:srgbClr val="ABC759"/>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09" name="PA-任意多边形 83"/>
          <p:cNvSpPr>
            <a:spLocks noEditPoints="1"/>
          </p:cNvSpPr>
          <p:nvPr>
            <p:custDataLst>
              <p:tags r:id="rId23"/>
            </p:custDataLst>
          </p:nvPr>
        </p:nvSpPr>
        <p:spPr bwMode="auto">
          <a:xfrm>
            <a:off x="6112231" y="4858678"/>
            <a:ext cx="246170" cy="369256"/>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ysClr val="window" lastClr="FFFFFF"/>
          </a:solidFill>
          <a:ln w="9525">
            <a:noFill/>
            <a:round/>
          </a:ln>
        </p:spPr>
        <p:txBody>
          <a:bodyPr vert="horz" wrap="square" lIns="121913" tIns="60956" rIns="121913" bIns="60956" numCol="1" anchor="t" anchorCtr="0" compatLnSpc="1"/>
          <a:lstStyle/>
          <a:p>
            <a:pPr marL="0" marR="0" lvl="0" indent="0" algn="l"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0" name="PA-椭圆 177"/>
          <p:cNvSpPr>
            <a:spLocks noChangeAspect="1"/>
          </p:cNvSpPr>
          <p:nvPr>
            <p:custDataLst>
              <p:tags r:id="rId24"/>
            </p:custDataLst>
          </p:nvPr>
        </p:nvSpPr>
        <p:spPr>
          <a:xfrm>
            <a:off x="5922653" y="3487516"/>
            <a:ext cx="625327" cy="607424"/>
          </a:xfrm>
          <a:prstGeom prst="ellipse">
            <a:avLst/>
          </a:prstGeom>
          <a:solidFill>
            <a:srgbClr val="3D5E41"/>
          </a:solidFill>
          <a:ln w="12700" cap="flat" cmpd="sng" algn="ctr">
            <a:noFill/>
            <a:prstDash val="solid"/>
            <a:miter lim="800000"/>
          </a:ln>
          <a:effectLst/>
        </p:spPr>
        <p:txBody>
          <a:bodyPr rtlCol="0" anchor="ctr"/>
          <a:lstStyle/>
          <a:p>
            <a:pPr marL="0" marR="0" lvl="0" indent="0" algn="ctr"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111" name="PA-任意多边形 36"/>
          <p:cNvSpPr>
            <a:spLocks noEditPoints="1"/>
          </p:cNvSpPr>
          <p:nvPr>
            <p:custDataLst>
              <p:tags r:id="rId25"/>
            </p:custDataLst>
          </p:nvPr>
        </p:nvSpPr>
        <p:spPr bwMode="auto">
          <a:xfrm>
            <a:off x="6104460" y="3635791"/>
            <a:ext cx="261712" cy="284203"/>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ysClr val="window" lastClr="FFFFFF"/>
          </a:solidFill>
          <a:ln w="9525">
            <a:noFill/>
            <a:round/>
          </a:ln>
        </p:spPr>
        <p:txBody>
          <a:bodyPr vert="horz" wrap="square" lIns="121913" tIns="60956" rIns="121913" bIns="60956" numCol="1" anchor="t" anchorCtr="0" compatLnSpc="1"/>
          <a:lstStyle/>
          <a:p>
            <a:pPr marL="0" marR="0" lvl="0" indent="0" algn="l" defTabSz="866775" rtl="0" eaLnBrk="1" fontAlgn="base" latinLnBrk="0" hangingPunct="1">
              <a:lnSpc>
                <a:spcPct val="120000"/>
              </a:lnSpc>
              <a:spcBef>
                <a:spcPct val="0"/>
              </a:spcBef>
              <a:spcAft>
                <a:spcPct val="0"/>
              </a:spcAft>
              <a:buClrTx/>
              <a:buSzTx/>
              <a:buFontTx/>
              <a:buNone/>
              <a:defRPr/>
            </a:pPr>
            <a:endParaRPr kumimoji="0" lang="en-US" sz="760" b="0" i="0" u="none" strike="noStrike" kern="0" cap="none" spc="0" normalizeH="0" baseline="0" noProof="0" dirty="0">
              <a:ln>
                <a:noFill/>
              </a:ln>
              <a:solidFill>
                <a:prstClr val="black">
                  <a:lumMod val="65000"/>
                  <a:lumOff val="35000"/>
                </a:prstClr>
              </a:solidFill>
              <a:effectLst/>
              <a:uLnTx/>
              <a:uFillTx/>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2" name="矩形 1"/>
          <p:cNvSpPr/>
          <p:nvPr/>
        </p:nvSpPr>
        <p:spPr>
          <a:xfrm>
            <a:off x="4502150" y="211455"/>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6" name="Rectangle 4"/>
          <p:cNvSpPr txBox="1">
            <a:spLocks noChangeArrowheads="1"/>
          </p:cNvSpPr>
          <p:nvPr/>
        </p:nvSpPr>
        <p:spPr bwMode="auto">
          <a:xfrm>
            <a:off x="3508162" y="104168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pic>
        <p:nvPicPr>
          <p:cNvPr id="9" name="图片 8" descr="WechatIMG1669"/>
          <p:cNvPicPr>
            <a:picLocks noChangeAspect="1"/>
          </p:cNvPicPr>
          <p:nvPr/>
        </p:nvPicPr>
        <p:blipFill>
          <a:blip r:embed="rId43"/>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strips(downRight)">
                                      <p:cBhvr>
                                        <p:cTn id="12" dur="750"/>
                                        <p:tgtEl>
                                          <p:spTgt spid="35"/>
                                        </p:tgtEl>
                                      </p:cBhvr>
                                    </p:animEffect>
                                  </p:childTnLst>
                                </p:cTn>
                              </p:par>
                              <p:par>
                                <p:cTn id="13" presetID="12" presetClass="entr" presetSubtype="4"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750"/>
                                        <p:tgtEl>
                                          <p:spTgt spid="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750"/>
                                        <p:tgtEl>
                                          <p:spTgt spid="54"/>
                                        </p:tgtEl>
                                      </p:cBhvr>
                                    </p:animEffect>
                                  </p:childTnLst>
                                </p:cTn>
                              </p:par>
                              <p:par>
                                <p:cTn id="19" presetID="12" presetClass="entr" presetSubtype="4"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slide(fromBottom)">
                                      <p:cBhvr>
                                        <p:cTn id="21" dur="750"/>
                                        <p:tgtEl>
                                          <p:spTgt spid="3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fade">
                                      <p:cBhvr>
                                        <p:cTn id="24" dur="750"/>
                                        <p:tgtEl>
                                          <p:spTgt spid="55"/>
                                        </p:tgtEl>
                                      </p:cBhvr>
                                    </p:animEffect>
                                  </p:childTnLst>
                                </p:cTn>
                              </p:par>
                              <p:par>
                                <p:cTn id="25" presetID="12" presetClass="entr" presetSubtype="4"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slide(fromBottom)">
                                      <p:cBhvr>
                                        <p:cTn id="27" dur="750"/>
                                        <p:tgtEl>
                                          <p:spTgt spid="4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750"/>
                                        <p:tgtEl>
                                          <p:spTgt spid="56"/>
                                        </p:tgtEl>
                                      </p:cBhvr>
                                    </p:animEffect>
                                  </p:childTnLst>
                                </p:cTn>
                              </p:par>
                              <p:par>
                                <p:cTn id="31" presetID="12" presetClass="entr" presetSubtype="4"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slide(fromBottom)">
                                      <p:cBhvr>
                                        <p:cTn id="33" dur="750"/>
                                        <p:tgtEl>
                                          <p:spTgt spid="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750"/>
                                        <p:tgtEl>
                                          <p:spTgt spid="57"/>
                                        </p:tgtEl>
                                      </p:cBhvr>
                                    </p:animEffect>
                                  </p:childTnLst>
                                </p:cTn>
                              </p:par>
                              <p:par>
                                <p:cTn id="37" presetID="12" presetClass="entr" presetSubtype="4"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slide(fromBottom)">
                                      <p:cBhvr>
                                        <p:cTn id="39" dur="750"/>
                                        <p:tgtEl>
                                          <p:spTgt spid="4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750"/>
                                        <p:tgtEl>
                                          <p:spTgt spid="58"/>
                                        </p:tgtEl>
                                      </p:cBhvr>
                                    </p:animEffect>
                                  </p:childTnLst>
                                </p:cTn>
                              </p:par>
                              <p:par>
                                <p:cTn id="43" presetID="12" presetClass="entr" presetSubtype="4"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slide(fromBottom)">
                                      <p:cBhvr>
                                        <p:cTn id="45" dur="750"/>
                                        <p:tgtEl>
                                          <p:spTgt spid="5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750"/>
                                        <p:tgtEl>
                                          <p:spTgt spid="59"/>
                                        </p:tgtEl>
                                      </p:cBhvr>
                                    </p:animEffect>
                                  </p:childTnLst>
                                </p:cTn>
                              </p:par>
                            </p:childTnLst>
                          </p:cTn>
                        </p:par>
                        <p:par>
                          <p:cTn id="49" fill="hold">
                            <p:stCondLst>
                              <p:cond delay="1000"/>
                            </p:stCondLst>
                            <p:childTnLst>
                              <p:par>
                                <p:cTn id="50" presetID="2" presetClass="entr" presetSubtype="4" fill="hold" grpId="0" nodeType="afterEffect">
                                  <p:stCondLst>
                                    <p:cond delay="0"/>
                                  </p:stCondLst>
                                  <p:childTnLst>
                                    <p:set>
                                      <p:cBhvr>
                                        <p:cTn id="51" dur="1" fill="hold">
                                          <p:stCondLst>
                                            <p:cond delay="0"/>
                                          </p:stCondLst>
                                        </p:cTn>
                                        <p:tgtEl>
                                          <p:spTgt spid="106"/>
                                        </p:tgtEl>
                                        <p:attrNameLst>
                                          <p:attrName>style.visibility</p:attrName>
                                        </p:attrNameLst>
                                      </p:cBhvr>
                                      <p:to>
                                        <p:strVal val="visible"/>
                                      </p:to>
                                    </p:set>
                                    <p:anim calcmode="lin" valueType="num">
                                      <p:cBhvr additive="base">
                                        <p:cTn id="52" dur="750" fill="hold"/>
                                        <p:tgtEl>
                                          <p:spTgt spid="106"/>
                                        </p:tgtEl>
                                        <p:attrNameLst>
                                          <p:attrName>ppt_x</p:attrName>
                                        </p:attrNameLst>
                                      </p:cBhvr>
                                      <p:tavLst>
                                        <p:tav tm="0">
                                          <p:val>
                                            <p:strVal val="#ppt_x"/>
                                          </p:val>
                                        </p:tav>
                                        <p:tav tm="100000">
                                          <p:val>
                                            <p:strVal val="#ppt_x"/>
                                          </p:val>
                                        </p:tav>
                                      </p:tavLst>
                                    </p:anim>
                                    <p:anim calcmode="lin" valueType="num">
                                      <p:cBhvr additive="base">
                                        <p:cTn id="53" dur="750" fill="hold"/>
                                        <p:tgtEl>
                                          <p:spTgt spid="106"/>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07"/>
                                        </p:tgtEl>
                                        <p:attrNameLst>
                                          <p:attrName>style.visibility</p:attrName>
                                        </p:attrNameLst>
                                      </p:cBhvr>
                                      <p:to>
                                        <p:strVal val="visible"/>
                                      </p:to>
                                    </p:set>
                                    <p:anim calcmode="lin" valueType="num">
                                      <p:cBhvr additive="base">
                                        <p:cTn id="56" dur="750" fill="hold"/>
                                        <p:tgtEl>
                                          <p:spTgt spid="107"/>
                                        </p:tgtEl>
                                        <p:attrNameLst>
                                          <p:attrName>ppt_x</p:attrName>
                                        </p:attrNameLst>
                                      </p:cBhvr>
                                      <p:tavLst>
                                        <p:tav tm="0">
                                          <p:val>
                                            <p:strVal val="#ppt_x"/>
                                          </p:val>
                                        </p:tav>
                                        <p:tav tm="100000">
                                          <p:val>
                                            <p:strVal val="#ppt_x"/>
                                          </p:val>
                                        </p:tav>
                                      </p:tavLst>
                                    </p:anim>
                                    <p:anim calcmode="lin" valueType="num">
                                      <p:cBhvr additive="base">
                                        <p:cTn id="57" dur="750" fill="hold"/>
                                        <p:tgtEl>
                                          <p:spTgt spid="107"/>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08"/>
                                        </p:tgtEl>
                                        <p:attrNameLst>
                                          <p:attrName>style.visibility</p:attrName>
                                        </p:attrNameLst>
                                      </p:cBhvr>
                                      <p:to>
                                        <p:strVal val="visible"/>
                                      </p:to>
                                    </p:set>
                                    <p:anim calcmode="lin" valueType="num">
                                      <p:cBhvr additive="base">
                                        <p:cTn id="60" dur="750" fill="hold"/>
                                        <p:tgtEl>
                                          <p:spTgt spid="108"/>
                                        </p:tgtEl>
                                        <p:attrNameLst>
                                          <p:attrName>ppt_x</p:attrName>
                                        </p:attrNameLst>
                                      </p:cBhvr>
                                      <p:tavLst>
                                        <p:tav tm="0">
                                          <p:val>
                                            <p:strVal val="#ppt_x"/>
                                          </p:val>
                                        </p:tav>
                                        <p:tav tm="100000">
                                          <p:val>
                                            <p:strVal val="#ppt_x"/>
                                          </p:val>
                                        </p:tav>
                                      </p:tavLst>
                                    </p:anim>
                                    <p:anim calcmode="lin" valueType="num">
                                      <p:cBhvr additive="base">
                                        <p:cTn id="61" dur="750" fill="hold"/>
                                        <p:tgtEl>
                                          <p:spTgt spid="108"/>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09"/>
                                        </p:tgtEl>
                                        <p:attrNameLst>
                                          <p:attrName>style.visibility</p:attrName>
                                        </p:attrNameLst>
                                      </p:cBhvr>
                                      <p:to>
                                        <p:strVal val="visible"/>
                                      </p:to>
                                    </p:set>
                                    <p:anim calcmode="lin" valueType="num">
                                      <p:cBhvr additive="base">
                                        <p:cTn id="64" dur="750" fill="hold"/>
                                        <p:tgtEl>
                                          <p:spTgt spid="109"/>
                                        </p:tgtEl>
                                        <p:attrNameLst>
                                          <p:attrName>ppt_x</p:attrName>
                                        </p:attrNameLst>
                                      </p:cBhvr>
                                      <p:tavLst>
                                        <p:tav tm="0">
                                          <p:val>
                                            <p:strVal val="#ppt_x"/>
                                          </p:val>
                                        </p:tav>
                                        <p:tav tm="100000">
                                          <p:val>
                                            <p:strVal val="#ppt_x"/>
                                          </p:val>
                                        </p:tav>
                                      </p:tavLst>
                                    </p:anim>
                                    <p:anim calcmode="lin" valueType="num">
                                      <p:cBhvr additive="base">
                                        <p:cTn id="65" dur="750" fill="hold"/>
                                        <p:tgtEl>
                                          <p:spTgt spid="109"/>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10"/>
                                        </p:tgtEl>
                                        <p:attrNameLst>
                                          <p:attrName>style.visibility</p:attrName>
                                        </p:attrNameLst>
                                      </p:cBhvr>
                                      <p:to>
                                        <p:strVal val="visible"/>
                                      </p:to>
                                    </p:set>
                                    <p:anim calcmode="lin" valueType="num">
                                      <p:cBhvr additive="base">
                                        <p:cTn id="68" dur="750" fill="hold"/>
                                        <p:tgtEl>
                                          <p:spTgt spid="110"/>
                                        </p:tgtEl>
                                        <p:attrNameLst>
                                          <p:attrName>ppt_x</p:attrName>
                                        </p:attrNameLst>
                                      </p:cBhvr>
                                      <p:tavLst>
                                        <p:tav tm="0">
                                          <p:val>
                                            <p:strVal val="#ppt_x"/>
                                          </p:val>
                                        </p:tav>
                                        <p:tav tm="100000">
                                          <p:val>
                                            <p:strVal val="#ppt_x"/>
                                          </p:val>
                                        </p:tav>
                                      </p:tavLst>
                                    </p:anim>
                                    <p:anim calcmode="lin" valueType="num">
                                      <p:cBhvr additive="base">
                                        <p:cTn id="69" dur="750" fill="hold"/>
                                        <p:tgtEl>
                                          <p:spTgt spid="110"/>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11"/>
                                        </p:tgtEl>
                                        <p:attrNameLst>
                                          <p:attrName>style.visibility</p:attrName>
                                        </p:attrNameLst>
                                      </p:cBhvr>
                                      <p:to>
                                        <p:strVal val="visible"/>
                                      </p:to>
                                    </p:set>
                                    <p:anim calcmode="lin" valueType="num">
                                      <p:cBhvr additive="base">
                                        <p:cTn id="72" dur="750" fill="hold"/>
                                        <p:tgtEl>
                                          <p:spTgt spid="111"/>
                                        </p:tgtEl>
                                        <p:attrNameLst>
                                          <p:attrName>ppt_x</p:attrName>
                                        </p:attrNameLst>
                                      </p:cBhvr>
                                      <p:tavLst>
                                        <p:tav tm="0">
                                          <p:val>
                                            <p:strVal val="#ppt_x"/>
                                          </p:val>
                                        </p:tav>
                                        <p:tav tm="100000">
                                          <p:val>
                                            <p:strVal val="#ppt_x"/>
                                          </p:val>
                                        </p:tav>
                                      </p:tavLst>
                                    </p:anim>
                                    <p:anim calcmode="lin" valueType="num">
                                      <p:cBhvr additive="base">
                                        <p:cTn id="73" dur="750" fill="hold"/>
                                        <p:tgtEl>
                                          <p:spTgt spid="111"/>
                                        </p:tgtEl>
                                        <p:attrNameLst>
                                          <p:attrName>ppt_y</p:attrName>
                                        </p:attrNameLst>
                                      </p:cBhvr>
                                      <p:tavLst>
                                        <p:tav tm="0">
                                          <p:val>
                                            <p:strVal val="1+#ppt_h/2"/>
                                          </p:val>
                                        </p:tav>
                                        <p:tav tm="100000">
                                          <p:val>
                                            <p:strVal val="#ppt_y"/>
                                          </p:val>
                                        </p:tav>
                                      </p:tavLst>
                                    </p:anim>
                                  </p:childTnLst>
                                </p:cTn>
                              </p:par>
                            </p:childTnLst>
                          </p:cTn>
                        </p:par>
                        <p:par>
                          <p:cTn id="74" fill="hold">
                            <p:stCondLst>
                              <p:cond delay="2000"/>
                            </p:stCondLst>
                            <p:childTnLst>
                              <p:par>
                                <p:cTn id="75" presetID="22" presetClass="entr" presetSubtype="8" fill="hold" grpId="0" nodeType="after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wipe(left)">
                                      <p:cBhvr>
                                        <p:cTn id="77" dur="750"/>
                                        <p:tgtEl>
                                          <p:spTgt spid="60"/>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wipe(left)">
                                      <p:cBhvr>
                                        <p:cTn id="80" dur="750"/>
                                        <p:tgtEl>
                                          <p:spTgt spid="61"/>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4"/>
                                        </p:tgtEl>
                                        <p:attrNameLst>
                                          <p:attrName>style.visibility</p:attrName>
                                        </p:attrNameLst>
                                      </p:cBhvr>
                                      <p:to>
                                        <p:strVal val="visible"/>
                                      </p:to>
                                    </p:set>
                                    <p:animEffect transition="in" filter="wipe(left)">
                                      <p:cBhvr>
                                        <p:cTn id="83" dur="750"/>
                                        <p:tgtEl>
                                          <p:spTgt spid="64"/>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65"/>
                                        </p:tgtEl>
                                        <p:attrNameLst>
                                          <p:attrName>style.visibility</p:attrName>
                                        </p:attrNameLst>
                                      </p:cBhvr>
                                      <p:to>
                                        <p:strVal val="visible"/>
                                      </p:to>
                                    </p:set>
                                    <p:animEffect transition="in" filter="wipe(left)">
                                      <p:cBhvr>
                                        <p:cTn id="86" dur="750"/>
                                        <p:tgtEl>
                                          <p:spTgt spid="65"/>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72"/>
                                        </p:tgtEl>
                                        <p:attrNameLst>
                                          <p:attrName>style.visibility</p:attrName>
                                        </p:attrNameLst>
                                      </p:cBhvr>
                                      <p:to>
                                        <p:strVal val="visible"/>
                                      </p:to>
                                    </p:set>
                                    <p:animEffect transition="in" filter="wipe(left)">
                                      <p:cBhvr>
                                        <p:cTn id="89" dur="750"/>
                                        <p:tgtEl>
                                          <p:spTgt spid="72"/>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75"/>
                                        </p:tgtEl>
                                        <p:attrNameLst>
                                          <p:attrName>style.visibility</p:attrName>
                                        </p:attrNameLst>
                                      </p:cBhvr>
                                      <p:to>
                                        <p:strVal val="visible"/>
                                      </p:to>
                                    </p:set>
                                    <p:animEffect transition="in" filter="wipe(left)">
                                      <p:cBhvr>
                                        <p:cTn id="92" dur="75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54" grpId="0"/>
      <p:bldP spid="55" grpId="0"/>
      <p:bldP spid="56" grpId="0"/>
      <p:bldP spid="57" grpId="0"/>
      <p:bldP spid="58" grpId="0"/>
      <p:bldP spid="59" grpId="0"/>
      <p:bldP spid="60" grpId="0"/>
      <p:bldP spid="61" grpId="0"/>
      <p:bldP spid="64" grpId="0"/>
      <p:bldP spid="65" grpId="0"/>
      <p:bldP spid="72" grpId="0"/>
      <p:bldP spid="75" grpId="0"/>
      <p:bldP spid="106" grpId="0" bldLvl="0" animBg="1"/>
      <p:bldP spid="107" grpId="0" bldLvl="0" animBg="1"/>
      <p:bldP spid="108" grpId="0" bldLvl="0" animBg="1"/>
      <p:bldP spid="109" grpId="0" bldLvl="0" animBg="1"/>
      <p:bldP spid="110" grpId="0" bldLvl="0" animBg="1"/>
      <p:bldP spid="111" grpId="0" bldLvl="0" animBg="1"/>
      <p:bldP spid="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640-26"/>
          <p:cNvPicPr>
            <a:picLocks noChangeAspect="1"/>
          </p:cNvPicPr>
          <p:nvPr/>
        </p:nvPicPr>
        <p:blipFill>
          <a:blip r:embed="rId4"/>
          <a:stretch>
            <a:fillRect/>
          </a:stretch>
        </p:blipFill>
        <p:spPr>
          <a:xfrm>
            <a:off x="600" y="0"/>
            <a:ext cx="10358755" cy="6905625"/>
          </a:xfrm>
          <a:prstGeom prst="rect">
            <a:avLst/>
          </a:prstGeom>
        </p:spPr>
      </p:pic>
      <p:pic>
        <p:nvPicPr>
          <p:cNvPr id="2" name="图片 1" descr="Untitled_Artwork 12"/>
          <p:cNvPicPr>
            <a:picLocks noChangeAspect="1"/>
          </p:cNvPicPr>
          <p:nvPr/>
        </p:nvPicPr>
        <p:blipFill>
          <a:blip r:embed="rId5"/>
          <a:stretch>
            <a:fillRect/>
          </a:stretch>
        </p:blipFill>
        <p:spPr>
          <a:xfrm>
            <a:off x="22825" y="0"/>
            <a:ext cx="12169775" cy="6905625"/>
          </a:xfrm>
          <a:prstGeom prst="rect">
            <a:avLst/>
          </a:prstGeom>
        </p:spPr>
      </p:pic>
      <p:pic>
        <p:nvPicPr>
          <p:cNvPr id="4" name="图片 3" descr="Untitled_Artwork 12"/>
          <p:cNvPicPr>
            <a:picLocks noChangeAspect="1"/>
          </p:cNvPicPr>
          <p:nvPr/>
        </p:nvPicPr>
        <p:blipFill>
          <a:blip r:embed="rId5"/>
          <a:stretch>
            <a:fillRect/>
          </a:stretch>
        </p:blipFill>
        <p:spPr>
          <a:xfrm>
            <a:off x="1833845" y="0"/>
            <a:ext cx="10358755" cy="6905625"/>
          </a:xfrm>
          <a:prstGeom prst="rect">
            <a:avLst/>
          </a:prstGeom>
        </p:spPr>
      </p:pic>
      <p:pic>
        <p:nvPicPr>
          <p:cNvPr id="8" name="图片 7" descr="Untitled_Artwork 8的副本"/>
          <p:cNvPicPr>
            <a:picLocks noChangeAspect="1"/>
          </p:cNvPicPr>
          <p:nvPr/>
        </p:nvPicPr>
        <p:blipFill>
          <a:blip r:embed="rId6"/>
          <a:stretch>
            <a:fillRect/>
          </a:stretch>
        </p:blipFill>
        <p:spPr>
          <a:xfrm>
            <a:off x="36795" y="1586865"/>
            <a:ext cx="12170410" cy="4461510"/>
          </a:xfrm>
          <a:prstGeom prst="rect">
            <a:avLst/>
          </a:prstGeom>
        </p:spPr>
      </p:pic>
      <p:cxnSp>
        <p:nvCxnSpPr>
          <p:cNvPr id="14" name="Straight Connector 3"/>
          <p:cNvCxnSpPr/>
          <p:nvPr/>
        </p:nvCxnSpPr>
        <p:spPr>
          <a:xfrm>
            <a:off x="3052905" y="5362330"/>
            <a:ext cx="147554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4"/>
          <p:cNvCxnSpPr/>
          <p:nvPr/>
        </p:nvCxnSpPr>
        <p:spPr>
          <a:xfrm>
            <a:off x="4631099" y="5362330"/>
            <a:ext cx="147554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5"/>
          <p:cNvCxnSpPr/>
          <p:nvPr/>
        </p:nvCxnSpPr>
        <p:spPr>
          <a:xfrm>
            <a:off x="6194642" y="5362330"/>
            <a:ext cx="147554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7"/>
          <p:cNvCxnSpPr/>
          <p:nvPr/>
        </p:nvCxnSpPr>
        <p:spPr>
          <a:xfrm rot="10800000">
            <a:off x="7772610" y="5362330"/>
            <a:ext cx="147554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11"/>
          <p:cNvSpPr txBox="1"/>
          <p:nvPr/>
        </p:nvSpPr>
        <p:spPr>
          <a:xfrm>
            <a:off x="9042643" y="5461071"/>
            <a:ext cx="524341" cy="276999"/>
          </a:xfrm>
          <a:prstGeom prst="rect">
            <a:avLst/>
          </a:prstGeom>
          <a:noFill/>
        </p:spPr>
        <p:txBody>
          <a:bodyPr wrap="none" lIns="91412" tIns="45706" rIns="91412" bIns="45706">
            <a:normAutofit/>
          </a:bodyPr>
          <a:lstStyle/>
          <a:p>
            <a:r>
              <a:rPr lang="id-ID" sz="1200" b="1" dirty="0">
                <a:solidFill>
                  <a:schemeClr val="tx1">
                    <a:lumMod val="85000"/>
                    <a:lumOff val="15000"/>
                  </a:schemeClr>
                </a:solidFill>
                <a:cs typeface="+mn-ea"/>
                <a:sym typeface="+mn-lt"/>
              </a:rPr>
              <a:t>2017</a:t>
            </a:r>
          </a:p>
        </p:txBody>
      </p:sp>
      <p:sp>
        <p:nvSpPr>
          <p:cNvPr id="26" name="TextBox 12"/>
          <p:cNvSpPr txBox="1"/>
          <p:nvPr/>
        </p:nvSpPr>
        <p:spPr>
          <a:xfrm>
            <a:off x="7460480" y="5461071"/>
            <a:ext cx="524341" cy="276999"/>
          </a:xfrm>
          <a:prstGeom prst="rect">
            <a:avLst/>
          </a:prstGeom>
          <a:noFill/>
        </p:spPr>
        <p:txBody>
          <a:bodyPr wrap="none" lIns="91412" tIns="45706" rIns="91412" bIns="45706">
            <a:normAutofit/>
          </a:bodyPr>
          <a:lstStyle/>
          <a:p>
            <a:r>
              <a:rPr lang="id-ID" sz="1200" b="1" dirty="0">
                <a:solidFill>
                  <a:schemeClr val="tx1">
                    <a:lumMod val="85000"/>
                    <a:lumOff val="15000"/>
                  </a:schemeClr>
                </a:solidFill>
                <a:cs typeface="+mn-ea"/>
                <a:sym typeface="+mn-lt"/>
              </a:rPr>
              <a:t>2016</a:t>
            </a:r>
          </a:p>
        </p:txBody>
      </p:sp>
      <p:sp>
        <p:nvSpPr>
          <p:cNvPr id="27" name="TextBox 13"/>
          <p:cNvSpPr txBox="1"/>
          <p:nvPr/>
        </p:nvSpPr>
        <p:spPr>
          <a:xfrm>
            <a:off x="5906982" y="5451546"/>
            <a:ext cx="524341" cy="276999"/>
          </a:xfrm>
          <a:prstGeom prst="rect">
            <a:avLst/>
          </a:prstGeom>
          <a:noFill/>
        </p:spPr>
        <p:txBody>
          <a:bodyPr wrap="none" lIns="91412" tIns="45706" rIns="91412" bIns="45706">
            <a:normAutofit/>
          </a:bodyPr>
          <a:lstStyle/>
          <a:p>
            <a:r>
              <a:rPr lang="id-ID" sz="1200" b="1" dirty="0">
                <a:solidFill>
                  <a:schemeClr val="tx1">
                    <a:lumMod val="85000"/>
                    <a:lumOff val="15000"/>
                  </a:schemeClr>
                </a:solidFill>
                <a:cs typeface="+mn-ea"/>
                <a:sym typeface="+mn-lt"/>
              </a:rPr>
              <a:t>2015</a:t>
            </a:r>
          </a:p>
        </p:txBody>
      </p:sp>
      <p:sp>
        <p:nvSpPr>
          <p:cNvPr id="28" name="TextBox 14"/>
          <p:cNvSpPr txBox="1"/>
          <p:nvPr/>
        </p:nvSpPr>
        <p:spPr>
          <a:xfrm>
            <a:off x="4343865" y="5461071"/>
            <a:ext cx="524341" cy="276999"/>
          </a:xfrm>
          <a:prstGeom prst="rect">
            <a:avLst/>
          </a:prstGeom>
          <a:noFill/>
        </p:spPr>
        <p:txBody>
          <a:bodyPr wrap="none" lIns="91412" tIns="45706" rIns="91412" bIns="45706">
            <a:normAutofit/>
          </a:bodyPr>
          <a:lstStyle/>
          <a:p>
            <a:r>
              <a:rPr lang="id-ID" sz="1200" b="1" dirty="0">
                <a:solidFill>
                  <a:schemeClr val="tx1">
                    <a:lumMod val="85000"/>
                    <a:lumOff val="15000"/>
                  </a:schemeClr>
                </a:solidFill>
                <a:cs typeface="+mn-ea"/>
                <a:sym typeface="+mn-lt"/>
              </a:rPr>
              <a:t>2014</a:t>
            </a:r>
          </a:p>
        </p:txBody>
      </p:sp>
      <p:sp>
        <p:nvSpPr>
          <p:cNvPr id="29" name="TextBox 15"/>
          <p:cNvSpPr txBox="1"/>
          <p:nvPr/>
        </p:nvSpPr>
        <p:spPr>
          <a:xfrm>
            <a:off x="2754475" y="5461071"/>
            <a:ext cx="524341" cy="276999"/>
          </a:xfrm>
          <a:prstGeom prst="rect">
            <a:avLst/>
          </a:prstGeom>
          <a:noFill/>
        </p:spPr>
        <p:txBody>
          <a:bodyPr wrap="none" lIns="91412" tIns="45706" rIns="91412" bIns="45706">
            <a:normAutofit/>
          </a:bodyPr>
          <a:lstStyle/>
          <a:p>
            <a:r>
              <a:rPr lang="id-ID" sz="1200" b="1" dirty="0">
                <a:solidFill>
                  <a:schemeClr val="tx1">
                    <a:lumMod val="85000"/>
                    <a:lumOff val="15000"/>
                  </a:schemeClr>
                </a:solidFill>
                <a:cs typeface="+mn-ea"/>
                <a:sym typeface="+mn-lt"/>
              </a:rPr>
              <a:t>2013</a:t>
            </a:r>
          </a:p>
        </p:txBody>
      </p:sp>
      <p:sp>
        <p:nvSpPr>
          <p:cNvPr id="32" name="Oval 18"/>
          <p:cNvSpPr/>
          <p:nvPr/>
        </p:nvSpPr>
        <p:spPr>
          <a:xfrm>
            <a:off x="2961058" y="5308330"/>
            <a:ext cx="107967" cy="108000"/>
          </a:xfrm>
          <a:prstGeom prst="ellipse">
            <a:avLst/>
          </a:prstGeom>
          <a:solidFill>
            <a:srgbClr val="7AB8BF"/>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a:endParaRPr sz="2400">
              <a:solidFill>
                <a:schemeClr val="tx1">
                  <a:lumMod val="85000"/>
                  <a:lumOff val="15000"/>
                </a:schemeClr>
              </a:solidFill>
              <a:cs typeface="+mn-ea"/>
              <a:sym typeface="+mn-lt"/>
            </a:endParaRPr>
          </a:p>
        </p:txBody>
      </p:sp>
      <p:sp>
        <p:nvSpPr>
          <p:cNvPr id="33" name="Oval 19"/>
          <p:cNvSpPr/>
          <p:nvPr/>
        </p:nvSpPr>
        <p:spPr>
          <a:xfrm>
            <a:off x="4536025" y="5308330"/>
            <a:ext cx="107967" cy="108000"/>
          </a:xfrm>
          <a:prstGeom prst="ellipse">
            <a:avLst/>
          </a:prstGeom>
          <a:solidFill>
            <a:srgbClr val="B2D6FE"/>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a:endParaRPr sz="2400">
              <a:solidFill>
                <a:schemeClr val="tx1">
                  <a:lumMod val="85000"/>
                  <a:lumOff val="15000"/>
                </a:schemeClr>
              </a:solidFill>
              <a:cs typeface="+mn-ea"/>
              <a:sym typeface="+mn-lt"/>
            </a:endParaRPr>
          </a:p>
        </p:txBody>
      </p:sp>
      <p:sp>
        <p:nvSpPr>
          <p:cNvPr id="34" name="Oval 20"/>
          <p:cNvSpPr/>
          <p:nvPr/>
        </p:nvSpPr>
        <p:spPr>
          <a:xfrm>
            <a:off x="6107156" y="5308330"/>
            <a:ext cx="107967" cy="108000"/>
          </a:xfrm>
          <a:prstGeom prst="ellipse">
            <a:avLst/>
          </a:prstGeom>
          <a:solidFill>
            <a:srgbClr val="AEDDE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a:endParaRPr sz="2400">
              <a:solidFill>
                <a:schemeClr val="tx1">
                  <a:lumMod val="85000"/>
                  <a:lumOff val="15000"/>
                </a:schemeClr>
              </a:solidFill>
              <a:cs typeface="+mn-ea"/>
              <a:sym typeface="+mn-lt"/>
            </a:endParaRPr>
          </a:p>
        </p:txBody>
      </p:sp>
      <p:sp>
        <p:nvSpPr>
          <p:cNvPr id="35" name="Oval 21"/>
          <p:cNvSpPr/>
          <p:nvPr/>
        </p:nvSpPr>
        <p:spPr>
          <a:xfrm>
            <a:off x="7654756" y="5308330"/>
            <a:ext cx="107967" cy="108000"/>
          </a:xfrm>
          <a:prstGeom prst="ellipse">
            <a:avLst/>
          </a:prstGeom>
          <a:solidFill>
            <a:srgbClr val="F7443D"/>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a:endParaRPr sz="2400">
              <a:solidFill>
                <a:schemeClr val="tx1">
                  <a:lumMod val="85000"/>
                  <a:lumOff val="15000"/>
                </a:schemeClr>
              </a:solidFill>
              <a:cs typeface="+mn-ea"/>
              <a:sym typeface="+mn-lt"/>
            </a:endParaRPr>
          </a:p>
        </p:txBody>
      </p:sp>
      <p:sp>
        <p:nvSpPr>
          <p:cNvPr id="36" name="Oval 22"/>
          <p:cNvSpPr/>
          <p:nvPr/>
        </p:nvSpPr>
        <p:spPr>
          <a:xfrm rot="10800000">
            <a:off x="9243617" y="5308332"/>
            <a:ext cx="107967" cy="108000"/>
          </a:xfrm>
          <a:prstGeom prst="ellipse">
            <a:avLst/>
          </a:prstGeom>
          <a:solidFill>
            <a:srgbClr val="7AB8BF"/>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a:endParaRPr sz="2400">
              <a:solidFill>
                <a:schemeClr val="tx1">
                  <a:lumMod val="85000"/>
                  <a:lumOff val="15000"/>
                </a:schemeClr>
              </a:solidFill>
              <a:cs typeface="+mn-ea"/>
              <a:sym typeface="+mn-lt"/>
            </a:endParaRPr>
          </a:p>
        </p:txBody>
      </p:sp>
      <p:sp>
        <p:nvSpPr>
          <p:cNvPr id="42" name="TextBox 26"/>
          <p:cNvSpPr txBox="1"/>
          <p:nvPr/>
        </p:nvSpPr>
        <p:spPr>
          <a:xfrm>
            <a:off x="2394233" y="2753049"/>
            <a:ext cx="1261495" cy="307777"/>
          </a:xfrm>
          <a:prstGeom prst="rect">
            <a:avLst/>
          </a:prstGeom>
          <a:noFill/>
        </p:spPr>
        <p:txBody>
          <a:bodyPr wrap="none" lIns="91412" tIns="45706" rIns="91412" bIns="45706">
            <a:normAutofit fontScale="95000"/>
          </a:bodyPr>
          <a:lstStyle/>
          <a:p>
            <a:pPr algn="ctr"/>
            <a:r>
              <a:rPr lang="zh-CN" altLang="en-US" sz="1465" b="1" dirty="0">
                <a:solidFill>
                  <a:schemeClr val="tx1">
                    <a:lumMod val="85000"/>
                    <a:lumOff val="15000"/>
                  </a:schemeClr>
                </a:solidFill>
                <a:latin typeface="微软雅黑" panose="020B0503020204020204" charset="-122"/>
                <a:ea typeface="微软雅黑" panose="020B0503020204020204" charset="-122"/>
                <a:cs typeface="+mn-ea"/>
                <a:sym typeface="+mn-lt"/>
              </a:rPr>
              <a:t>输入此处标题</a:t>
            </a:r>
          </a:p>
        </p:txBody>
      </p:sp>
      <p:sp>
        <p:nvSpPr>
          <p:cNvPr id="43" name="TextBox 27"/>
          <p:cNvSpPr txBox="1"/>
          <p:nvPr/>
        </p:nvSpPr>
        <p:spPr>
          <a:xfrm>
            <a:off x="2115237" y="2973683"/>
            <a:ext cx="1837054" cy="553998"/>
          </a:xfrm>
          <a:prstGeom prst="rect">
            <a:avLst/>
          </a:prstGeom>
          <a:noFill/>
        </p:spPr>
        <p:txBody>
          <a:bodyPr wrap="square" lIns="91412" tIns="45706" rIns="91412" bIns="45706">
            <a:noAutofit/>
          </a:bodyPr>
          <a:lstStyle/>
          <a:p>
            <a:pPr algn="ctr">
              <a:lnSpc>
                <a:spcPts val="1600"/>
              </a:lnSpc>
            </a:pPr>
            <a:r>
              <a:rPr lang="zh-CN" altLang="en-US" sz="1000" dirty="0">
                <a:solidFill>
                  <a:schemeClr val="tx1"/>
                </a:solidFill>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r>
              <a:rPr lang="zh-CN" altLang="en-US" sz="1000" dirty="0">
                <a:solidFill>
                  <a:schemeClr val="bg1"/>
                </a:solidFill>
                <a:cs typeface="+mn-ea"/>
                <a:sym typeface="+mn-lt"/>
              </a:rPr>
              <a:t>。</a:t>
            </a:r>
          </a:p>
        </p:txBody>
      </p:sp>
      <p:cxnSp>
        <p:nvCxnSpPr>
          <p:cNvPr id="44" name="Straight Connector 28"/>
          <p:cNvCxnSpPr/>
          <p:nvPr/>
        </p:nvCxnSpPr>
        <p:spPr>
          <a:xfrm flipV="1">
            <a:off x="3024977" y="3696029"/>
            <a:ext cx="0" cy="1561753"/>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29"/>
          <p:cNvCxnSpPr/>
          <p:nvPr/>
        </p:nvCxnSpPr>
        <p:spPr>
          <a:xfrm flipV="1">
            <a:off x="3015041" y="2348553"/>
            <a:ext cx="0" cy="396000"/>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46" name="Group 30"/>
          <p:cNvGrpSpPr/>
          <p:nvPr/>
        </p:nvGrpSpPr>
        <p:grpSpPr>
          <a:xfrm>
            <a:off x="2763950" y="1657804"/>
            <a:ext cx="539833" cy="540000"/>
            <a:chOff x="3450124" y="2009775"/>
            <a:chExt cx="540000" cy="540000"/>
          </a:xfrm>
        </p:grpSpPr>
        <p:sp>
          <p:nvSpPr>
            <p:cNvPr id="47" name="Oval 63"/>
            <p:cNvSpPr/>
            <p:nvPr/>
          </p:nvSpPr>
          <p:spPr>
            <a:xfrm>
              <a:off x="3450124" y="2009775"/>
              <a:ext cx="540000" cy="540000"/>
            </a:xfrm>
            <a:prstGeom prst="ellipse">
              <a:avLst/>
            </a:prstGeom>
            <a:solidFill>
              <a:srgbClr val="ABC7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tx1">
                    <a:lumMod val="85000"/>
                    <a:lumOff val="15000"/>
                  </a:schemeClr>
                </a:solidFill>
                <a:cs typeface="+mn-ea"/>
                <a:sym typeface="+mn-lt"/>
              </a:endParaRPr>
            </a:p>
          </p:txBody>
        </p:sp>
        <p:grpSp>
          <p:nvGrpSpPr>
            <p:cNvPr id="48" name="Group 64"/>
            <p:cNvGrpSpPr/>
            <p:nvPr/>
          </p:nvGrpSpPr>
          <p:grpSpPr>
            <a:xfrm>
              <a:off x="3567882" y="2071853"/>
              <a:ext cx="304483" cy="415884"/>
              <a:chOff x="5772150" y="2981325"/>
              <a:chExt cx="650875" cy="889001"/>
            </a:xfrm>
            <a:solidFill>
              <a:schemeClr val="bg1"/>
            </a:solidFill>
          </p:grpSpPr>
          <p:sp>
            <p:nvSpPr>
              <p:cNvPr id="49" name="Rectangle 65"/>
              <p:cNvSpPr/>
              <p:nvPr/>
            </p:nvSpPr>
            <p:spPr bwMode="auto">
              <a:xfrm>
                <a:off x="5875338" y="3159125"/>
                <a:ext cx="1460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400">
                  <a:solidFill>
                    <a:schemeClr val="tx1">
                      <a:lumMod val="85000"/>
                      <a:lumOff val="15000"/>
                    </a:schemeClr>
                  </a:solidFill>
                  <a:cs typeface="+mn-ea"/>
                  <a:sym typeface="+mn-lt"/>
                </a:endParaRPr>
              </a:p>
            </p:txBody>
          </p:sp>
          <p:sp>
            <p:nvSpPr>
              <p:cNvPr id="50" name="Rectangle 66"/>
              <p:cNvSpPr/>
              <p:nvPr/>
            </p:nvSpPr>
            <p:spPr bwMode="auto">
              <a:xfrm>
                <a:off x="5875338" y="3375025"/>
                <a:ext cx="368300" cy="42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400">
                  <a:solidFill>
                    <a:schemeClr val="tx1">
                      <a:lumMod val="85000"/>
                      <a:lumOff val="15000"/>
                    </a:schemeClr>
                  </a:solidFill>
                  <a:cs typeface="+mn-ea"/>
                  <a:sym typeface="+mn-lt"/>
                </a:endParaRPr>
              </a:p>
            </p:txBody>
          </p:sp>
          <p:sp>
            <p:nvSpPr>
              <p:cNvPr id="51" name="Rectangle 67"/>
              <p:cNvSpPr/>
              <p:nvPr/>
            </p:nvSpPr>
            <p:spPr bwMode="auto">
              <a:xfrm>
                <a:off x="5875338" y="3470275"/>
                <a:ext cx="36830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400">
                  <a:solidFill>
                    <a:schemeClr val="tx1">
                      <a:lumMod val="85000"/>
                      <a:lumOff val="15000"/>
                    </a:schemeClr>
                  </a:solidFill>
                  <a:cs typeface="+mn-ea"/>
                  <a:sym typeface="+mn-lt"/>
                </a:endParaRPr>
              </a:p>
            </p:txBody>
          </p:sp>
          <p:sp>
            <p:nvSpPr>
              <p:cNvPr id="52" name="Rectangle 68"/>
              <p:cNvSpPr/>
              <p:nvPr/>
            </p:nvSpPr>
            <p:spPr bwMode="auto">
              <a:xfrm>
                <a:off x="5875338" y="3565525"/>
                <a:ext cx="206375"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400">
                  <a:solidFill>
                    <a:schemeClr val="tx1">
                      <a:lumMod val="85000"/>
                      <a:lumOff val="15000"/>
                    </a:schemeClr>
                  </a:solidFill>
                  <a:cs typeface="+mn-ea"/>
                  <a:sym typeface="+mn-lt"/>
                </a:endParaRPr>
              </a:p>
            </p:txBody>
          </p:sp>
          <p:sp>
            <p:nvSpPr>
              <p:cNvPr id="53" name="Freeform: Shape 69"/>
              <p:cNvSpPr/>
              <p:nvPr/>
            </p:nvSpPr>
            <p:spPr bwMode="auto">
              <a:xfrm>
                <a:off x="5772150" y="2981325"/>
                <a:ext cx="650875" cy="835025"/>
              </a:xfrm>
              <a:custGeom>
                <a:avLst/>
                <a:gdLst>
                  <a:gd name="T0" fmla="*/ 87 w 170"/>
                  <a:gd name="T1" fmla="*/ 0 h 220"/>
                  <a:gd name="T2" fmla="*/ 34 w 170"/>
                  <a:gd name="T3" fmla="*/ 0 h 220"/>
                  <a:gd name="T4" fmla="*/ 0 w 170"/>
                  <a:gd name="T5" fmla="*/ 34 h 220"/>
                  <a:gd name="T6" fmla="*/ 0 w 170"/>
                  <a:gd name="T7" fmla="*/ 185 h 220"/>
                  <a:gd name="T8" fmla="*/ 34 w 170"/>
                  <a:gd name="T9" fmla="*/ 220 h 220"/>
                  <a:gd name="T10" fmla="*/ 91 w 170"/>
                  <a:gd name="T11" fmla="*/ 220 h 220"/>
                  <a:gd name="T12" fmla="*/ 91 w 170"/>
                  <a:gd name="T13" fmla="*/ 203 h 220"/>
                  <a:gd name="T14" fmla="*/ 34 w 170"/>
                  <a:gd name="T15" fmla="*/ 203 h 220"/>
                  <a:gd name="T16" fmla="*/ 16 w 170"/>
                  <a:gd name="T17" fmla="*/ 185 h 220"/>
                  <a:gd name="T18" fmla="*/ 16 w 170"/>
                  <a:gd name="T19" fmla="*/ 34 h 220"/>
                  <a:gd name="T20" fmla="*/ 34 w 170"/>
                  <a:gd name="T21" fmla="*/ 16 h 220"/>
                  <a:gd name="T22" fmla="*/ 79 w 170"/>
                  <a:gd name="T23" fmla="*/ 16 h 220"/>
                  <a:gd name="T24" fmla="*/ 79 w 170"/>
                  <a:gd name="T25" fmla="*/ 67 h 220"/>
                  <a:gd name="T26" fmla="*/ 105 w 170"/>
                  <a:gd name="T27" fmla="*/ 93 h 220"/>
                  <a:gd name="T28" fmla="*/ 154 w 170"/>
                  <a:gd name="T29" fmla="*/ 93 h 220"/>
                  <a:gd name="T30" fmla="*/ 154 w 170"/>
                  <a:gd name="T31" fmla="*/ 185 h 220"/>
                  <a:gd name="T32" fmla="*/ 143 w 170"/>
                  <a:gd name="T33" fmla="*/ 202 h 220"/>
                  <a:gd name="T34" fmla="*/ 143 w 170"/>
                  <a:gd name="T35" fmla="*/ 219 h 220"/>
                  <a:gd name="T36" fmla="*/ 170 w 170"/>
                  <a:gd name="T37" fmla="*/ 185 h 220"/>
                  <a:gd name="T38" fmla="*/ 170 w 170"/>
                  <a:gd name="T39" fmla="*/ 83 h 220"/>
                  <a:gd name="T40" fmla="*/ 87 w 170"/>
                  <a:gd name="T41"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0" h="220">
                    <a:moveTo>
                      <a:pt x="87" y="0"/>
                    </a:moveTo>
                    <a:cubicBezTo>
                      <a:pt x="34" y="0"/>
                      <a:pt x="34" y="0"/>
                      <a:pt x="34" y="0"/>
                    </a:cubicBezTo>
                    <a:cubicBezTo>
                      <a:pt x="15" y="0"/>
                      <a:pt x="0" y="15"/>
                      <a:pt x="0" y="34"/>
                    </a:cubicBezTo>
                    <a:cubicBezTo>
                      <a:pt x="0" y="185"/>
                      <a:pt x="0" y="185"/>
                      <a:pt x="0" y="185"/>
                    </a:cubicBezTo>
                    <a:cubicBezTo>
                      <a:pt x="0" y="204"/>
                      <a:pt x="15" y="220"/>
                      <a:pt x="34" y="220"/>
                    </a:cubicBezTo>
                    <a:cubicBezTo>
                      <a:pt x="91" y="220"/>
                      <a:pt x="91" y="220"/>
                      <a:pt x="91" y="220"/>
                    </a:cubicBezTo>
                    <a:cubicBezTo>
                      <a:pt x="91" y="203"/>
                      <a:pt x="91" y="203"/>
                      <a:pt x="91" y="203"/>
                    </a:cubicBezTo>
                    <a:cubicBezTo>
                      <a:pt x="34" y="203"/>
                      <a:pt x="34" y="203"/>
                      <a:pt x="34" y="203"/>
                    </a:cubicBezTo>
                    <a:cubicBezTo>
                      <a:pt x="24" y="203"/>
                      <a:pt x="16" y="195"/>
                      <a:pt x="16" y="185"/>
                    </a:cubicBezTo>
                    <a:cubicBezTo>
                      <a:pt x="16" y="34"/>
                      <a:pt x="16" y="34"/>
                      <a:pt x="16" y="34"/>
                    </a:cubicBezTo>
                    <a:cubicBezTo>
                      <a:pt x="16" y="24"/>
                      <a:pt x="24" y="16"/>
                      <a:pt x="34" y="16"/>
                    </a:cubicBezTo>
                    <a:cubicBezTo>
                      <a:pt x="79" y="16"/>
                      <a:pt x="79" y="16"/>
                      <a:pt x="79" y="16"/>
                    </a:cubicBezTo>
                    <a:cubicBezTo>
                      <a:pt x="79" y="67"/>
                      <a:pt x="79" y="67"/>
                      <a:pt x="79" y="67"/>
                    </a:cubicBezTo>
                    <a:cubicBezTo>
                      <a:pt x="79" y="81"/>
                      <a:pt x="90" y="93"/>
                      <a:pt x="105" y="93"/>
                    </a:cubicBezTo>
                    <a:cubicBezTo>
                      <a:pt x="154" y="93"/>
                      <a:pt x="154" y="93"/>
                      <a:pt x="154" y="93"/>
                    </a:cubicBezTo>
                    <a:cubicBezTo>
                      <a:pt x="154" y="185"/>
                      <a:pt x="154" y="185"/>
                      <a:pt x="154" y="185"/>
                    </a:cubicBezTo>
                    <a:cubicBezTo>
                      <a:pt x="154" y="193"/>
                      <a:pt x="149" y="199"/>
                      <a:pt x="143" y="202"/>
                    </a:cubicBezTo>
                    <a:cubicBezTo>
                      <a:pt x="143" y="219"/>
                      <a:pt x="143" y="219"/>
                      <a:pt x="143" y="219"/>
                    </a:cubicBezTo>
                    <a:cubicBezTo>
                      <a:pt x="158" y="216"/>
                      <a:pt x="170" y="202"/>
                      <a:pt x="170" y="185"/>
                    </a:cubicBezTo>
                    <a:cubicBezTo>
                      <a:pt x="170" y="83"/>
                      <a:pt x="170" y="83"/>
                      <a:pt x="170" y="83"/>
                    </a:cubicBezTo>
                    <a:lnTo>
                      <a:pt x="8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sp>
            <p:nvSpPr>
              <p:cNvPr id="54" name="Freeform: Shape 70"/>
              <p:cNvSpPr/>
              <p:nvPr/>
            </p:nvSpPr>
            <p:spPr bwMode="auto">
              <a:xfrm>
                <a:off x="6154738" y="3744913"/>
                <a:ext cx="130175" cy="125413"/>
              </a:xfrm>
              <a:custGeom>
                <a:avLst/>
                <a:gdLst>
                  <a:gd name="T0" fmla="*/ 32 w 34"/>
                  <a:gd name="T1" fmla="*/ 0 h 33"/>
                  <a:gd name="T2" fmla="*/ 31 w 34"/>
                  <a:gd name="T3" fmla="*/ 2 h 33"/>
                  <a:gd name="T4" fmla="*/ 26 w 34"/>
                  <a:gd name="T5" fmla="*/ 7 h 33"/>
                  <a:gd name="T6" fmla="*/ 24 w 34"/>
                  <a:gd name="T7" fmla="*/ 8 h 33"/>
                  <a:gd name="T8" fmla="*/ 19 w 34"/>
                  <a:gd name="T9" fmla="*/ 6 h 33"/>
                  <a:gd name="T10" fmla="*/ 17 w 34"/>
                  <a:gd name="T11" fmla="*/ 5 h 33"/>
                  <a:gd name="T12" fmla="*/ 16 w 34"/>
                  <a:gd name="T13" fmla="*/ 6 h 33"/>
                  <a:gd name="T14" fmla="*/ 10 w 34"/>
                  <a:gd name="T15" fmla="*/ 8 h 33"/>
                  <a:gd name="T16" fmla="*/ 10 w 34"/>
                  <a:gd name="T17" fmla="*/ 8 h 33"/>
                  <a:gd name="T18" fmla="*/ 8 w 34"/>
                  <a:gd name="T19" fmla="*/ 7 h 33"/>
                  <a:gd name="T20" fmla="*/ 3 w 34"/>
                  <a:gd name="T21" fmla="*/ 2 h 33"/>
                  <a:gd name="T22" fmla="*/ 2 w 34"/>
                  <a:gd name="T23" fmla="*/ 0 h 33"/>
                  <a:gd name="T24" fmla="*/ 1 w 34"/>
                  <a:gd name="T25" fmla="*/ 0 h 33"/>
                  <a:gd name="T26" fmla="*/ 0 w 34"/>
                  <a:gd name="T27" fmla="*/ 0 h 33"/>
                  <a:gd name="T28" fmla="*/ 0 w 34"/>
                  <a:gd name="T29" fmla="*/ 33 h 33"/>
                  <a:gd name="T30" fmla="*/ 17 w 34"/>
                  <a:gd name="T31" fmla="*/ 21 h 33"/>
                  <a:gd name="T32" fmla="*/ 34 w 34"/>
                  <a:gd name="T33" fmla="*/ 33 h 33"/>
                  <a:gd name="T34" fmla="*/ 34 w 34"/>
                  <a:gd name="T35" fmla="*/ 0 h 33"/>
                  <a:gd name="T36" fmla="*/ 34 w 34"/>
                  <a:gd name="T37" fmla="*/ 0 h 33"/>
                  <a:gd name="T38" fmla="*/ 32 w 34"/>
                  <a:gd name="T3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 h="33">
                    <a:moveTo>
                      <a:pt x="32" y="0"/>
                    </a:moveTo>
                    <a:cubicBezTo>
                      <a:pt x="32" y="1"/>
                      <a:pt x="31" y="1"/>
                      <a:pt x="31" y="2"/>
                    </a:cubicBezTo>
                    <a:cubicBezTo>
                      <a:pt x="30" y="4"/>
                      <a:pt x="29" y="6"/>
                      <a:pt x="26" y="7"/>
                    </a:cubicBezTo>
                    <a:cubicBezTo>
                      <a:pt x="25" y="7"/>
                      <a:pt x="25" y="8"/>
                      <a:pt x="24" y="8"/>
                    </a:cubicBezTo>
                    <a:cubicBezTo>
                      <a:pt x="22" y="8"/>
                      <a:pt x="20" y="7"/>
                      <a:pt x="19" y="6"/>
                    </a:cubicBezTo>
                    <a:cubicBezTo>
                      <a:pt x="18" y="6"/>
                      <a:pt x="17" y="5"/>
                      <a:pt x="17" y="5"/>
                    </a:cubicBezTo>
                    <a:cubicBezTo>
                      <a:pt x="17" y="5"/>
                      <a:pt x="16" y="6"/>
                      <a:pt x="16" y="6"/>
                    </a:cubicBezTo>
                    <a:cubicBezTo>
                      <a:pt x="14" y="7"/>
                      <a:pt x="12" y="8"/>
                      <a:pt x="10" y="8"/>
                    </a:cubicBezTo>
                    <a:cubicBezTo>
                      <a:pt x="10" y="8"/>
                      <a:pt x="10" y="8"/>
                      <a:pt x="10" y="8"/>
                    </a:cubicBezTo>
                    <a:cubicBezTo>
                      <a:pt x="9" y="8"/>
                      <a:pt x="9" y="7"/>
                      <a:pt x="8" y="7"/>
                    </a:cubicBezTo>
                    <a:cubicBezTo>
                      <a:pt x="5" y="6"/>
                      <a:pt x="4" y="4"/>
                      <a:pt x="3" y="2"/>
                    </a:cubicBezTo>
                    <a:cubicBezTo>
                      <a:pt x="3" y="1"/>
                      <a:pt x="2" y="1"/>
                      <a:pt x="2" y="0"/>
                    </a:cubicBezTo>
                    <a:cubicBezTo>
                      <a:pt x="2" y="0"/>
                      <a:pt x="1" y="0"/>
                      <a:pt x="1" y="0"/>
                    </a:cubicBezTo>
                    <a:cubicBezTo>
                      <a:pt x="1" y="0"/>
                      <a:pt x="0" y="0"/>
                      <a:pt x="0" y="0"/>
                    </a:cubicBezTo>
                    <a:cubicBezTo>
                      <a:pt x="0" y="33"/>
                      <a:pt x="0" y="33"/>
                      <a:pt x="0" y="33"/>
                    </a:cubicBezTo>
                    <a:cubicBezTo>
                      <a:pt x="17" y="21"/>
                      <a:pt x="17" y="21"/>
                      <a:pt x="17" y="21"/>
                    </a:cubicBezTo>
                    <a:cubicBezTo>
                      <a:pt x="34" y="33"/>
                      <a:pt x="34" y="33"/>
                      <a:pt x="34" y="33"/>
                    </a:cubicBezTo>
                    <a:cubicBezTo>
                      <a:pt x="34" y="0"/>
                      <a:pt x="34" y="0"/>
                      <a:pt x="34" y="0"/>
                    </a:cubicBezTo>
                    <a:cubicBezTo>
                      <a:pt x="34" y="0"/>
                      <a:pt x="34" y="0"/>
                      <a:pt x="34" y="0"/>
                    </a:cubicBezTo>
                    <a:cubicBezTo>
                      <a:pt x="33" y="0"/>
                      <a:pt x="32" y="0"/>
                      <a:pt x="3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sp>
            <p:nvSpPr>
              <p:cNvPr id="55" name="Oval 71"/>
              <p:cNvSpPr/>
              <p:nvPr/>
            </p:nvSpPr>
            <p:spPr bwMode="auto">
              <a:xfrm>
                <a:off x="6178550" y="3625850"/>
                <a:ext cx="84138" cy="809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sp>
            <p:nvSpPr>
              <p:cNvPr id="56" name="Freeform: Shape 72"/>
              <p:cNvSpPr/>
              <p:nvPr/>
            </p:nvSpPr>
            <p:spPr bwMode="auto">
              <a:xfrm>
                <a:off x="6127750" y="3573463"/>
                <a:ext cx="187325" cy="185738"/>
              </a:xfrm>
              <a:custGeom>
                <a:avLst/>
                <a:gdLst>
                  <a:gd name="T0" fmla="*/ 44 w 49"/>
                  <a:gd name="T1" fmla="*/ 18 h 49"/>
                  <a:gd name="T2" fmla="*/ 44 w 49"/>
                  <a:gd name="T3" fmla="*/ 10 h 49"/>
                  <a:gd name="T4" fmla="*/ 36 w 49"/>
                  <a:gd name="T5" fmla="*/ 7 h 49"/>
                  <a:gd name="T6" fmla="*/ 32 w 49"/>
                  <a:gd name="T7" fmla="*/ 1 h 49"/>
                  <a:gd name="T8" fmla="*/ 24 w 49"/>
                  <a:gd name="T9" fmla="*/ 3 h 49"/>
                  <a:gd name="T10" fmla="*/ 16 w 49"/>
                  <a:gd name="T11" fmla="*/ 1 h 49"/>
                  <a:gd name="T12" fmla="*/ 12 w 49"/>
                  <a:gd name="T13" fmla="*/ 7 h 49"/>
                  <a:gd name="T14" fmla="*/ 4 w 49"/>
                  <a:gd name="T15" fmla="*/ 10 h 49"/>
                  <a:gd name="T16" fmla="*/ 4 w 49"/>
                  <a:gd name="T17" fmla="*/ 18 h 49"/>
                  <a:gd name="T18" fmla="*/ 0 w 49"/>
                  <a:gd name="T19" fmla="*/ 24 h 49"/>
                  <a:gd name="T20" fmla="*/ 4 w 49"/>
                  <a:gd name="T21" fmla="*/ 31 h 49"/>
                  <a:gd name="T22" fmla="*/ 4 w 49"/>
                  <a:gd name="T23" fmla="*/ 39 h 49"/>
                  <a:gd name="T24" fmla="*/ 12 w 49"/>
                  <a:gd name="T25" fmla="*/ 41 h 49"/>
                  <a:gd name="T26" fmla="*/ 16 w 49"/>
                  <a:gd name="T27" fmla="*/ 48 h 49"/>
                  <a:gd name="T28" fmla="*/ 24 w 49"/>
                  <a:gd name="T29" fmla="*/ 45 h 49"/>
                  <a:gd name="T30" fmla="*/ 32 w 49"/>
                  <a:gd name="T31" fmla="*/ 48 h 49"/>
                  <a:gd name="T32" fmla="*/ 36 w 49"/>
                  <a:gd name="T33" fmla="*/ 41 h 49"/>
                  <a:gd name="T34" fmla="*/ 44 w 49"/>
                  <a:gd name="T35" fmla="*/ 39 h 49"/>
                  <a:gd name="T36" fmla="*/ 44 w 49"/>
                  <a:gd name="T37" fmla="*/ 31 h 49"/>
                  <a:gd name="T38" fmla="*/ 49 w 49"/>
                  <a:gd name="T39" fmla="*/ 24 h 49"/>
                  <a:gd name="T40" fmla="*/ 44 w 49"/>
                  <a:gd name="T41" fmla="*/ 18 h 49"/>
                  <a:gd name="T42" fmla="*/ 24 w 49"/>
                  <a:gd name="T43" fmla="*/ 37 h 49"/>
                  <a:gd name="T44" fmla="*/ 11 w 49"/>
                  <a:gd name="T45" fmla="*/ 24 h 49"/>
                  <a:gd name="T46" fmla="*/ 24 w 49"/>
                  <a:gd name="T47" fmla="*/ 12 h 49"/>
                  <a:gd name="T48" fmla="*/ 37 w 49"/>
                  <a:gd name="T49" fmla="*/ 24 h 49"/>
                  <a:gd name="T50" fmla="*/ 24 w 49"/>
                  <a:gd name="T51"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49">
                    <a:moveTo>
                      <a:pt x="44" y="18"/>
                    </a:moveTo>
                    <a:cubicBezTo>
                      <a:pt x="43" y="16"/>
                      <a:pt x="45" y="12"/>
                      <a:pt x="44" y="10"/>
                    </a:cubicBezTo>
                    <a:cubicBezTo>
                      <a:pt x="42" y="8"/>
                      <a:pt x="38" y="9"/>
                      <a:pt x="36" y="7"/>
                    </a:cubicBezTo>
                    <a:cubicBezTo>
                      <a:pt x="34" y="6"/>
                      <a:pt x="34" y="2"/>
                      <a:pt x="32" y="1"/>
                    </a:cubicBezTo>
                    <a:cubicBezTo>
                      <a:pt x="29" y="0"/>
                      <a:pt x="27" y="3"/>
                      <a:pt x="24" y="3"/>
                    </a:cubicBezTo>
                    <a:cubicBezTo>
                      <a:pt x="22" y="3"/>
                      <a:pt x="19" y="0"/>
                      <a:pt x="16" y="1"/>
                    </a:cubicBezTo>
                    <a:cubicBezTo>
                      <a:pt x="14" y="2"/>
                      <a:pt x="14" y="6"/>
                      <a:pt x="12" y="7"/>
                    </a:cubicBezTo>
                    <a:cubicBezTo>
                      <a:pt x="10" y="9"/>
                      <a:pt x="6" y="8"/>
                      <a:pt x="4" y="10"/>
                    </a:cubicBezTo>
                    <a:cubicBezTo>
                      <a:pt x="3" y="12"/>
                      <a:pt x="5" y="16"/>
                      <a:pt x="4" y="18"/>
                    </a:cubicBezTo>
                    <a:cubicBezTo>
                      <a:pt x="3" y="20"/>
                      <a:pt x="0" y="22"/>
                      <a:pt x="0" y="24"/>
                    </a:cubicBezTo>
                    <a:cubicBezTo>
                      <a:pt x="0" y="27"/>
                      <a:pt x="3" y="29"/>
                      <a:pt x="4" y="31"/>
                    </a:cubicBezTo>
                    <a:cubicBezTo>
                      <a:pt x="5" y="33"/>
                      <a:pt x="3" y="37"/>
                      <a:pt x="4" y="39"/>
                    </a:cubicBezTo>
                    <a:cubicBezTo>
                      <a:pt x="6" y="41"/>
                      <a:pt x="10" y="40"/>
                      <a:pt x="12" y="41"/>
                    </a:cubicBezTo>
                    <a:cubicBezTo>
                      <a:pt x="14" y="43"/>
                      <a:pt x="14" y="47"/>
                      <a:pt x="16" y="48"/>
                    </a:cubicBezTo>
                    <a:cubicBezTo>
                      <a:pt x="19" y="49"/>
                      <a:pt x="22" y="45"/>
                      <a:pt x="24" y="45"/>
                    </a:cubicBezTo>
                    <a:cubicBezTo>
                      <a:pt x="27" y="45"/>
                      <a:pt x="29" y="49"/>
                      <a:pt x="32" y="48"/>
                    </a:cubicBezTo>
                    <a:cubicBezTo>
                      <a:pt x="34" y="47"/>
                      <a:pt x="34" y="43"/>
                      <a:pt x="36" y="41"/>
                    </a:cubicBezTo>
                    <a:cubicBezTo>
                      <a:pt x="38" y="40"/>
                      <a:pt x="42" y="41"/>
                      <a:pt x="44" y="39"/>
                    </a:cubicBezTo>
                    <a:cubicBezTo>
                      <a:pt x="45" y="37"/>
                      <a:pt x="43" y="33"/>
                      <a:pt x="44" y="31"/>
                    </a:cubicBezTo>
                    <a:cubicBezTo>
                      <a:pt x="45" y="29"/>
                      <a:pt x="49" y="27"/>
                      <a:pt x="49" y="24"/>
                    </a:cubicBezTo>
                    <a:cubicBezTo>
                      <a:pt x="49" y="22"/>
                      <a:pt x="45" y="20"/>
                      <a:pt x="44" y="18"/>
                    </a:cubicBezTo>
                    <a:close/>
                    <a:moveTo>
                      <a:pt x="24" y="37"/>
                    </a:moveTo>
                    <a:cubicBezTo>
                      <a:pt x="17" y="37"/>
                      <a:pt x="11" y="32"/>
                      <a:pt x="11" y="24"/>
                    </a:cubicBezTo>
                    <a:cubicBezTo>
                      <a:pt x="11" y="17"/>
                      <a:pt x="17" y="12"/>
                      <a:pt x="24" y="12"/>
                    </a:cubicBezTo>
                    <a:cubicBezTo>
                      <a:pt x="31" y="12"/>
                      <a:pt x="37" y="17"/>
                      <a:pt x="37" y="24"/>
                    </a:cubicBezTo>
                    <a:cubicBezTo>
                      <a:pt x="37" y="32"/>
                      <a:pt x="31" y="37"/>
                      <a:pt x="2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grpSp>
      </p:grpSp>
      <p:sp>
        <p:nvSpPr>
          <p:cNvPr id="57" name="TextBox 31"/>
          <p:cNvSpPr txBox="1"/>
          <p:nvPr/>
        </p:nvSpPr>
        <p:spPr>
          <a:xfrm>
            <a:off x="3967800" y="4052308"/>
            <a:ext cx="1261496" cy="307777"/>
          </a:xfrm>
          <a:prstGeom prst="rect">
            <a:avLst/>
          </a:prstGeom>
          <a:noFill/>
        </p:spPr>
        <p:txBody>
          <a:bodyPr wrap="none" lIns="91412" tIns="45706" rIns="91412" bIns="45706">
            <a:normAutofit fontScale="95000"/>
          </a:bodyPr>
          <a:lstStyle/>
          <a:p>
            <a:pPr algn="ctr"/>
            <a:r>
              <a:rPr lang="zh-CN" altLang="en-US" sz="1465" b="1" dirty="0">
                <a:solidFill>
                  <a:schemeClr val="tx1">
                    <a:lumMod val="85000"/>
                    <a:lumOff val="15000"/>
                  </a:schemeClr>
                </a:solidFill>
                <a:latin typeface="微软雅黑" panose="020B0503020204020204" charset="-122"/>
                <a:ea typeface="微软雅黑" panose="020B0503020204020204" charset="-122"/>
                <a:cs typeface="+mn-ea"/>
                <a:sym typeface="+mn-lt"/>
              </a:rPr>
              <a:t>输入此处标题</a:t>
            </a:r>
          </a:p>
        </p:txBody>
      </p:sp>
      <p:sp>
        <p:nvSpPr>
          <p:cNvPr id="58" name="TextBox 32"/>
          <p:cNvSpPr txBox="1"/>
          <p:nvPr/>
        </p:nvSpPr>
        <p:spPr>
          <a:xfrm>
            <a:off x="3680020" y="4277580"/>
            <a:ext cx="1837054" cy="553998"/>
          </a:xfrm>
          <a:prstGeom prst="rect">
            <a:avLst/>
          </a:prstGeom>
          <a:noFill/>
        </p:spPr>
        <p:txBody>
          <a:bodyPr wrap="square" lIns="91412" tIns="45706" rIns="91412" bIns="45706">
            <a:noAutofit/>
          </a:bodyPr>
          <a:lstStyle>
            <a:defPPr>
              <a:defRPr lang="zh-CN"/>
            </a:defPPr>
            <a:lvl1pPr algn="ctr">
              <a:lnSpc>
                <a:spcPts val="1600"/>
              </a:lnSpc>
              <a:defRPr sz="1000">
                <a:solidFill>
                  <a:schemeClr val="tx1">
                    <a:lumMod val="95000"/>
                    <a:lumOff val="5000"/>
                  </a:schemeClr>
                </a:solidFill>
                <a:latin typeface="+mn-ea"/>
              </a:defRPr>
            </a:lvl1pPr>
          </a:lstStyle>
          <a:p>
            <a:r>
              <a:rPr lang="zh-CN" altLang="en-US" dirty="0">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r>
              <a:rPr lang="zh-CN" altLang="en-US" dirty="0">
                <a:latin typeface="+mn-lt"/>
                <a:cs typeface="+mn-ea"/>
                <a:sym typeface="+mn-lt"/>
              </a:rPr>
              <a:t>。</a:t>
            </a:r>
            <a:endParaRPr lang="en-US" altLang="zh-CN" dirty="0">
              <a:latin typeface="+mn-lt"/>
              <a:cs typeface="+mn-ea"/>
              <a:sym typeface="+mn-lt"/>
            </a:endParaRPr>
          </a:p>
        </p:txBody>
      </p:sp>
      <p:cxnSp>
        <p:nvCxnSpPr>
          <p:cNvPr id="59" name="Straight Connector 33"/>
          <p:cNvCxnSpPr/>
          <p:nvPr/>
        </p:nvCxnSpPr>
        <p:spPr>
          <a:xfrm flipV="1">
            <a:off x="4598547" y="4968875"/>
            <a:ext cx="0" cy="293682"/>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34"/>
          <p:cNvCxnSpPr/>
          <p:nvPr/>
        </p:nvCxnSpPr>
        <p:spPr>
          <a:xfrm flipV="1">
            <a:off x="4598547" y="3682488"/>
            <a:ext cx="0" cy="324000"/>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61" name="TextBox 35"/>
          <p:cNvSpPr txBox="1"/>
          <p:nvPr/>
        </p:nvSpPr>
        <p:spPr>
          <a:xfrm>
            <a:off x="5527584" y="2945335"/>
            <a:ext cx="1261496" cy="307777"/>
          </a:xfrm>
          <a:prstGeom prst="rect">
            <a:avLst/>
          </a:prstGeom>
          <a:noFill/>
        </p:spPr>
        <p:txBody>
          <a:bodyPr wrap="none" lIns="91412" tIns="45706" rIns="91412" bIns="45706">
            <a:normAutofit fontScale="95000"/>
          </a:bodyPr>
          <a:lstStyle/>
          <a:p>
            <a:pPr algn="ctr"/>
            <a:r>
              <a:rPr lang="zh-CN" altLang="en-US" sz="1465" b="1" dirty="0">
                <a:solidFill>
                  <a:schemeClr val="tx1">
                    <a:lumMod val="85000"/>
                    <a:lumOff val="15000"/>
                  </a:schemeClr>
                </a:solidFill>
                <a:latin typeface="微软雅黑" panose="020B0503020204020204" charset="-122"/>
                <a:ea typeface="微软雅黑" panose="020B0503020204020204" charset="-122"/>
                <a:cs typeface="+mn-ea"/>
                <a:sym typeface="+mn-lt"/>
              </a:rPr>
              <a:t>输入此处标题</a:t>
            </a:r>
          </a:p>
        </p:txBody>
      </p:sp>
      <p:sp>
        <p:nvSpPr>
          <p:cNvPr id="63" name="TextBox 36"/>
          <p:cNvSpPr txBox="1"/>
          <p:nvPr/>
        </p:nvSpPr>
        <p:spPr>
          <a:xfrm>
            <a:off x="5239799" y="3170606"/>
            <a:ext cx="1837054" cy="553998"/>
          </a:xfrm>
          <a:prstGeom prst="rect">
            <a:avLst/>
          </a:prstGeom>
          <a:noFill/>
        </p:spPr>
        <p:txBody>
          <a:bodyPr wrap="square" lIns="91412" tIns="45706" rIns="91412" bIns="45706">
            <a:noAutofit/>
          </a:bodyPr>
          <a:lstStyle>
            <a:defPPr>
              <a:defRPr lang="zh-CN"/>
            </a:defPPr>
            <a:lvl1pPr algn="ctr">
              <a:lnSpc>
                <a:spcPts val="1600"/>
              </a:lnSpc>
              <a:defRPr sz="1000">
                <a:solidFill>
                  <a:schemeClr val="tx1">
                    <a:lumMod val="95000"/>
                    <a:lumOff val="5000"/>
                  </a:schemeClr>
                </a:solidFill>
                <a:latin typeface="+mn-ea"/>
              </a:defRPr>
            </a:lvl1pPr>
          </a:lstStyle>
          <a:p>
            <a:r>
              <a:rPr lang="zh-CN" altLang="en-US" dirty="0">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endParaRPr lang="en-US" altLang="zh-CN" dirty="0">
              <a:latin typeface="微软雅黑" panose="020B0503020204020204" charset="-122"/>
              <a:ea typeface="微软雅黑" panose="020B0503020204020204" charset="-122"/>
              <a:cs typeface="+mn-ea"/>
              <a:sym typeface="+mn-lt"/>
            </a:endParaRPr>
          </a:p>
        </p:txBody>
      </p:sp>
      <p:cxnSp>
        <p:nvCxnSpPr>
          <p:cNvPr id="64" name="Straight Connector 37"/>
          <p:cNvCxnSpPr/>
          <p:nvPr/>
        </p:nvCxnSpPr>
        <p:spPr>
          <a:xfrm flipV="1">
            <a:off x="6158326" y="3844488"/>
            <a:ext cx="0" cy="1410974"/>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65" name="Straight Connector 38"/>
          <p:cNvCxnSpPr/>
          <p:nvPr/>
        </p:nvCxnSpPr>
        <p:spPr>
          <a:xfrm flipV="1">
            <a:off x="6158326" y="2526234"/>
            <a:ext cx="0" cy="396000"/>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66" name="Group 39"/>
          <p:cNvGrpSpPr/>
          <p:nvPr/>
        </p:nvGrpSpPr>
        <p:grpSpPr>
          <a:xfrm>
            <a:off x="4336144" y="3079418"/>
            <a:ext cx="539833" cy="540000"/>
            <a:chOff x="5039729" y="3314307"/>
            <a:chExt cx="540000" cy="540000"/>
          </a:xfrm>
        </p:grpSpPr>
        <p:sp>
          <p:nvSpPr>
            <p:cNvPr id="67" name="Oval 61"/>
            <p:cNvSpPr/>
            <p:nvPr/>
          </p:nvSpPr>
          <p:spPr>
            <a:xfrm>
              <a:off x="5039729" y="3314307"/>
              <a:ext cx="540000" cy="540000"/>
            </a:xfrm>
            <a:prstGeom prst="ellipse">
              <a:avLst/>
            </a:prstGeom>
            <a:solidFill>
              <a:srgbClr val="3D5E41"/>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tx1">
                    <a:lumMod val="85000"/>
                    <a:lumOff val="15000"/>
                  </a:schemeClr>
                </a:solidFill>
                <a:cs typeface="+mn-ea"/>
                <a:sym typeface="+mn-lt"/>
              </a:endParaRPr>
            </a:p>
          </p:txBody>
        </p:sp>
        <p:sp>
          <p:nvSpPr>
            <p:cNvPr id="68" name="Freeform: Shape 62"/>
            <p:cNvSpPr/>
            <p:nvPr/>
          </p:nvSpPr>
          <p:spPr bwMode="auto">
            <a:xfrm>
              <a:off x="5142973" y="3395648"/>
              <a:ext cx="333512" cy="377319"/>
            </a:xfrm>
            <a:custGeom>
              <a:avLst/>
              <a:gdLst>
                <a:gd name="T0" fmla="*/ 182 w 193"/>
                <a:gd name="T1" fmla="*/ 147 h 219"/>
                <a:gd name="T2" fmla="*/ 175 w 193"/>
                <a:gd name="T3" fmla="*/ 150 h 219"/>
                <a:gd name="T4" fmla="*/ 146 w 193"/>
                <a:gd name="T5" fmla="*/ 110 h 219"/>
                <a:gd name="T6" fmla="*/ 175 w 193"/>
                <a:gd name="T7" fmla="*/ 70 h 219"/>
                <a:gd name="T8" fmla="*/ 182 w 193"/>
                <a:gd name="T9" fmla="*/ 72 h 219"/>
                <a:gd name="T10" fmla="*/ 193 w 193"/>
                <a:gd name="T11" fmla="*/ 60 h 219"/>
                <a:gd name="T12" fmla="*/ 182 w 193"/>
                <a:gd name="T13" fmla="*/ 49 h 219"/>
                <a:gd name="T14" fmla="*/ 170 w 193"/>
                <a:gd name="T15" fmla="*/ 60 h 219"/>
                <a:gd name="T16" fmla="*/ 170 w 193"/>
                <a:gd name="T17" fmla="*/ 62 h 219"/>
                <a:gd name="T18" fmla="*/ 121 w 193"/>
                <a:gd name="T19" fmla="*/ 67 h 219"/>
                <a:gd name="T20" fmla="*/ 101 w 193"/>
                <a:gd name="T21" fmla="*/ 22 h 219"/>
                <a:gd name="T22" fmla="*/ 108 w 193"/>
                <a:gd name="T23" fmla="*/ 12 h 219"/>
                <a:gd name="T24" fmla="*/ 97 w 193"/>
                <a:gd name="T25" fmla="*/ 0 h 219"/>
                <a:gd name="T26" fmla="*/ 85 w 193"/>
                <a:gd name="T27" fmla="*/ 12 h 219"/>
                <a:gd name="T28" fmla="*/ 92 w 193"/>
                <a:gd name="T29" fmla="*/ 22 h 219"/>
                <a:gd name="T30" fmla="*/ 72 w 193"/>
                <a:gd name="T31" fmla="*/ 67 h 219"/>
                <a:gd name="T32" fmla="*/ 23 w 193"/>
                <a:gd name="T33" fmla="*/ 62 h 219"/>
                <a:gd name="T34" fmla="*/ 23 w 193"/>
                <a:gd name="T35" fmla="*/ 60 h 219"/>
                <a:gd name="T36" fmla="*/ 12 w 193"/>
                <a:gd name="T37" fmla="*/ 49 h 219"/>
                <a:gd name="T38" fmla="*/ 0 w 193"/>
                <a:gd name="T39" fmla="*/ 60 h 219"/>
                <a:gd name="T40" fmla="*/ 12 w 193"/>
                <a:gd name="T41" fmla="*/ 72 h 219"/>
                <a:gd name="T42" fmla="*/ 18 w 193"/>
                <a:gd name="T43" fmla="*/ 70 h 219"/>
                <a:gd name="T44" fmla="*/ 48 w 193"/>
                <a:gd name="T45" fmla="*/ 110 h 219"/>
                <a:gd name="T46" fmla="*/ 19 w 193"/>
                <a:gd name="T47" fmla="*/ 150 h 219"/>
                <a:gd name="T48" fmla="*/ 12 w 193"/>
                <a:gd name="T49" fmla="*/ 147 h 219"/>
                <a:gd name="T50" fmla="*/ 0 w 193"/>
                <a:gd name="T51" fmla="*/ 159 h 219"/>
                <a:gd name="T52" fmla="*/ 12 w 193"/>
                <a:gd name="T53" fmla="*/ 170 h 219"/>
                <a:gd name="T54" fmla="*/ 23 w 193"/>
                <a:gd name="T55" fmla="*/ 159 h 219"/>
                <a:gd name="T56" fmla="*/ 23 w 193"/>
                <a:gd name="T57" fmla="*/ 158 h 219"/>
                <a:gd name="T58" fmla="*/ 72 w 193"/>
                <a:gd name="T59" fmla="*/ 152 h 219"/>
                <a:gd name="T60" fmla="*/ 92 w 193"/>
                <a:gd name="T61" fmla="*/ 197 h 219"/>
                <a:gd name="T62" fmla="*/ 85 w 193"/>
                <a:gd name="T63" fmla="*/ 208 h 219"/>
                <a:gd name="T64" fmla="*/ 97 w 193"/>
                <a:gd name="T65" fmla="*/ 219 h 219"/>
                <a:gd name="T66" fmla="*/ 108 w 193"/>
                <a:gd name="T67" fmla="*/ 208 h 219"/>
                <a:gd name="T68" fmla="*/ 101 w 193"/>
                <a:gd name="T69" fmla="*/ 197 h 219"/>
                <a:gd name="T70" fmla="*/ 121 w 193"/>
                <a:gd name="T71" fmla="*/ 152 h 219"/>
                <a:gd name="T72" fmla="*/ 170 w 193"/>
                <a:gd name="T73" fmla="*/ 158 h 219"/>
                <a:gd name="T74" fmla="*/ 170 w 193"/>
                <a:gd name="T75" fmla="*/ 159 h 219"/>
                <a:gd name="T76" fmla="*/ 182 w 193"/>
                <a:gd name="T77" fmla="*/ 170 h 219"/>
                <a:gd name="T78" fmla="*/ 193 w 193"/>
                <a:gd name="T79" fmla="*/ 159 h 219"/>
                <a:gd name="T80" fmla="*/ 182 w 193"/>
                <a:gd name="T81" fmla="*/ 14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3" h="219">
                  <a:moveTo>
                    <a:pt x="182" y="147"/>
                  </a:moveTo>
                  <a:cubicBezTo>
                    <a:pt x="179" y="147"/>
                    <a:pt x="177" y="148"/>
                    <a:pt x="175" y="150"/>
                  </a:cubicBezTo>
                  <a:cubicBezTo>
                    <a:pt x="146" y="110"/>
                    <a:pt x="146" y="110"/>
                    <a:pt x="146" y="110"/>
                  </a:cubicBezTo>
                  <a:cubicBezTo>
                    <a:pt x="175" y="70"/>
                    <a:pt x="175" y="70"/>
                    <a:pt x="175" y="70"/>
                  </a:cubicBezTo>
                  <a:cubicBezTo>
                    <a:pt x="177" y="71"/>
                    <a:pt x="179" y="72"/>
                    <a:pt x="182" y="72"/>
                  </a:cubicBezTo>
                  <a:cubicBezTo>
                    <a:pt x="188" y="72"/>
                    <a:pt x="193" y="67"/>
                    <a:pt x="193" y="60"/>
                  </a:cubicBezTo>
                  <a:cubicBezTo>
                    <a:pt x="193" y="54"/>
                    <a:pt x="188" y="49"/>
                    <a:pt x="182" y="49"/>
                  </a:cubicBezTo>
                  <a:cubicBezTo>
                    <a:pt x="175" y="49"/>
                    <a:pt x="170" y="54"/>
                    <a:pt x="170" y="60"/>
                  </a:cubicBezTo>
                  <a:cubicBezTo>
                    <a:pt x="170" y="61"/>
                    <a:pt x="170" y="61"/>
                    <a:pt x="170" y="62"/>
                  </a:cubicBezTo>
                  <a:cubicBezTo>
                    <a:pt x="121" y="67"/>
                    <a:pt x="121" y="67"/>
                    <a:pt x="121" y="67"/>
                  </a:cubicBezTo>
                  <a:cubicBezTo>
                    <a:pt x="101" y="22"/>
                    <a:pt x="101" y="22"/>
                    <a:pt x="101" y="22"/>
                  </a:cubicBezTo>
                  <a:cubicBezTo>
                    <a:pt x="105" y="20"/>
                    <a:pt x="108" y="16"/>
                    <a:pt x="108" y="12"/>
                  </a:cubicBezTo>
                  <a:cubicBezTo>
                    <a:pt x="108" y="5"/>
                    <a:pt x="103" y="0"/>
                    <a:pt x="97" y="0"/>
                  </a:cubicBezTo>
                  <a:cubicBezTo>
                    <a:pt x="90" y="0"/>
                    <a:pt x="85" y="5"/>
                    <a:pt x="85" y="12"/>
                  </a:cubicBezTo>
                  <a:cubicBezTo>
                    <a:pt x="85" y="16"/>
                    <a:pt x="88" y="20"/>
                    <a:pt x="92" y="22"/>
                  </a:cubicBezTo>
                  <a:cubicBezTo>
                    <a:pt x="72" y="67"/>
                    <a:pt x="72" y="67"/>
                    <a:pt x="72" y="67"/>
                  </a:cubicBezTo>
                  <a:cubicBezTo>
                    <a:pt x="23" y="62"/>
                    <a:pt x="23" y="62"/>
                    <a:pt x="23" y="62"/>
                  </a:cubicBezTo>
                  <a:cubicBezTo>
                    <a:pt x="23" y="61"/>
                    <a:pt x="23" y="61"/>
                    <a:pt x="23" y="60"/>
                  </a:cubicBezTo>
                  <a:cubicBezTo>
                    <a:pt x="23" y="54"/>
                    <a:pt x="18" y="49"/>
                    <a:pt x="12" y="49"/>
                  </a:cubicBezTo>
                  <a:cubicBezTo>
                    <a:pt x="5" y="49"/>
                    <a:pt x="0" y="54"/>
                    <a:pt x="0" y="60"/>
                  </a:cubicBezTo>
                  <a:cubicBezTo>
                    <a:pt x="0" y="67"/>
                    <a:pt x="5" y="72"/>
                    <a:pt x="12" y="72"/>
                  </a:cubicBezTo>
                  <a:cubicBezTo>
                    <a:pt x="14" y="72"/>
                    <a:pt x="16" y="71"/>
                    <a:pt x="18" y="70"/>
                  </a:cubicBezTo>
                  <a:cubicBezTo>
                    <a:pt x="48" y="110"/>
                    <a:pt x="48" y="110"/>
                    <a:pt x="48" y="110"/>
                  </a:cubicBezTo>
                  <a:cubicBezTo>
                    <a:pt x="19" y="150"/>
                    <a:pt x="19" y="150"/>
                    <a:pt x="19" y="150"/>
                  </a:cubicBezTo>
                  <a:cubicBezTo>
                    <a:pt x="17" y="148"/>
                    <a:pt x="14" y="147"/>
                    <a:pt x="12" y="147"/>
                  </a:cubicBezTo>
                  <a:cubicBezTo>
                    <a:pt x="5" y="147"/>
                    <a:pt x="0" y="152"/>
                    <a:pt x="0" y="159"/>
                  </a:cubicBezTo>
                  <a:cubicBezTo>
                    <a:pt x="0" y="165"/>
                    <a:pt x="5" y="170"/>
                    <a:pt x="12" y="170"/>
                  </a:cubicBezTo>
                  <a:cubicBezTo>
                    <a:pt x="18" y="170"/>
                    <a:pt x="23" y="165"/>
                    <a:pt x="23" y="159"/>
                  </a:cubicBezTo>
                  <a:cubicBezTo>
                    <a:pt x="23" y="158"/>
                    <a:pt x="23" y="158"/>
                    <a:pt x="23" y="158"/>
                  </a:cubicBezTo>
                  <a:cubicBezTo>
                    <a:pt x="72" y="152"/>
                    <a:pt x="72" y="152"/>
                    <a:pt x="72" y="152"/>
                  </a:cubicBezTo>
                  <a:cubicBezTo>
                    <a:pt x="92" y="197"/>
                    <a:pt x="92" y="197"/>
                    <a:pt x="92" y="197"/>
                  </a:cubicBezTo>
                  <a:cubicBezTo>
                    <a:pt x="88" y="199"/>
                    <a:pt x="85" y="203"/>
                    <a:pt x="85" y="208"/>
                  </a:cubicBezTo>
                  <a:cubicBezTo>
                    <a:pt x="85" y="214"/>
                    <a:pt x="90" y="219"/>
                    <a:pt x="97" y="219"/>
                  </a:cubicBezTo>
                  <a:cubicBezTo>
                    <a:pt x="103" y="219"/>
                    <a:pt x="108" y="214"/>
                    <a:pt x="108" y="208"/>
                  </a:cubicBezTo>
                  <a:cubicBezTo>
                    <a:pt x="108" y="203"/>
                    <a:pt x="105" y="199"/>
                    <a:pt x="101" y="197"/>
                  </a:cubicBezTo>
                  <a:cubicBezTo>
                    <a:pt x="121" y="152"/>
                    <a:pt x="121" y="152"/>
                    <a:pt x="121" y="152"/>
                  </a:cubicBezTo>
                  <a:cubicBezTo>
                    <a:pt x="170" y="158"/>
                    <a:pt x="170" y="158"/>
                    <a:pt x="170" y="158"/>
                  </a:cubicBezTo>
                  <a:cubicBezTo>
                    <a:pt x="170" y="158"/>
                    <a:pt x="170" y="158"/>
                    <a:pt x="170" y="159"/>
                  </a:cubicBezTo>
                  <a:cubicBezTo>
                    <a:pt x="170" y="165"/>
                    <a:pt x="175" y="170"/>
                    <a:pt x="182" y="170"/>
                  </a:cubicBezTo>
                  <a:cubicBezTo>
                    <a:pt x="188" y="170"/>
                    <a:pt x="193" y="165"/>
                    <a:pt x="193" y="159"/>
                  </a:cubicBezTo>
                  <a:cubicBezTo>
                    <a:pt x="193" y="152"/>
                    <a:pt x="188" y="147"/>
                    <a:pt x="182" y="147"/>
                  </a:cubicBezTo>
                  <a:close/>
                </a:path>
              </a:pathLst>
            </a:custGeom>
            <a:solidFill>
              <a:schemeClr val="bg1"/>
            </a:solidFill>
            <a:ln>
              <a:noFill/>
            </a:ln>
          </p:spPr>
          <p:txBody>
            <a:bodyPr anchor="ctr"/>
            <a:lstStyle/>
            <a:p>
              <a:pPr algn="ctr"/>
              <a:endParaRPr sz="2400">
                <a:solidFill>
                  <a:schemeClr val="tx1">
                    <a:lumMod val="85000"/>
                    <a:lumOff val="15000"/>
                  </a:schemeClr>
                </a:solidFill>
                <a:cs typeface="+mn-ea"/>
                <a:sym typeface="+mn-lt"/>
              </a:endParaRPr>
            </a:p>
          </p:txBody>
        </p:sp>
      </p:grpSp>
      <p:grpSp>
        <p:nvGrpSpPr>
          <p:cNvPr id="69" name="Group 40"/>
          <p:cNvGrpSpPr/>
          <p:nvPr/>
        </p:nvGrpSpPr>
        <p:grpSpPr>
          <a:xfrm>
            <a:off x="5888409" y="1923993"/>
            <a:ext cx="539833" cy="540000"/>
            <a:chOff x="6594378" y="2177931"/>
            <a:chExt cx="540000" cy="540000"/>
          </a:xfrm>
        </p:grpSpPr>
        <p:sp>
          <p:nvSpPr>
            <p:cNvPr id="70" name="Oval 57"/>
            <p:cNvSpPr/>
            <p:nvPr/>
          </p:nvSpPr>
          <p:spPr>
            <a:xfrm>
              <a:off x="6594378" y="2177931"/>
              <a:ext cx="540000" cy="540000"/>
            </a:xfrm>
            <a:prstGeom prst="ellipse">
              <a:avLst/>
            </a:prstGeom>
            <a:solidFill>
              <a:srgbClr val="5C8C4E"/>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tx1">
                    <a:lumMod val="85000"/>
                    <a:lumOff val="15000"/>
                  </a:schemeClr>
                </a:solidFill>
                <a:cs typeface="+mn-ea"/>
                <a:sym typeface="+mn-lt"/>
              </a:endParaRPr>
            </a:p>
          </p:txBody>
        </p:sp>
        <p:grpSp>
          <p:nvGrpSpPr>
            <p:cNvPr id="71" name="Group 58"/>
            <p:cNvGrpSpPr/>
            <p:nvPr/>
          </p:nvGrpSpPr>
          <p:grpSpPr>
            <a:xfrm>
              <a:off x="6675953" y="2239847"/>
              <a:ext cx="371937" cy="351888"/>
              <a:chOff x="8493125" y="2289175"/>
              <a:chExt cx="854075" cy="808038"/>
            </a:xfrm>
            <a:solidFill>
              <a:schemeClr val="bg1"/>
            </a:solidFill>
          </p:grpSpPr>
          <p:sp>
            <p:nvSpPr>
              <p:cNvPr id="72" name="Freeform: Shape 59"/>
              <p:cNvSpPr/>
              <p:nvPr/>
            </p:nvSpPr>
            <p:spPr bwMode="auto">
              <a:xfrm>
                <a:off x="8493125" y="2762250"/>
                <a:ext cx="854075" cy="334963"/>
              </a:xfrm>
              <a:custGeom>
                <a:avLst/>
                <a:gdLst>
                  <a:gd name="T0" fmla="*/ 517 w 538"/>
                  <a:gd name="T1" fmla="*/ 57 h 211"/>
                  <a:gd name="T2" fmla="*/ 335 w 538"/>
                  <a:gd name="T3" fmla="*/ 0 h 211"/>
                  <a:gd name="T4" fmla="*/ 299 w 538"/>
                  <a:gd name="T5" fmla="*/ 161 h 211"/>
                  <a:gd name="T6" fmla="*/ 278 w 538"/>
                  <a:gd name="T7" fmla="*/ 33 h 211"/>
                  <a:gd name="T8" fmla="*/ 287 w 538"/>
                  <a:gd name="T9" fmla="*/ 24 h 211"/>
                  <a:gd name="T10" fmla="*/ 304 w 538"/>
                  <a:gd name="T11" fmla="*/ 5 h 211"/>
                  <a:gd name="T12" fmla="*/ 235 w 538"/>
                  <a:gd name="T13" fmla="*/ 5 h 211"/>
                  <a:gd name="T14" fmla="*/ 251 w 538"/>
                  <a:gd name="T15" fmla="*/ 24 h 211"/>
                  <a:gd name="T16" fmla="*/ 261 w 538"/>
                  <a:gd name="T17" fmla="*/ 33 h 211"/>
                  <a:gd name="T18" fmla="*/ 239 w 538"/>
                  <a:gd name="T19" fmla="*/ 161 h 211"/>
                  <a:gd name="T20" fmla="*/ 204 w 538"/>
                  <a:gd name="T21" fmla="*/ 0 h 211"/>
                  <a:gd name="T22" fmla="*/ 20 w 538"/>
                  <a:gd name="T23" fmla="*/ 57 h 211"/>
                  <a:gd name="T24" fmla="*/ 0 w 538"/>
                  <a:gd name="T25" fmla="*/ 211 h 211"/>
                  <a:gd name="T26" fmla="*/ 538 w 538"/>
                  <a:gd name="T27" fmla="*/ 211 h 211"/>
                  <a:gd name="T28" fmla="*/ 517 w 538"/>
                  <a:gd name="T29" fmla="*/ 57 h 211"/>
                  <a:gd name="T30" fmla="*/ 459 w 538"/>
                  <a:gd name="T31" fmla="*/ 156 h 211"/>
                  <a:gd name="T32" fmla="*/ 366 w 538"/>
                  <a:gd name="T33" fmla="*/ 156 h 211"/>
                  <a:gd name="T34" fmla="*/ 366 w 538"/>
                  <a:gd name="T35" fmla="*/ 129 h 211"/>
                  <a:gd name="T36" fmla="*/ 412 w 538"/>
                  <a:gd name="T37" fmla="*/ 122 h 211"/>
                  <a:gd name="T38" fmla="*/ 459 w 538"/>
                  <a:gd name="T39" fmla="*/ 129 h 211"/>
                  <a:gd name="T40" fmla="*/ 459 w 538"/>
                  <a:gd name="T41" fmla="*/ 1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8" h="211">
                    <a:moveTo>
                      <a:pt x="517" y="57"/>
                    </a:moveTo>
                    <a:lnTo>
                      <a:pt x="335" y="0"/>
                    </a:lnTo>
                    <a:lnTo>
                      <a:pt x="299" y="161"/>
                    </a:lnTo>
                    <a:lnTo>
                      <a:pt x="278" y="33"/>
                    </a:lnTo>
                    <a:lnTo>
                      <a:pt x="287" y="24"/>
                    </a:lnTo>
                    <a:lnTo>
                      <a:pt x="304" y="5"/>
                    </a:lnTo>
                    <a:lnTo>
                      <a:pt x="235" y="5"/>
                    </a:lnTo>
                    <a:lnTo>
                      <a:pt x="251" y="24"/>
                    </a:lnTo>
                    <a:lnTo>
                      <a:pt x="261" y="33"/>
                    </a:lnTo>
                    <a:lnTo>
                      <a:pt x="239" y="161"/>
                    </a:lnTo>
                    <a:lnTo>
                      <a:pt x="204" y="0"/>
                    </a:lnTo>
                    <a:lnTo>
                      <a:pt x="20" y="57"/>
                    </a:lnTo>
                    <a:lnTo>
                      <a:pt x="0" y="211"/>
                    </a:lnTo>
                    <a:lnTo>
                      <a:pt x="538" y="211"/>
                    </a:lnTo>
                    <a:lnTo>
                      <a:pt x="517" y="57"/>
                    </a:lnTo>
                    <a:close/>
                    <a:moveTo>
                      <a:pt x="459" y="156"/>
                    </a:moveTo>
                    <a:lnTo>
                      <a:pt x="366" y="156"/>
                    </a:lnTo>
                    <a:lnTo>
                      <a:pt x="366" y="129"/>
                    </a:lnTo>
                    <a:lnTo>
                      <a:pt x="412" y="122"/>
                    </a:lnTo>
                    <a:lnTo>
                      <a:pt x="459" y="129"/>
                    </a:lnTo>
                    <a:lnTo>
                      <a:pt x="459" y="1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sp>
            <p:nvSpPr>
              <p:cNvPr id="73" name="Oval 60"/>
              <p:cNvSpPr/>
              <p:nvPr/>
            </p:nvSpPr>
            <p:spPr bwMode="auto">
              <a:xfrm>
                <a:off x="8729663" y="2289175"/>
                <a:ext cx="382588" cy="4270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grpSp>
      </p:grpSp>
      <p:sp>
        <p:nvSpPr>
          <p:cNvPr id="74" name="TextBox 41"/>
          <p:cNvSpPr txBox="1"/>
          <p:nvPr/>
        </p:nvSpPr>
        <p:spPr>
          <a:xfrm>
            <a:off x="7085461" y="4038679"/>
            <a:ext cx="1261495" cy="307777"/>
          </a:xfrm>
          <a:prstGeom prst="rect">
            <a:avLst/>
          </a:prstGeom>
          <a:noFill/>
        </p:spPr>
        <p:txBody>
          <a:bodyPr wrap="none" lIns="91412" tIns="45706" rIns="91412" bIns="45706">
            <a:normAutofit fontScale="95000"/>
          </a:bodyPr>
          <a:lstStyle/>
          <a:p>
            <a:pPr algn="ctr"/>
            <a:r>
              <a:rPr lang="zh-CN" altLang="en-US" sz="1465" b="1" dirty="0">
                <a:solidFill>
                  <a:schemeClr val="tx1">
                    <a:lumMod val="85000"/>
                    <a:lumOff val="15000"/>
                  </a:schemeClr>
                </a:solidFill>
                <a:latin typeface="微软雅黑" panose="020B0503020204020204" charset="-122"/>
                <a:ea typeface="微软雅黑" panose="020B0503020204020204" charset="-122"/>
                <a:cs typeface="+mn-ea"/>
                <a:sym typeface="+mn-lt"/>
              </a:rPr>
              <a:t>输入此处标题</a:t>
            </a:r>
          </a:p>
        </p:txBody>
      </p:sp>
      <p:sp>
        <p:nvSpPr>
          <p:cNvPr id="75" name="TextBox 42"/>
          <p:cNvSpPr txBox="1"/>
          <p:nvPr/>
        </p:nvSpPr>
        <p:spPr>
          <a:xfrm>
            <a:off x="6797678" y="4263951"/>
            <a:ext cx="1837054" cy="553998"/>
          </a:xfrm>
          <a:prstGeom prst="rect">
            <a:avLst/>
          </a:prstGeom>
          <a:noFill/>
        </p:spPr>
        <p:txBody>
          <a:bodyPr wrap="square" lIns="91412" tIns="45706" rIns="91412" bIns="45706">
            <a:noAutofit/>
          </a:bodyPr>
          <a:lstStyle>
            <a:defPPr>
              <a:defRPr lang="zh-CN"/>
            </a:defPPr>
            <a:lvl1pPr algn="ctr">
              <a:lnSpc>
                <a:spcPts val="1600"/>
              </a:lnSpc>
              <a:defRPr sz="1000">
                <a:solidFill>
                  <a:schemeClr val="tx1">
                    <a:lumMod val="95000"/>
                    <a:lumOff val="5000"/>
                  </a:schemeClr>
                </a:solidFill>
                <a:latin typeface="+mn-ea"/>
              </a:defRPr>
            </a:lvl1pPr>
          </a:lstStyle>
          <a:p>
            <a:r>
              <a:rPr lang="zh-CN" altLang="en-US" dirty="0">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p>
        </p:txBody>
      </p:sp>
      <p:cxnSp>
        <p:nvCxnSpPr>
          <p:cNvPr id="76" name="Straight Connector 43"/>
          <p:cNvCxnSpPr/>
          <p:nvPr/>
        </p:nvCxnSpPr>
        <p:spPr>
          <a:xfrm flipV="1">
            <a:off x="7716205" y="4968875"/>
            <a:ext cx="0" cy="290406"/>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77" name="Straight Connector 44"/>
          <p:cNvCxnSpPr/>
          <p:nvPr/>
        </p:nvCxnSpPr>
        <p:spPr>
          <a:xfrm flipV="1">
            <a:off x="7716205" y="3619578"/>
            <a:ext cx="0" cy="396000"/>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78" name="TextBox 45"/>
          <p:cNvSpPr txBox="1"/>
          <p:nvPr/>
        </p:nvSpPr>
        <p:spPr>
          <a:xfrm>
            <a:off x="8665113" y="2753218"/>
            <a:ext cx="1261496" cy="307777"/>
          </a:xfrm>
          <a:prstGeom prst="rect">
            <a:avLst/>
          </a:prstGeom>
          <a:noFill/>
        </p:spPr>
        <p:txBody>
          <a:bodyPr wrap="none" lIns="91412" tIns="45706" rIns="91412" bIns="45706">
            <a:normAutofit fontScale="95000"/>
          </a:bodyPr>
          <a:lstStyle/>
          <a:p>
            <a:pPr algn="ctr"/>
            <a:r>
              <a:rPr lang="zh-CN" altLang="en-US" sz="1465" b="1" dirty="0">
                <a:solidFill>
                  <a:schemeClr val="tx1">
                    <a:lumMod val="85000"/>
                    <a:lumOff val="15000"/>
                  </a:schemeClr>
                </a:solidFill>
                <a:latin typeface="微软雅黑" panose="020B0503020204020204" charset="-122"/>
                <a:ea typeface="微软雅黑" panose="020B0503020204020204" charset="-122"/>
                <a:cs typeface="+mn-ea"/>
                <a:sym typeface="+mn-lt"/>
              </a:rPr>
              <a:t>输入此处标题</a:t>
            </a:r>
          </a:p>
        </p:txBody>
      </p:sp>
      <p:sp>
        <p:nvSpPr>
          <p:cNvPr id="79" name="TextBox 46"/>
          <p:cNvSpPr txBox="1"/>
          <p:nvPr/>
        </p:nvSpPr>
        <p:spPr>
          <a:xfrm>
            <a:off x="8386410" y="3027680"/>
            <a:ext cx="1837055" cy="553720"/>
          </a:xfrm>
          <a:prstGeom prst="rect">
            <a:avLst/>
          </a:prstGeom>
          <a:noFill/>
        </p:spPr>
        <p:txBody>
          <a:bodyPr wrap="square" lIns="91412" tIns="45706" rIns="91412" bIns="45706">
            <a:noAutofit/>
          </a:bodyPr>
          <a:lstStyle>
            <a:defPPr>
              <a:defRPr lang="zh-CN"/>
            </a:defPPr>
            <a:lvl1pPr algn="ctr">
              <a:lnSpc>
                <a:spcPts val="1600"/>
              </a:lnSpc>
              <a:defRPr sz="1000">
                <a:solidFill>
                  <a:schemeClr val="tx1">
                    <a:lumMod val="95000"/>
                    <a:lumOff val="5000"/>
                  </a:schemeClr>
                </a:solidFill>
                <a:latin typeface="+mn-ea"/>
              </a:defRPr>
            </a:lvl1pPr>
          </a:lstStyle>
          <a:p>
            <a:r>
              <a:rPr lang="zh-CN" altLang="en-US" dirty="0">
                <a:latin typeface="微软雅黑" panose="020B0503020204020204" charset="-122"/>
                <a:ea typeface="微软雅黑" panose="020B0503020204020204" charset="-122"/>
                <a:cs typeface="+mn-ea"/>
                <a:sym typeface="+mn-lt"/>
              </a:rPr>
              <a:t>请在此处输入具体内容，文字请尽量言简意赅，此处为章节文字，表述该章节文字主题。</a:t>
            </a:r>
            <a:endParaRPr lang="en-US" altLang="zh-CN" dirty="0">
              <a:latin typeface="微软雅黑" panose="020B0503020204020204" charset="-122"/>
              <a:ea typeface="微软雅黑" panose="020B0503020204020204" charset="-122"/>
              <a:cs typeface="+mn-ea"/>
              <a:sym typeface="+mn-lt"/>
            </a:endParaRPr>
          </a:p>
        </p:txBody>
      </p:sp>
      <p:cxnSp>
        <p:nvCxnSpPr>
          <p:cNvPr id="80" name="Straight Connector 47"/>
          <p:cNvCxnSpPr/>
          <p:nvPr/>
        </p:nvCxnSpPr>
        <p:spPr>
          <a:xfrm flipV="1">
            <a:off x="9295855" y="3696029"/>
            <a:ext cx="0" cy="1547316"/>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cxnSp>
        <p:nvCxnSpPr>
          <p:cNvPr id="81" name="Straight Connector 48"/>
          <p:cNvCxnSpPr/>
          <p:nvPr/>
        </p:nvCxnSpPr>
        <p:spPr>
          <a:xfrm flipV="1">
            <a:off x="9295855" y="2334117"/>
            <a:ext cx="0" cy="396000"/>
          </a:xfrm>
          <a:prstGeom prst="line">
            <a:avLst/>
          </a:prstGeom>
          <a:ln w="19050" cap="rnd">
            <a:solidFill>
              <a:schemeClr val="tx1">
                <a:lumMod val="95000"/>
                <a:lumOff val="5000"/>
              </a:schemeClr>
            </a:solidFill>
            <a:prstDash val="sysDot"/>
            <a:round/>
          </a:ln>
        </p:spPr>
        <p:style>
          <a:lnRef idx="1">
            <a:schemeClr val="accent1"/>
          </a:lnRef>
          <a:fillRef idx="0">
            <a:schemeClr val="accent1"/>
          </a:fillRef>
          <a:effectRef idx="0">
            <a:schemeClr val="accent1"/>
          </a:effectRef>
          <a:fontRef idx="minor">
            <a:schemeClr val="tx1"/>
          </a:fontRef>
        </p:style>
      </p:cxnSp>
      <p:grpSp>
        <p:nvGrpSpPr>
          <p:cNvPr id="82" name="Group 49"/>
          <p:cNvGrpSpPr/>
          <p:nvPr/>
        </p:nvGrpSpPr>
        <p:grpSpPr>
          <a:xfrm>
            <a:off x="7453167" y="3041466"/>
            <a:ext cx="539833" cy="540000"/>
            <a:chOff x="8158349" y="3271275"/>
            <a:chExt cx="540000" cy="540000"/>
          </a:xfrm>
        </p:grpSpPr>
        <p:sp>
          <p:nvSpPr>
            <p:cNvPr id="83" name="Oval 53"/>
            <p:cNvSpPr/>
            <p:nvPr/>
          </p:nvSpPr>
          <p:spPr>
            <a:xfrm>
              <a:off x="8158349" y="3271275"/>
              <a:ext cx="540000" cy="540000"/>
            </a:xfrm>
            <a:prstGeom prst="ellipse">
              <a:avLst/>
            </a:prstGeom>
            <a:solidFill>
              <a:srgbClr val="3D5E41"/>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tx1">
                    <a:lumMod val="85000"/>
                    <a:lumOff val="15000"/>
                  </a:schemeClr>
                </a:solidFill>
                <a:cs typeface="+mn-ea"/>
                <a:sym typeface="+mn-lt"/>
              </a:endParaRPr>
            </a:p>
          </p:txBody>
        </p:sp>
        <p:grpSp>
          <p:nvGrpSpPr>
            <p:cNvPr id="84" name="Group 54"/>
            <p:cNvGrpSpPr/>
            <p:nvPr/>
          </p:nvGrpSpPr>
          <p:grpSpPr>
            <a:xfrm>
              <a:off x="8252383" y="3379975"/>
              <a:ext cx="351933" cy="322606"/>
              <a:chOff x="7816850" y="1350963"/>
              <a:chExt cx="895350" cy="820737"/>
            </a:xfrm>
            <a:solidFill>
              <a:schemeClr val="bg1"/>
            </a:solidFill>
          </p:grpSpPr>
          <p:sp>
            <p:nvSpPr>
              <p:cNvPr id="85" name="Freeform: Shape 55"/>
              <p:cNvSpPr/>
              <p:nvPr/>
            </p:nvSpPr>
            <p:spPr bwMode="auto">
              <a:xfrm>
                <a:off x="7850188" y="1792288"/>
                <a:ext cx="828675" cy="379412"/>
              </a:xfrm>
              <a:custGeom>
                <a:avLst/>
                <a:gdLst>
                  <a:gd name="T0" fmla="*/ 119 w 218"/>
                  <a:gd name="T1" fmla="*/ 26 h 100"/>
                  <a:gd name="T2" fmla="*/ 99 w 218"/>
                  <a:gd name="T3" fmla="*/ 26 h 100"/>
                  <a:gd name="T4" fmla="*/ 73 w 218"/>
                  <a:gd name="T5" fmla="*/ 0 h 100"/>
                  <a:gd name="T6" fmla="*/ 0 w 218"/>
                  <a:gd name="T7" fmla="*/ 0 h 100"/>
                  <a:gd name="T8" fmla="*/ 0 w 218"/>
                  <a:gd name="T9" fmla="*/ 70 h 100"/>
                  <a:gd name="T10" fmla="*/ 29 w 218"/>
                  <a:gd name="T11" fmla="*/ 100 h 100"/>
                  <a:gd name="T12" fmla="*/ 189 w 218"/>
                  <a:gd name="T13" fmla="*/ 100 h 100"/>
                  <a:gd name="T14" fmla="*/ 218 w 218"/>
                  <a:gd name="T15" fmla="*/ 70 h 100"/>
                  <a:gd name="T16" fmla="*/ 218 w 218"/>
                  <a:gd name="T17" fmla="*/ 0 h 100"/>
                  <a:gd name="T18" fmla="*/ 145 w 218"/>
                  <a:gd name="T19" fmla="*/ 0 h 100"/>
                  <a:gd name="T20" fmla="*/ 119 w 218"/>
                  <a:gd name="T21" fmla="*/ 2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 h="100">
                    <a:moveTo>
                      <a:pt x="119" y="26"/>
                    </a:moveTo>
                    <a:cubicBezTo>
                      <a:pt x="99" y="26"/>
                      <a:pt x="99" y="26"/>
                      <a:pt x="99" y="26"/>
                    </a:cubicBezTo>
                    <a:cubicBezTo>
                      <a:pt x="85" y="26"/>
                      <a:pt x="73" y="14"/>
                      <a:pt x="73" y="0"/>
                    </a:cubicBezTo>
                    <a:cubicBezTo>
                      <a:pt x="0" y="0"/>
                      <a:pt x="0" y="0"/>
                      <a:pt x="0" y="0"/>
                    </a:cubicBezTo>
                    <a:cubicBezTo>
                      <a:pt x="0" y="70"/>
                      <a:pt x="0" y="70"/>
                      <a:pt x="0" y="70"/>
                    </a:cubicBezTo>
                    <a:cubicBezTo>
                      <a:pt x="0" y="86"/>
                      <a:pt x="13" y="100"/>
                      <a:pt x="29" y="100"/>
                    </a:cubicBezTo>
                    <a:cubicBezTo>
                      <a:pt x="189" y="100"/>
                      <a:pt x="189" y="100"/>
                      <a:pt x="189" y="100"/>
                    </a:cubicBezTo>
                    <a:cubicBezTo>
                      <a:pt x="205" y="100"/>
                      <a:pt x="218" y="86"/>
                      <a:pt x="218" y="70"/>
                    </a:cubicBezTo>
                    <a:cubicBezTo>
                      <a:pt x="218" y="0"/>
                      <a:pt x="218" y="0"/>
                      <a:pt x="218" y="0"/>
                    </a:cubicBezTo>
                    <a:cubicBezTo>
                      <a:pt x="145" y="0"/>
                      <a:pt x="145" y="0"/>
                      <a:pt x="145" y="0"/>
                    </a:cubicBezTo>
                    <a:cubicBezTo>
                      <a:pt x="145" y="14"/>
                      <a:pt x="133" y="26"/>
                      <a:pt x="1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sp>
            <p:nvSpPr>
              <p:cNvPr id="86" name="Freeform: Shape 56"/>
              <p:cNvSpPr/>
              <p:nvPr/>
            </p:nvSpPr>
            <p:spPr bwMode="auto">
              <a:xfrm>
                <a:off x="7816850" y="1350963"/>
                <a:ext cx="895350" cy="498475"/>
              </a:xfrm>
              <a:custGeom>
                <a:avLst/>
                <a:gdLst>
                  <a:gd name="T0" fmla="*/ 204 w 236"/>
                  <a:gd name="T1" fmla="*/ 44 h 131"/>
                  <a:gd name="T2" fmla="*/ 163 w 236"/>
                  <a:gd name="T3" fmla="*/ 44 h 131"/>
                  <a:gd name="T4" fmla="*/ 163 w 236"/>
                  <a:gd name="T5" fmla="*/ 30 h 131"/>
                  <a:gd name="T6" fmla="*/ 133 w 236"/>
                  <a:gd name="T7" fmla="*/ 0 h 131"/>
                  <a:gd name="T8" fmla="*/ 103 w 236"/>
                  <a:gd name="T9" fmla="*/ 0 h 131"/>
                  <a:gd name="T10" fmla="*/ 73 w 236"/>
                  <a:gd name="T11" fmla="*/ 30 h 131"/>
                  <a:gd name="T12" fmla="*/ 73 w 236"/>
                  <a:gd name="T13" fmla="*/ 44 h 131"/>
                  <a:gd name="T14" fmla="*/ 32 w 236"/>
                  <a:gd name="T15" fmla="*/ 44 h 131"/>
                  <a:gd name="T16" fmla="*/ 0 w 236"/>
                  <a:gd name="T17" fmla="*/ 75 h 131"/>
                  <a:gd name="T18" fmla="*/ 0 w 236"/>
                  <a:gd name="T19" fmla="*/ 106 h 131"/>
                  <a:gd name="T20" fmla="*/ 92 w 236"/>
                  <a:gd name="T21" fmla="*/ 106 h 131"/>
                  <a:gd name="T22" fmla="*/ 92 w 236"/>
                  <a:gd name="T23" fmla="*/ 115 h 131"/>
                  <a:gd name="T24" fmla="*/ 108 w 236"/>
                  <a:gd name="T25" fmla="*/ 131 h 131"/>
                  <a:gd name="T26" fmla="*/ 128 w 236"/>
                  <a:gd name="T27" fmla="*/ 131 h 131"/>
                  <a:gd name="T28" fmla="*/ 144 w 236"/>
                  <a:gd name="T29" fmla="*/ 115 h 131"/>
                  <a:gd name="T30" fmla="*/ 144 w 236"/>
                  <a:gd name="T31" fmla="*/ 106 h 131"/>
                  <a:gd name="T32" fmla="*/ 236 w 236"/>
                  <a:gd name="T33" fmla="*/ 106 h 131"/>
                  <a:gd name="T34" fmla="*/ 236 w 236"/>
                  <a:gd name="T35" fmla="*/ 75 h 131"/>
                  <a:gd name="T36" fmla="*/ 204 w 236"/>
                  <a:gd name="T37" fmla="*/ 44 h 131"/>
                  <a:gd name="T38" fmla="*/ 92 w 236"/>
                  <a:gd name="T39" fmla="*/ 30 h 131"/>
                  <a:gd name="T40" fmla="*/ 103 w 236"/>
                  <a:gd name="T41" fmla="*/ 19 h 131"/>
                  <a:gd name="T42" fmla="*/ 133 w 236"/>
                  <a:gd name="T43" fmla="*/ 19 h 131"/>
                  <a:gd name="T44" fmla="*/ 144 w 236"/>
                  <a:gd name="T45" fmla="*/ 30 h 131"/>
                  <a:gd name="T46" fmla="*/ 144 w 236"/>
                  <a:gd name="T47" fmla="*/ 44 h 131"/>
                  <a:gd name="T48" fmla="*/ 92 w 236"/>
                  <a:gd name="T49" fmla="*/ 44 h 131"/>
                  <a:gd name="T50" fmla="*/ 92 w 236"/>
                  <a:gd name="T51" fmla="*/ 3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6" h="131">
                    <a:moveTo>
                      <a:pt x="204" y="44"/>
                    </a:moveTo>
                    <a:cubicBezTo>
                      <a:pt x="163" y="44"/>
                      <a:pt x="163" y="44"/>
                      <a:pt x="163" y="44"/>
                    </a:cubicBezTo>
                    <a:cubicBezTo>
                      <a:pt x="163" y="30"/>
                      <a:pt x="163" y="30"/>
                      <a:pt x="163" y="30"/>
                    </a:cubicBezTo>
                    <a:cubicBezTo>
                      <a:pt x="163" y="14"/>
                      <a:pt x="150" y="0"/>
                      <a:pt x="133" y="0"/>
                    </a:cubicBezTo>
                    <a:cubicBezTo>
                      <a:pt x="103" y="0"/>
                      <a:pt x="103" y="0"/>
                      <a:pt x="103" y="0"/>
                    </a:cubicBezTo>
                    <a:cubicBezTo>
                      <a:pt x="86" y="0"/>
                      <a:pt x="73" y="14"/>
                      <a:pt x="73" y="30"/>
                    </a:cubicBezTo>
                    <a:cubicBezTo>
                      <a:pt x="73" y="44"/>
                      <a:pt x="73" y="44"/>
                      <a:pt x="73" y="44"/>
                    </a:cubicBezTo>
                    <a:cubicBezTo>
                      <a:pt x="32" y="44"/>
                      <a:pt x="32" y="44"/>
                      <a:pt x="32" y="44"/>
                    </a:cubicBezTo>
                    <a:cubicBezTo>
                      <a:pt x="15" y="44"/>
                      <a:pt x="0" y="58"/>
                      <a:pt x="0" y="75"/>
                    </a:cubicBezTo>
                    <a:cubicBezTo>
                      <a:pt x="0" y="106"/>
                      <a:pt x="0" y="106"/>
                      <a:pt x="0" y="106"/>
                    </a:cubicBezTo>
                    <a:cubicBezTo>
                      <a:pt x="92" y="106"/>
                      <a:pt x="92" y="106"/>
                      <a:pt x="92" y="106"/>
                    </a:cubicBezTo>
                    <a:cubicBezTo>
                      <a:pt x="92" y="115"/>
                      <a:pt x="92" y="115"/>
                      <a:pt x="92" y="115"/>
                    </a:cubicBezTo>
                    <a:cubicBezTo>
                      <a:pt x="92" y="124"/>
                      <a:pt x="99" y="131"/>
                      <a:pt x="108" y="131"/>
                    </a:cubicBezTo>
                    <a:cubicBezTo>
                      <a:pt x="128" y="131"/>
                      <a:pt x="128" y="131"/>
                      <a:pt x="128" y="131"/>
                    </a:cubicBezTo>
                    <a:cubicBezTo>
                      <a:pt x="137" y="131"/>
                      <a:pt x="144" y="124"/>
                      <a:pt x="144" y="115"/>
                    </a:cubicBezTo>
                    <a:cubicBezTo>
                      <a:pt x="144" y="106"/>
                      <a:pt x="144" y="106"/>
                      <a:pt x="144" y="106"/>
                    </a:cubicBezTo>
                    <a:cubicBezTo>
                      <a:pt x="236" y="106"/>
                      <a:pt x="236" y="106"/>
                      <a:pt x="236" y="106"/>
                    </a:cubicBezTo>
                    <a:cubicBezTo>
                      <a:pt x="236" y="75"/>
                      <a:pt x="236" y="75"/>
                      <a:pt x="236" y="75"/>
                    </a:cubicBezTo>
                    <a:cubicBezTo>
                      <a:pt x="236" y="58"/>
                      <a:pt x="221" y="44"/>
                      <a:pt x="204" y="44"/>
                    </a:cubicBezTo>
                    <a:close/>
                    <a:moveTo>
                      <a:pt x="92" y="30"/>
                    </a:moveTo>
                    <a:cubicBezTo>
                      <a:pt x="92" y="24"/>
                      <a:pt x="97" y="19"/>
                      <a:pt x="103" y="19"/>
                    </a:cubicBezTo>
                    <a:cubicBezTo>
                      <a:pt x="133" y="19"/>
                      <a:pt x="133" y="19"/>
                      <a:pt x="133" y="19"/>
                    </a:cubicBezTo>
                    <a:cubicBezTo>
                      <a:pt x="139" y="19"/>
                      <a:pt x="144" y="24"/>
                      <a:pt x="144" y="30"/>
                    </a:cubicBezTo>
                    <a:cubicBezTo>
                      <a:pt x="144" y="44"/>
                      <a:pt x="144" y="44"/>
                      <a:pt x="144" y="44"/>
                    </a:cubicBezTo>
                    <a:cubicBezTo>
                      <a:pt x="92" y="44"/>
                      <a:pt x="92" y="44"/>
                      <a:pt x="92" y="44"/>
                    </a:cubicBezTo>
                    <a:lnTo>
                      <a:pt x="92" y="3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400">
                  <a:solidFill>
                    <a:schemeClr val="tx1">
                      <a:lumMod val="85000"/>
                      <a:lumOff val="15000"/>
                    </a:schemeClr>
                  </a:solidFill>
                  <a:cs typeface="+mn-ea"/>
                  <a:sym typeface="+mn-lt"/>
                </a:endParaRPr>
              </a:p>
            </p:txBody>
          </p:sp>
        </p:grpSp>
      </p:grpSp>
      <p:grpSp>
        <p:nvGrpSpPr>
          <p:cNvPr id="87" name="Group 50"/>
          <p:cNvGrpSpPr/>
          <p:nvPr/>
        </p:nvGrpSpPr>
        <p:grpSpPr>
          <a:xfrm>
            <a:off x="9025938" y="1652252"/>
            <a:ext cx="539833" cy="540000"/>
            <a:chOff x="9732876" y="1985814"/>
            <a:chExt cx="540000" cy="540000"/>
          </a:xfrm>
        </p:grpSpPr>
        <p:sp>
          <p:nvSpPr>
            <p:cNvPr id="88" name="Oval 51"/>
            <p:cNvSpPr/>
            <p:nvPr/>
          </p:nvSpPr>
          <p:spPr>
            <a:xfrm>
              <a:off x="9732876" y="1985814"/>
              <a:ext cx="540000" cy="540000"/>
            </a:xfrm>
            <a:prstGeom prst="ellipse">
              <a:avLst/>
            </a:prstGeom>
            <a:solidFill>
              <a:srgbClr val="ABC7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tx1">
                    <a:lumMod val="85000"/>
                    <a:lumOff val="15000"/>
                  </a:schemeClr>
                </a:solidFill>
                <a:cs typeface="+mn-ea"/>
                <a:sym typeface="+mn-lt"/>
              </a:endParaRPr>
            </a:p>
          </p:txBody>
        </p:sp>
        <p:sp>
          <p:nvSpPr>
            <p:cNvPr id="89" name="Freeform: Shape 52"/>
            <p:cNvSpPr/>
            <p:nvPr/>
          </p:nvSpPr>
          <p:spPr bwMode="auto">
            <a:xfrm>
              <a:off x="9842613" y="2095551"/>
              <a:ext cx="320527" cy="320527"/>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a:solidFill>
                  <a:schemeClr val="tx1">
                    <a:lumMod val="85000"/>
                    <a:lumOff val="15000"/>
                  </a:schemeClr>
                </a:solidFill>
                <a:cs typeface="+mn-ea"/>
                <a:sym typeface="+mn-lt"/>
              </a:endParaRPr>
            </a:p>
          </p:txBody>
        </p:sp>
      </p:grpSp>
      <p:sp>
        <p:nvSpPr>
          <p:cNvPr id="6" name="Rectangle 4"/>
          <p:cNvSpPr txBox="1">
            <a:spLocks noChangeArrowheads="1"/>
          </p:cNvSpPr>
          <p:nvPr/>
        </p:nvSpPr>
        <p:spPr bwMode="auto">
          <a:xfrm>
            <a:off x="3544357" y="1082955"/>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sp>
        <p:nvSpPr>
          <p:cNvPr id="7" name="矩形 6"/>
          <p:cNvSpPr/>
          <p:nvPr/>
        </p:nvSpPr>
        <p:spPr>
          <a:xfrm>
            <a:off x="45027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pic>
        <p:nvPicPr>
          <p:cNvPr id="9" name="图片 8" descr="WechatIMG1669"/>
          <p:cNvPicPr>
            <a:picLocks noChangeAspect="1"/>
          </p:cNvPicPr>
          <p:nvPr/>
        </p:nvPicPr>
        <p:blipFill>
          <a:blip r:embed="rId7"/>
          <a:stretch>
            <a:fillRect/>
          </a:stretch>
        </p:blipFill>
        <p:spPr>
          <a:xfrm>
            <a:off x="205705" y="132715"/>
            <a:ext cx="1318895" cy="1299210"/>
          </a:xfrm>
          <a:prstGeom prst="rect">
            <a:avLst/>
          </a:prstGeom>
        </p:spPr>
      </p:pic>
    </p:spTree>
    <p:custDataLst>
      <p:tags r:id="rId1"/>
    </p:custData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250"/>
                                        <p:tgtEl>
                                          <p:spTgt spid="14"/>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250"/>
                                        <p:tgtEl>
                                          <p:spTgt spid="15"/>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down)">
                                      <p:cBhvr>
                                        <p:cTn id="20" dur="250"/>
                                        <p:tgtEl>
                                          <p:spTgt spid="19"/>
                                        </p:tgtEl>
                                      </p:cBhvr>
                                    </p:animEffect>
                                  </p:childTnLst>
                                </p:cTn>
                              </p:par>
                            </p:childTnLst>
                          </p:cTn>
                        </p:par>
                        <p:par>
                          <p:cTn id="21" fill="hold">
                            <p:stCondLst>
                              <p:cond delay="1500"/>
                            </p:stCondLst>
                            <p:childTnLst>
                              <p:par>
                                <p:cTn id="22" presetID="22" presetClass="entr" presetSubtype="4"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down)">
                                      <p:cBhvr>
                                        <p:cTn id="24" dur="250"/>
                                        <p:tgtEl>
                                          <p:spTgt spid="21"/>
                                        </p:tgtEl>
                                      </p:cBhvr>
                                    </p:animEffect>
                                  </p:childTnLst>
                                </p:cTn>
                              </p:par>
                            </p:childTnLst>
                          </p:cTn>
                        </p:par>
                        <p:par>
                          <p:cTn id="25" fill="hold">
                            <p:stCondLst>
                              <p:cond delay="2000"/>
                            </p:stCondLst>
                            <p:childTnLst>
                              <p:par>
                                <p:cTn id="26" presetID="22" presetClass="entr" presetSubtype="4"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250"/>
                                        <p:tgtEl>
                                          <p:spTgt spid="25"/>
                                        </p:tgtEl>
                                      </p:cBhvr>
                                    </p:animEffect>
                                  </p:childTnLst>
                                </p:cTn>
                              </p:par>
                            </p:childTnLst>
                          </p:cTn>
                        </p:par>
                        <p:par>
                          <p:cTn id="29" fill="hold">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down)">
                                      <p:cBhvr>
                                        <p:cTn id="32" dur="250"/>
                                        <p:tgtEl>
                                          <p:spTgt spid="26"/>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down)">
                                      <p:cBhvr>
                                        <p:cTn id="36" dur="250"/>
                                        <p:tgtEl>
                                          <p:spTgt spid="27"/>
                                        </p:tgtEl>
                                      </p:cBhvr>
                                    </p:animEffect>
                                  </p:childTnLst>
                                </p:cTn>
                              </p:par>
                            </p:childTnLst>
                          </p:cTn>
                        </p:par>
                        <p:par>
                          <p:cTn id="37" fill="hold">
                            <p:stCondLst>
                              <p:cond delay="3500"/>
                            </p:stCondLst>
                            <p:childTnLst>
                              <p:par>
                                <p:cTn id="38" presetID="22" presetClass="entr" presetSubtype="4"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down)">
                                      <p:cBhvr>
                                        <p:cTn id="40" dur="250"/>
                                        <p:tgtEl>
                                          <p:spTgt spid="28"/>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down)">
                                      <p:cBhvr>
                                        <p:cTn id="44" dur="250"/>
                                        <p:tgtEl>
                                          <p:spTgt spid="29"/>
                                        </p:tgtEl>
                                      </p:cBhvr>
                                    </p:animEffect>
                                  </p:childTnLst>
                                </p:cTn>
                              </p:par>
                            </p:childTnLst>
                          </p:cTn>
                        </p:par>
                        <p:par>
                          <p:cTn id="45" fill="hold">
                            <p:stCondLst>
                              <p:cond delay="4500"/>
                            </p:stCondLst>
                            <p:childTnLst>
                              <p:par>
                                <p:cTn id="46" presetID="22" presetClass="entr" presetSubtype="4" fill="hold" grpId="0" nodeType="after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wipe(down)">
                                      <p:cBhvr>
                                        <p:cTn id="48" dur="250"/>
                                        <p:tgtEl>
                                          <p:spTgt spid="32"/>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down)">
                                      <p:cBhvr>
                                        <p:cTn id="52" dur="250"/>
                                        <p:tgtEl>
                                          <p:spTgt spid="33"/>
                                        </p:tgtEl>
                                      </p:cBhvr>
                                    </p:animEffect>
                                  </p:childTnLst>
                                </p:cTn>
                              </p:par>
                            </p:childTnLst>
                          </p:cTn>
                        </p:par>
                        <p:par>
                          <p:cTn id="53" fill="hold">
                            <p:stCondLst>
                              <p:cond delay="5500"/>
                            </p:stCondLst>
                            <p:childTnLst>
                              <p:par>
                                <p:cTn id="54" presetID="22" presetClass="entr" presetSubtype="4"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down)">
                                      <p:cBhvr>
                                        <p:cTn id="56" dur="250"/>
                                        <p:tgtEl>
                                          <p:spTgt spid="34"/>
                                        </p:tgtEl>
                                      </p:cBhvr>
                                    </p:animEffect>
                                  </p:childTnLst>
                                </p:cTn>
                              </p:par>
                            </p:childTnLst>
                          </p:cTn>
                        </p:par>
                        <p:par>
                          <p:cTn id="57" fill="hold">
                            <p:stCondLst>
                              <p:cond delay="6000"/>
                            </p:stCondLst>
                            <p:childTnLst>
                              <p:par>
                                <p:cTn id="58" presetID="22" presetClass="entr" presetSubtype="4" fill="hold" grpId="0" nodeType="after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wipe(down)">
                                      <p:cBhvr>
                                        <p:cTn id="60" dur="250"/>
                                        <p:tgtEl>
                                          <p:spTgt spid="35"/>
                                        </p:tgtEl>
                                      </p:cBhvr>
                                    </p:animEffect>
                                  </p:childTnLst>
                                </p:cTn>
                              </p:par>
                            </p:childTnLst>
                          </p:cTn>
                        </p:par>
                        <p:par>
                          <p:cTn id="61" fill="hold">
                            <p:stCondLst>
                              <p:cond delay="6500"/>
                            </p:stCondLst>
                            <p:childTnLst>
                              <p:par>
                                <p:cTn id="62" presetID="22" presetClass="entr" presetSubtype="4" fill="hold" grpId="0" nodeType="after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wipe(down)">
                                      <p:cBhvr>
                                        <p:cTn id="64" dur="250"/>
                                        <p:tgtEl>
                                          <p:spTgt spid="36"/>
                                        </p:tgtEl>
                                      </p:cBhvr>
                                    </p:animEffect>
                                  </p:childTnLst>
                                </p:cTn>
                              </p:par>
                            </p:childTnLst>
                          </p:cTn>
                        </p:par>
                        <p:par>
                          <p:cTn id="65" fill="hold">
                            <p:stCondLst>
                              <p:cond delay="7000"/>
                            </p:stCondLst>
                            <p:childTnLst>
                              <p:par>
                                <p:cTn id="66" presetID="22" presetClass="entr" presetSubtype="4" fill="hold" grpId="0" nodeType="after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wipe(down)">
                                      <p:cBhvr>
                                        <p:cTn id="68" dur="250"/>
                                        <p:tgtEl>
                                          <p:spTgt spid="42"/>
                                        </p:tgtEl>
                                      </p:cBhvr>
                                    </p:animEffect>
                                  </p:childTnLst>
                                </p:cTn>
                              </p:par>
                            </p:childTnLst>
                          </p:cTn>
                        </p:par>
                        <p:par>
                          <p:cTn id="69" fill="hold">
                            <p:stCondLst>
                              <p:cond delay="7500"/>
                            </p:stCondLst>
                            <p:childTnLst>
                              <p:par>
                                <p:cTn id="70" presetID="22" presetClass="entr" presetSubtype="4" fill="hold" grpId="0" nodeType="after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wipe(down)">
                                      <p:cBhvr>
                                        <p:cTn id="72" dur="250"/>
                                        <p:tgtEl>
                                          <p:spTgt spid="43"/>
                                        </p:tgtEl>
                                      </p:cBhvr>
                                    </p:animEffect>
                                  </p:childTnLst>
                                </p:cTn>
                              </p:par>
                            </p:childTnLst>
                          </p:cTn>
                        </p:par>
                        <p:par>
                          <p:cTn id="73" fill="hold">
                            <p:stCondLst>
                              <p:cond delay="8000"/>
                            </p:stCondLst>
                            <p:childTnLst>
                              <p:par>
                                <p:cTn id="74" presetID="22" presetClass="entr" presetSubtype="4" fill="hold" nodeType="after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wipe(down)">
                                      <p:cBhvr>
                                        <p:cTn id="76" dur="250"/>
                                        <p:tgtEl>
                                          <p:spTgt spid="44"/>
                                        </p:tgtEl>
                                      </p:cBhvr>
                                    </p:animEffect>
                                  </p:childTnLst>
                                </p:cTn>
                              </p:par>
                            </p:childTnLst>
                          </p:cTn>
                        </p:par>
                        <p:par>
                          <p:cTn id="77" fill="hold">
                            <p:stCondLst>
                              <p:cond delay="8500"/>
                            </p:stCondLst>
                            <p:childTnLst>
                              <p:par>
                                <p:cTn id="78" presetID="22" presetClass="entr" presetSubtype="4" fill="hold" nodeType="after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wipe(down)">
                                      <p:cBhvr>
                                        <p:cTn id="80" dur="250"/>
                                        <p:tgtEl>
                                          <p:spTgt spid="45"/>
                                        </p:tgtEl>
                                      </p:cBhvr>
                                    </p:animEffect>
                                  </p:childTnLst>
                                </p:cTn>
                              </p:par>
                            </p:childTnLst>
                          </p:cTn>
                        </p:par>
                        <p:par>
                          <p:cTn id="81" fill="hold">
                            <p:stCondLst>
                              <p:cond delay="9000"/>
                            </p:stCondLst>
                            <p:childTnLst>
                              <p:par>
                                <p:cTn id="82" presetID="22" presetClass="entr" presetSubtype="4" fill="hold" nodeType="after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wipe(down)">
                                      <p:cBhvr>
                                        <p:cTn id="84" dur="250"/>
                                        <p:tgtEl>
                                          <p:spTgt spid="46"/>
                                        </p:tgtEl>
                                      </p:cBhvr>
                                    </p:animEffect>
                                  </p:childTnLst>
                                </p:cTn>
                              </p:par>
                            </p:childTnLst>
                          </p:cTn>
                        </p:par>
                        <p:par>
                          <p:cTn id="85" fill="hold">
                            <p:stCondLst>
                              <p:cond delay="9500"/>
                            </p:stCondLst>
                            <p:childTnLst>
                              <p:par>
                                <p:cTn id="86" presetID="22" presetClass="entr" presetSubtype="4" fill="hold" grpId="0" nodeType="after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wipe(down)">
                                      <p:cBhvr>
                                        <p:cTn id="88" dur="250"/>
                                        <p:tgtEl>
                                          <p:spTgt spid="57"/>
                                        </p:tgtEl>
                                      </p:cBhvr>
                                    </p:animEffect>
                                  </p:childTnLst>
                                </p:cTn>
                              </p:par>
                            </p:childTnLst>
                          </p:cTn>
                        </p:par>
                        <p:par>
                          <p:cTn id="89" fill="hold">
                            <p:stCondLst>
                              <p:cond delay="10000"/>
                            </p:stCondLst>
                            <p:childTnLst>
                              <p:par>
                                <p:cTn id="90" presetID="22" presetClass="entr" presetSubtype="4" fill="hold" grpId="0" nodeType="after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wipe(down)">
                                      <p:cBhvr>
                                        <p:cTn id="92" dur="250"/>
                                        <p:tgtEl>
                                          <p:spTgt spid="58"/>
                                        </p:tgtEl>
                                      </p:cBhvr>
                                    </p:animEffect>
                                  </p:childTnLst>
                                </p:cTn>
                              </p:par>
                            </p:childTnLst>
                          </p:cTn>
                        </p:par>
                        <p:par>
                          <p:cTn id="93" fill="hold">
                            <p:stCondLst>
                              <p:cond delay="10500"/>
                            </p:stCondLst>
                            <p:childTnLst>
                              <p:par>
                                <p:cTn id="94" presetID="22" presetClass="entr" presetSubtype="4" fill="hold" nodeType="afterEffect">
                                  <p:stCondLst>
                                    <p:cond delay="0"/>
                                  </p:stCondLst>
                                  <p:childTnLst>
                                    <p:set>
                                      <p:cBhvr>
                                        <p:cTn id="95" dur="1" fill="hold">
                                          <p:stCondLst>
                                            <p:cond delay="0"/>
                                          </p:stCondLst>
                                        </p:cTn>
                                        <p:tgtEl>
                                          <p:spTgt spid="59"/>
                                        </p:tgtEl>
                                        <p:attrNameLst>
                                          <p:attrName>style.visibility</p:attrName>
                                        </p:attrNameLst>
                                      </p:cBhvr>
                                      <p:to>
                                        <p:strVal val="visible"/>
                                      </p:to>
                                    </p:set>
                                    <p:animEffect transition="in" filter="wipe(down)">
                                      <p:cBhvr>
                                        <p:cTn id="96" dur="250"/>
                                        <p:tgtEl>
                                          <p:spTgt spid="59"/>
                                        </p:tgtEl>
                                      </p:cBhvr>
                                    </p:animEffect>
                                  </p:childTnLst>
                                </p:cTn>
                              </p:par>
                            </p:childTnLst>
                          </p:cTn>
                        </p:par>
                        <p:par>
                          <p:cTn id="97" fill="hold">
                            <p:stCondLst>
                              <p:cond delay="11000"/>
                            </p:stCondLst>
                            <p:childTnLst>
                              <p:par>
                                <p:cTn id="98" presetID="22" presetClass="entr" presetSubtype="4" fill="hold" nodeType="afterEffect">
                                  <p:stCondLst>
                                    <p:cond delay="0"/>
                                  </p:stCondLst>
                                  <p:childTnLst>
                                    <p:set>
                                      <p:cBhvr>
                                        <p:cTn id="99" dur="1" fill="hold">
                                          <p:stCondLst>
                                            <p:cond delay="0"/>
                                          </p:stCondLst>
                                        </p:cTn>
                                        <p:tgtEl>
                                          <p:spTgt spid="60"/>
                                        </p:tgtEl>
                                        <p:attrNameLst>
                                          <p:attrName>style.visibility</p:attrName>
                                        </p:attrNameLst>
                                      </p:cBhvr>
                                      <p:to>
                                        <p:strVal val="visible"/>
                                      </p:to>
                                    </p:set>
                                    <p:animEffect transition="in" filter="wipe(down)">
                                      <p:cBhvr>
                                        <p:cTn id="100" dur="250"/>
                                        <p:tgtEl>
                                          <p:spTgt spid="60"/>
                                        </p:tgtEl>
                                      </p:cBhvr>
                                    </p:animEffect>
                                  </p:childTnLst>
                                </p:cTn>
                              </p:par>
                            </p:childTnLst>
                          </p:cTn>
                        </p:par>
                        <p:par>
                          <p:cTn id="101" fill="hold">
                            <p:stCondLst>
                              <p:cond delay="11500"/>
                            </p:stCondLst>
                            <p:childTnLst>
                              <p:par>
                                <p:cTn id="102" presetID="22" presetClass="entr" presetSubtype="4" fill="hold" nodeType="afterEffect">
                                  <p:stCondLst>
                                    <p:cond delay="0"/>
                                  </p:stCondLst>
                                  <p:childTnLst>
                                    <p:set>
                                      <p:cBhvr>
                                        <p:cTn id="103" dur="1" fill="hold">
                                          <p:stCondLst>
                                            <p:cond delay="0"/>
                                          </p:stCondLst>
                                        </p:cTn>
                                        <p:tgtEl>
                                          <p:spTgt spid="66"/>
                                        </p:tgtEl>
                                        <p:attrNameLst>
                                          <p:attrName>style.visibility</p:attrName>
                                        </p:attrNameLst>
                                      </p:cBhvr>
                                      <p:to>
                                        <p:strVal val="visible"/>
                                      </p:to>
                                    </p:set>
                                    <p:animEffect transition="in" filter="wipe(down)">
                                      <p:cBhvr>
                                        <p:cTn id="104" dur="250"/>
                                        <p:tgtEl>
                                          <p:spTgt spid="66"/>
                                        </p:tgtEl>
                                      </p:cBhvr>
                                    </p:animEffect>
                                  </p:childTnLst>
                                </p:cTn>
                              </p:par>
                            </p:childTnLst>
                          </p:cTn>
                        </p:par>
                        <p:par>
                          <p:cTn id="105" fill="hold">
                            <p:stCondLst>
                              <p:cond delay="12000"/>
                            </p:stCondLst>
                            <p:childTnLst>
                              <p:par>
                                <p:cTn id="106" presetID="22" presetClass="entr" presetSubtype="4" fill="hold" grpId="0" nodeType="after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250"/>
                                        <p:tgtEl>
                                          <p:spTgt spid="61"/>
                                        </p:tgtEl>
                                      </p:cBhvr>
                                    </p:animEffect>
                                  </p:childTnLst>
                                </p:cTn>
                              </p:par>
                            </p:childTnLst>
                          </p:cTn>
                        </p:par>
                        <p:par>
                          <p:cTn id="109" fill="hold">
                            <p:stCondLst>
                              <p:cond delay="12500"/>
                            </p:stCondLst>
                            <p:childTnLst>
                              <p:par>
                                <p:cTn id="110" presetID="22" presetClass="entr" presetSubtype="4" fill="hold" grpId="0" nodeType="afterEffect">
                                  <p:stCondLst>
                                    <p:cond delay="0"/>
                                  </p:stCondLst>
                                  <p:childTnLst>
                                    <p:set>
                                      <p:cBhvr>
                                        <p:cTn id="111" dur="1" fill="hold">
                                          <p:stCondLst>
                                            <p:cond delay="0"/>
                                          </p:stCondLst>
                                        </p:cTn>
                                        <p:tgtEl>
                                          <p:spTgt spid="63"/>
                                        </p:tgtEl>
                                        <p:attrNameLst>
                                          <p:attrName>style.visibility</p:attrName>
                                        </p:attrNameLst>
                                      </p:cBhvr>
                                      <p:to>
                                        <p:strVal val="visible"/>
                                      </p:to>
                                    </p:set>
                                    <p:animEffect transition="in" filter="wipe(down)">
                                      <p:cBhvr>
                                        <p:cTn id="112" dur="250"/>
                                        <p:tgtEl>
                                          <p:spTgt spid="63"/>
                                        </p:tgtEl>
                                      </p:cBhvr>
                                    </p:animEffect>
                                  </p:childTnLst>
                                </p:cTn>
                              </p:par>
                            </p:childTnLst>
                          </p:cTn>
                        </p:par>
                        <p:par>
                          <p:cTn id="113" fill="hold">
                            <p:stCondLst>
                              <p:cond delay="13000"/>
                            </p:stCondLst>
                            <p:childTnLst>
                              <p:par>
                                <p:cTn id="114" presetID="22" presetClass="entr" presetSubtype="4" fill="hold" nodeType="after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wipe(down)">
                                      <p:cBhvr>
                                        <p:cTn id="116" dur="250"/>
                                        <p:tgtEl>
                                          <p:spTgt spid="64"/>
                                        </p:tgtEl>
                                      </p:cBhvr>
                                    </p:animEffect>
                                  </p:childTnLst>
                                </p:cTn>
                              </p:par>
                            </p:childTnLst>
                          </p:cTn>
                        </p:par>
                        <p:par>
                          <p:cTn id="117" fill="hold">
                            <p:stCondLst>
                              <p:cond delay="13500"/>
                            </p:stCondLst>
                            <p:childTnLst>
                              <p:par>
                                <p:cTn id="118" presetID="22" presetClass="entr" presetSubtype="4" fill="hold" nodeType="afterEffect">
                                  <p:stCondLst>
                                    <p:cond delay="0"/>
                                  </p:stCondLst>
                                  <p:childTnLst>
                                    <p:set>
                                      <p:cBhvr>
                                        <p:cTn id="119" dur="1" fill="hold">
                                          <p:stCondLst>
                                            <p:cond delay="0"/>
                                          </p:stCondLst>
                                        </p:cTn>
                                        <p:tgtEl>
                                          <p:spTgt spid="65"/>
                                        </p:tgtEl>
                                        <p:attrNameLst>
                                          <p:attrName>style.visibility</p:attrName>
                                        </p:attrNameLst>
                                      </p:cBhvr>
                                      <p:to>
                                        <p:strVal val="visible"/>
                                      </p:to>
                                    </p:set>
                                    <p:animEffect transition="in" filter="wipe(down)">
                                      <p:cBhvr>
                                        <p:cTn id="120" dur="250"/>
                                        <p:tgtEl>
                                          <p:spTgt spid="65"/>
                                        </p:tgtEl>
                                      </p:cBhvr>
                                    </p:animEffect>
                                  </p:childTnLst>
                                </p:cTn>
                              </p:par>
                            </p:childTnLst>
                          </p:cTn>
                        </p:par>
                        <p:par>
                          <p:cTn id="121" fill="hold">
                            <p:stCondLst>
                              <p:cond delay="14000"/>
                            </p:stCondLst>
                            <p:childTnLst>
                              <p:par>
                                <p:cTn id="122" presetID="22" presetClass="entr" presetSubtype="4" fill="hold" nodeType="afterEffect">
                                  <p:stCondLst>
                                    <p:cond delay="0"/>
                                  </p:stCondLst>
                                  <p:childTnLst>
                                    <p:set>
                                      <p:cBhvr>
                                        <p:cTn id="123" dur="1" fill="hold">
                                          <p:stCondLst>
                                            <p:cond delay="0"/>
                                          </p:stCondLst>
                                        </p:cTn>
                                        <p:tgtEl>
                                          <p:spTgt spid="69"/>
                                        </p:tgtEl>
                                        <p:attrNameLst>
                                          <p:attrName>style.visibility</p:attrName>
                                        </p:attrNameLst>
                                      </p:cBhvr>
                                      <p:to>
                                        <p:strVal val="visible"/>
                                      </p:to>
                                    </p:set>
                                    <p:animEffect transition="in" filter="wipe(down)">
                                      <p:cBhvr>
                                        <p:cTn id="124" dur="250"/>
                                        <p:tgtEl>
                                          <p:spTgt spid="69"/>
                                        </p:tgtEl>
                                      </p:cBhvr>
                                    </p:animEffect>
                                  </p:childTnLst>
                                </p:cTn>
                              </p:par>
                            </p:childTnLst>
                          </p:cTn>
                        </p:par>
                        <p:par>
                          <p:cTn id="125" fill="hold">
                            <p:stCondLst>
                              <p:cond delay="14500"/>
                            </p:stCondLst>
                            <p:childTnLst>
                              <p:par>
                                <p:cTn id="126" presetID="22" presetClass="entr" presetSubtype="4" fill="hold" grpId="0" nodeType="afterEffect">
                                  <p:stCondLst>
                                    <p:cond delay="0"/>
                                  </p:stCondLst>
                                  <p:childTnLst>
                                    <p:set>
                                      <p:cBhvr>
                                        <p:cTn id="127" dur="1" fill="hold">
                                          <p:stCondLst>
                                            <p:cond delay="0"/>
                                          </p:stCondLst>
                                        </p:cTn>
                                        <p:tgtEl>
                                          <p:spTgt spid="74"/>
                                        </p:tgtEl>
                                        <p:attrNameLst>
                                          <p:attrName>style.visibility</p:attrName>
                                        </p:attrNameLst>
                                      </p:cBhvr>
                                      <p:to>
                                        <p:strVal val="visible"/>
                                      </p:to>
                                    </p:set>
                                    <p:animEffect transition="in" filter="wipe(down)">
                                      <p:cBhvr>
                                        <p:cTn id="128" dur="250"/>
                                        <p:tgtEl>
                                          <p:spTgt spid="74"/>
                                        </p:tgtEl>
                                      </p:cBhvr>
                                    </p:animEffect>
                                  </p:childTnLst>
                                </p:cTn>
                              </p:par>
                            </p:childTnLst>
                          </p:cTn>
                        </p:par>
                        <p:par>
                          <p:cTn id="129" fill="hold">
                            <p:stCondLst>
                              <p:cond delay="15000"/>
                            </p:stCondLst>
                            <p:childTnLst>
                              <p:par>
                                <p:cTn id="130" presetID="22" presetClass="entr" presetSubtype="4" fill="hold" grpId="0" nodeType="afterEffect">
                                  <p:stCondLst>
                                    <p:cond delay="0"/>
                                  </p:stCondLst>
                                  <p:childTnLst>
                                    <p:set>
                                      <p:cBhvr>
                                        <p:cTn id="131" dur="1" fill="hold">
                                          <p:stCondLst>
                                            <p:cond delay="0"/>
                                          </p:stCondLst>
                                        </p:cTn>
                                        <p:tgtEl>
                                          <p:spTgt spid="75"/>
                                        </p:tgtEl>
                                        <p:attrNameLst>
                                          <p:attrName>style.visibility</p:attrName>
                                        </p:attrNameLst>
                                      </p:cBhvr>
                                      <p:to>
                                        <p:strVal val="visible"/>
                                      </p:to>
                                    </p:set>
                                    <p:animEffect transition="in" filter="wipe(down)">
                                      <p:cBhvr>
                                        <p:cTn id="132" dur="250"/>
                                        <p:tgtEl>
                                          <p:spTgt spid="75"/>
                                        </p:tgtEl>
                                      </p:cBhvr>
                                    </p:animEffect>
                                  </p:childTnLst>
                                </p:cTn>
                              </p:par>
                            </p:childTnLst>
                          </p:cTn>
                        </p:par>
                        <p:par>
                          <p:cTn id="133" fill="hold">
                            <p:stCondLst>
                              <p:cond delay="15500"/>
                            </p:stCondLst>
                            <p:childTnLst>
                              <p:par>
                                <p:cTn id="134" presetID="22" presetClass="entr" presetSubtype="4" fill="hold" nodeType="afterEffect">
                                  <p:stCondLst>
                                    <p:cond delay="0"/>
                                  </p:stCondLst>
                                  <p:childTnLst>
                                    <p:set>
                                      <p:cBhvr>
                                        <p:cTn id="135" dur="1" fill="hold">
                                          <p:stCondLst>
                                            <p:cond delay="0"/>
                                          </p:stCondLst>
                                        </p:cTn>
                                        <p:tgtEl>
                                          <p:spTgt spid="76"/>
                                        </p:tgtEl>
                                        <p:attrNameLst>
                                          <p:attrName>style.visibility</p:attrName>
                                        </p:attrNameLst>
                                      </p:cBhvr>
                                      <p:to>
                                        <p:strVal val="visible"/>
                                      </p:to>
                                    </p:set>
                                    <p:animEffect transition="in" filter="wipe(down)">
                                      <p:cBhvr>
                                        <p:cTn id="136" dur="250"/>
                                        <p:tgtEl>
                                          <p:spTgt spid="76"/>
                                        </p:tgtEl>
                                      </p:cBhvr>
                                    </p:animEffect>
                                  </p:childTnLst>
                                </p:cTn>
                              </p:par>
                            </p:childTnLst>
                          </p:cTn>
                        </p:par>
                        <p:par>
                          <p:cTn id="137" fill="hold">
                            <p:stCondLst>
                              <p:cond delay="16000"/>
                            </p:stCondLst>
                            <p:childTnLst>
                              <p:par>
                                <p:cTn id="138" presetID="22" presetClass="entr" presetSubtype="4" fill="hold" nodeType="afterEffect">
                                  <p:stCondLst>
                                    <p:cond delay="0"/>
                                  </p:stCondLst>
                                  <p:childTnLst>
                                    <p:set>
                                      <p:cBhvr>
                                        <p:cTn id="139" dur="1" fill="hold">
                                          <p:stCondLst>
                                            <p:cond delay="0"/>
                                          </p:stCondLst>
                                        </p:cTn>
                                        <p:tgtEl>
                                          <p:spTgt spid="77"/>
                                        </p:tgtEl>
                                        <p:attrNameLst>
                                          <p:attrName>style.visibility</p:attrName>
                                        </p:attrNameLst>
                                      </p:cBhvr>
                                      <p:to>
                                        <p:strVal val="visible"/>
                                      </p:to>
                                    </p:set>
                                    <p:animEffect transition="in" filter="wipe(down)">
                                      <p:cBhvr>
                                        <p:cTn id="140" dur="250"/>
                                        <p:tgtEl>
                                          <p:spTgt spid="77"/>
                                        </p:tgtEl>
                                      </p:cBhvr>
                                    </p:animEffect>
                                  </p:childTnLst>
                                </p:cTn>
                              </p:par>
                            </p:childTnLst>
                          </p:cTn>
                        </p:par>
                        <p:par>
                          <p:cTn id="141" fill="hold">
                            <p:stCondLst>
                              <p:cond delay="16500"/>
                            </p:stCondLst>
                            <p:childTnLst>
                              <p:par>
                                <p:cTn id="142" presetID="22" presetClass="entr" presetSubtype="4" fill="hold" nodeType="afterEffect">
                                  <p:stCondLst>
                                    <p:cond delay="0"/>
                                  </p:stCondLst>
                                  <p:childTnLst>
                                    <p:set>
                                      <p:cBhvr>
                                        <p:cTn id="143" dur="1" fill="hold">
                                          <p:stCondLst>
                                            <p:cond delay="0"/>
                                          </p:stCondLst>
                                        </p:cTn>
                                        <p:tgtEl>
                                          <p:spTgt spid="82"/>
                                        </p:tgtEl>
                                        <p:attrNameLst>
                                          <p:attrName>style.visibility</p:attrName>
                                        </p:attrNameLst>
                                      </p:cBhvr>
                                      <p:to>
                                        <p:strVal val="visible"/>
                                      </p:to>
                                    </p:set>
                                    <p:animEffect transition="in" filter="wipe(down)">
                                      <p:cBhvr>
                                        <p:cTn id="144" dur="250"/>
                                        <p:tgtEl>
                                          <p:spTgt spid="82"/>
                                        </p:tgtEl>
                                      </p:cBhvr>
                                    </p:animEffect>
                                  </p:childTnLst>
                                </p:cTn>
                              </p:par>
                            </p:childTnLst>
                          </p:cTn>
                        </p:par>
                        <p:par>
                          <p:cTn id="145" fill="hold">
                            <p:stCondLst>
                              <p:cond delay="17000"/>
                            </p:stCondLst>
                            <p:childTnLst>
                              <p:par>
                                <p:cTn id="146" presetID="22" presetClass="entr" presetSubtype="4" fill="hold" grpId="0" nodeType="afterEffect">
                                  <p:stCondLst>
                                    <p:cond delay="0"/>
                                  </p:stCondLst>
                                  <p:childTnLst>
                                    <p:set>
                                      <p:cBhvr>
                                        <p:cTn id="147" dur="1" fill="hold">
                                          <p:stCondLst>
                                            <p:cond delay="0"/>
                                          </p:stCondLst>
                                        </p:cTn>
                                        <p:tgtEl>
                                          <p:spTgt spid="78"/>
                                        </p:tgtEl>
                                        <p:attrNameLst>
                                          <p:attrName>style.visibility</p:attrName>
                                        </p:attrNameLst>
                                      </p:cBhvr>
                                      <p:to>
                                        <p:strVal val="visible"/>
                                      </p:to>
                                    </p:set>
                                    <p:animEffect transition="in" filter="wipe(down)">
                                      <p:cBhvr>
                                        <p:cTn id="148" dur="250"/>
                                        <p:tgtEl>
                                          <p:spTgt spid="78"/>
                                        </p:tgtEl>
                                      </p:cBhvr>
                                    </p:animEffect>
                                  </p:childTnLst>
                                </p:cTn>
                              </p:par>
                            </p:childTnLst>
                          </p:cTn>
                        </p:par>
                        <p:par>
                          <p:cTn id="149" fill="hold">
                            <p:stCondLst>
                              <p:cond delay="17500"/>
                            </p:stCondLst>
                            <p:childTnLst>
                              <p:par>
                                <p:cTn id="150" presetID="22" presetClass="entr" presetSubtype="4" fill="hold" grpId="0" nodeType="afterEffect">
                                  <p:stCondLst>
                                    <p:cond delay="0"/>
                                  </p:stCondLst>
                                  <p:childTnLst>
                                    <p:set>
                                      <p:cBhvr>
                                        <p:cTn id="151" dur="1" fill="hold">
                                          <p:stCondLst>
                                            <p:cond delay="0"/>
                                          </p:stCondLst>
                                        </p:cTn>
                                        <p:tgtEl>
                                          <p:spTgt spid="79"/>
                                        </p:tgtEl>
                                        <p:attrNameLst>
                                          <p:attrName>style.visibility</p:attrName>
                                        </p:attrNameLst>
                                      </p:cBhvr>
                                      <p:to>
                                        <p:strVal val="visible"/>
                                      </p:to>
                                    </p:set>
                                    <p:animEffect transition="in" filter="wipe(down)">
                                      <p:cBhvr>
                                        <p:cTn id="152" dur="250"/>
                                        <p:tgtEl>
                                          <p:spTgt spid="79"/>
                                        </p:tgtEl>
                                      </p:cBhvr>
                                    </p:animEffect>
                                  </p:childTnLst>
                                </p:cTn>
                              </p:par>
                            </p:childTnLst>
                          </p:cTn>
                        </p:par>
                        <p:par>
                          <p:cTn id="153" fill="hold">
                            <p:stCondLst>
                              <p:cond delay="18000"/>
                            </p:stCondLst>
                            <p:childTnLst>
                              <p:par>
                                <p:cTn id="154" presetID="22" presetClass="entr" presetSubtype="4" fill="hold" nodeType="afterEffect">
                                  <p:stCondLst>
                                    <p:cond delay="0"/>
                                  </p:stCondLst>
                                  <p:childTnLst>
                                    <p:set>
                                      <p:cBhvr>
                                        <p:cTn id="155" dur="1" fill="hold">
                                          <p:stCondLst>
                                            <p:cond delay="0"/>
                                          </p:stCondLst>
                                        </p:cTn>
                                        <p:tgtEl>
                                          <p:spTgt spid="80"/>
                                        </p:tgtEl>
                                        <p:attrNameLst>
                                          <p:attrName>style.visibility</p:attrName>
                                        </p:attrNameLst>
                                      </p:cBhvr>
                                      <p:to>
                                        <p:strVal val="visible"/>
                                      </p:to>
                                    </p:set>
                                    <p:animEffect transition="in" filter="wipe(down)">
                                      <p:cBhvr>
                                        <p:cTn id="156" dur="250"/>
                                        <p:tgtEl>
                                          <p:spTgt spid="80"/>
                                        </p:tgtEl>
                                      </p:cBhvr>
                                    </p:animEffect>
                                  </p:childTnLst>
                                </p:cTn>
                              </p:par>
                            </p:childTnLst>
                          </p:cTn>
                        </p:par>
                        <p:par>
                          <p:cTn id="157" fill="hold">
                            <p:stCondLst>
                              <p:cond delay="18500"/>
                            </p:stCondLst>
                            <p:childTnLst>
                              <p:par>
                                <p:cTn id="158" presetID="22" presetClass="entr" presetSubtype="4" fill="hold" nodeType="afterEffect">
                                  <p:stCondLst>
                                    <p:cond delay="0"/>
                                  </p:stCondLst>
                                  <p:childTnLst>
                                    <p:set>
                                      <p:cBhvr>
                                        <p:cTn id="159" dur="1" fill="hold">
                                          <p:stCondLst>
                                            <p:cond delay="0"/>
                                          </p:stCondLst>
                                        </p:cTn>
                                        <p:tgtEl>
                                          <p:spTgt spid="81"/>
                                        </p:tgtEl>
                                        <p:attrNameLst>
                                          <p:attrName>style.visibility</p:attrName>
                                        </p:attrNameLst>
                                      </p:cBhvr>
                                      <p:to>
                                        <p:strVal val="visible"/>
                                      </p:to>
                                    </p:set>
                                    <p:animEffect transition="in" filter="wipe(down)">
                                      <p:cBhvr>
                                        <p:cTn id="160" dur="250"/>
                                        <p:tgtEl>
                                          <p:spTgt spid="81"/>
                                        </p:tgtEl>
                                      </p:cBhvr>
                                    </p:animEffect>
                                  </p:childTnLst>
                                </p:cTn>
                              </p:par>
                            </p:childTnLst>
                          </p:cTn>
                        </p:par>
                        <p:par>
                          <p:cTn id="161" fill="hold">
                            <p:stCondLst>
                              <p:cond delay="19000"/>
                            </p:stCondLst>
                            <p:childTnLst>
                              <p:par>
                                <p:cTn id="162" presetID="22" presetClass="entr" presetSubtype="4" fill="hold" nodeType="afterEffect">
                                  <p:stCondLst>
                                    <p:cond delay="0"/>
                                  </p:stCondLst>
                                  <p:childTnLst>
                                    <p:set>
                                      <p:cBhvr>
                                        <p:cTn id="163" dur="1" fill="hold">
                                          <p:stCondLst>
                                            <p:cond delay="0"/>
                                          </p:stCondLst>
                                        </p:cTn>
                                        <p:tgtEl>
                                          <p:spTgt spid="87"/>
                                        </p:tgtEl>
                                        <p:attrNameLst>
                                          <p:attrName>style.visibility</p:attrName>
                                        </p:attrNameLst>
                                      </p:cBhvr>
                                      <p:to>
                                        <p:strVal val="visible"/>
                                      </p:to>
                                    </p:set>
                                    <p:animEffect transition="in" filter="wipe(down)">
                                      <p:cBhvr>
                                        <p:cTn id="164" dur="25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2" grpId="0" bldLvl="0" animBg="1"/>
      <p:bldP spid="33" grpId="0" bldLvl="0" animBg="1"/>
      <p:bldP spid="34" grpId="0" bldLvl="0" animBg="1"/>
      <p:bldP spid="35" grpId="0" bldLvl="0" animBg="1"/>
      <p:bldP spid="36" grpId="0" bldLvl="0" animBg="1"/>
      <p:bldP spid="42" grpId="0"/>
      <p:bldP spid="43" grpId="0"/>
      <p:bldP spid="57" grpId="0"/>
      <p:bldP spid="58" grpId="0"/>
      <p:bldP spid="61" grpId="0"/>
      <p:bldP spid="63" grpId="0"/>
      <p:bldP spid="74" grpId="0"/>
      <p:bldP spid="75" grpId="0"/>
      <p:bldP spid="78" grpId="0"/>
      <p:bldP spid="79" grpId="0"/>
      <p:bldP spid="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40-18"/>
          <p:cNvPicPr>
            <a:picLocks noChangeAspect="1"/>
          </p:cNvPicPr>
          <p:nvPr/>
        </p:nvPicPr>
        <p:blipFill>
          <a:blip r:embed="rId3"/>
          <a:stretch>
            <a:fillRect/>
          </a:stretch>
        </p:blipFill>
        <p:spPr>
          <a:xfrm>
            <a:off x="600" y="0"/>
            <a:ext cx="4650105" cy="6976110"/>
          </a:xfrm>
          <a:prstGeom prst="rect">
            <a:avLst/>
          </a:prstGeom>
        </p:spPr>
      </p:pic>
      <p:pic>
        <p:nvPicPr>
          <p:cNvPr id="2" name="图片 1" descr="Untitled_Artwork 6"/>
          <p:cNvPicPr>
            <a:picLocks noChangeAspect="1"/>
          </p:cNvPicPr>
          <p:nvPr/>
        </p:nvPicPr>
        <p:blipFill>
          <a:blip r:embed="rId4"/>
          <a:srcRect l="13380" t="6748"/>
          <a:stretch>
            <a:fillRect/>
          </a:stretch>
        </p:blipFill>
        <p:spPr>
          <a:xfrm>
            <a:off x="-37465" y="-61595"/>
            <a:ext cx="12230100" cy="7037705"/>
          </a:xfrm>
          <a:prstGeom prst="rect">
            <a:avLst/>
          </a:prstGeom>
        </p:spPr>
      </p:pic>
      <p:sp>
        <p:nvSpPr>
          <p:cNvPr id="5" name="矩形 4"/>
          <p:cNvSpPr/>
          <p:nvPr/>
        </p:nvSpPr>
        <p:spPr>
          <a:xfrm>
            <a:off x="4502150" y="237490"/>
            <a:ext cx="3187700" cy="666115"/>
          </a:xfrm>
          <a:prstGeom prst="rect">
            <a:avLst/>
          </a:prstGeom>
          <a:effectLst>
            <a:outerShdw blurRad="50800" dist="38100" dir="5400000" algn="t" rotWithShape="0">
              <a:prstClr val="black">
                <a:alpha val="40000"/>
              </a:prstClr>
            </a:outerShdw>
          </a:effectLst>
        </p:spPr>
        <p:txBody>
          <a:bodyPr wrap="square">
            <a:spAutoFit/>
          </a:bodyPr>
          <a:lstStyle/>
          <a:p>
            <a:pPr>
              <a:defRPr/>
            </a:pPr>
            <a:r>
              <a:rPr lang="zh-CN" altLang="en-US" sz="3735" b="1" kern="100">
                <a:solidFill>
                  <a:schemeClr val="bg1"/>
                </a:solidFill>
                <a:latin typeface="微软雅黑" panose="020B0503020204020204" charset="-122"/>
                <a:ea typeface="微软雅黑" panose="020B0503020204020204" charset="-122"/>
                <a:cs typeface="Times New Roman" panose="02020603050405020304" pitchFamily="18" charset="0"/>
              </a:rPr>
              <a:t>输入标题名称</a:t>
            </a:r>
            <a:endParaRPr lang="zh-CN" altLang="zh-CN" sz="3735" kern="10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6" name="Rectangle 4"/>
          <p:cNvSpPr txBox="1">
            <a:spLocks noChangeArrowheads="1"/>
          </p:cNvSpPr>
          <p:nvPr/>
        </p:nvSpPr>
        <p:spPr bwMode="auto">
          <a:xfrm>
            <a:off x="3504987" y="1143280"/>
            <a:ext cx="5234173" cy="342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a:solidFill>
                  <a:schemeClr val="accent6">
                    <a:lumMod val="75000"/>
                  </a:schemeClr>
                </a:solidFill>
                <a:latin typeface="微软雅黑" panose="020B0503020204020204" charset="-122"/>
                <a:ea typeface="微软雅黑" panose="020B0503020204020204" charset="-122"/>
              </a:rPr>
              <a:t>输入文字</a:t>
            </a:r>
          </a:p>
        </p:txBody>
      </p:sp>
      <p:sp>
        <p:nvSpPr>
          <p:cNvPr id="16" name="矩形 15"/>
          <p:cNvSpPr/>
          <p:nvPr/>
        </p:nvSpPr>
        <p:spPr>
          <a:xfrm>
            <a:off x="5687695" y="1875790"/>
            <a:ext cx="5925185" cy="1936750"/>
          </a:xfrm>
          <a:prstGeom prst="rect">
            <a:avLst/>
          </a:prstGeom>
        </p:spPr>
        <p:txBody>
          <a:bodyPr wrap="square" lIns="91408" tIns="45704" rIns="91408" bIns="45704">
            <a:spAutoFit/>
          </a:bodyPr>
          <a:lstStyle/>
          <a:p>
            <a:pPr>
              <a:lnSpc>
                <a:spcPct val="150000"/>
              </a:lnSpc>
              <a:defRPr/>
            </a:pPr>
            <a:r>
              <a:rPr lang="zh-CN" altLang="en-US" sz="1600" kern="0">
                <a:solidFill>
                  <a:schemeClr val="tx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a:t>
            </a:r>
          </a:p>
        </p:txBody>
      </p:sp>
      <p:sp>
        <p:nvSpPr>
          <p:cNvPr id="3" name="矩形 2"/>
          <p:cNvSpPr/>
          <p:nvPr/>
        </p:nvSpPr>
        <p:spPr>
          <a:xfrm>
            <a:off x="4502150" y="4203065"/>
            <a:ext cx="5925185" cy="1936750"/>
          </a:xfrm>
          <a:prstGeom prst="rect">
            <a:avLst/>
          </a:prstGeom>
        </p:spPr>
        <p:txBody>
          <a:bodyPr wrap="square" lIns="91408" tIns="45704" rIns="91408" bIns="45704">
            <a:spAutoFit/>
          </a:bodyPr>
          <a:lstStyle/>
          <a:p>
            <a:pPr>
              <a:lnSpc>
                <a:spcPct val="150000"/>
              </a:lnSpc>
              <a:defRPr/>
            </a:pPr>
            <a:r>
              <a:rPr lang="zh-CN" altLang="en-US" sz="1600" kern="0">
                <a:solidFill>
                  <a:schemeClr val="tx1"/>
                </a:solidFill>
                <a:latin typeface="微软雅黑" panose="020B0503020204020204" charset="-122"/>
                <a:ea typeface="微软雅黑" panose="020B0503020204020204" charset="-122"/>
              </a:rPr>
              <a:t>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在这里输入你需要的文本内容</a:t>
            </a:r>
          </a:p>
        </p:txBody>
      </p:sp>
      <p:pic>
        <p:nvPicPr>
          <p:cNvPr id="9" name="图片 8" descr="WechatIMG1669"/>
          <p:cNvPicPr>
            <a:picLocks noChangeAspect="1"/>
          </p:cNvPicPr>
          <p:nvPr/>
        </p:nvPicPr>
        <p:blipFill>
          <a:blip r:embed="rId5"/>
          <a:stretch>
            <a:fillRect/>
          </a:stretch>
        </p:blipFill>
        <p:spPr>
          <a:xfrm>
            <a:off x="205705" y="132715"/>
            <a:ext cx="1318895" cy="12992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000">
        <p15:prstTrans prst="peelOff"/>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randombar(horizontal)">
                                      <p:cBhvr>
                                        <p:cTn id="11" dur="1500"/>
                                        <p:tgtEl>
                                          <p:spTgt spid="16"/>
                                        </p:tgtEl>
                                      </p:cBhvr>
                                    </p:animEffect>
                                  </p:childTnLst>
                                </p:cTn>
                              </p:par>
                            </p:childTnLst>
                          </p:cTn>
                        </p:par>
                        <p:par>
                          <p:cTn id="12" fill="hold">
                            <p:stCondLst>
                              <p:cond delay="2000"/>
                            </p:stCondLst>
                            <p:childTnLst>
                              <p:par>
                                <p:cTn id="13" presetID="14" presetClass="entr" presetSubtype="1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1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6"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640-25"/>
          <p:cNvPicPr>
            <a:picLocks noChangeAspect="1"/>
          </p:cNvPicPr>
          <p:nvPr/>
        </p:nvPicPr>
        <p:blipFill>
          <a:blip r:embed="rId2"/>
          <a:srcRect t="3172" b="2956"/>
          <a:stretch>
            <a:fillRect/>
          </a:stretch>
        </p:blipFill>
        <p:spPr>
          <a:xfrm>
            <a:off x="0" y="635"/>
            <a:ext cx="10133330" cy="6896735"/>
          </a:xfrm>
          <a:prstGeom prst="rect">
            <a:avLst/>
          </a:prstGeom>
        </p:spPr>
      </p:pic>
      <p:pic>
        <p:nvPicPr>
          <p:cNvPr id="9" name="图片 8" descr="WechatIMG1669"/>
          <p:cNvPicPr>
            <a:picLocks noChangeAspect="1"/>
          </p:cNvPicPr>
          <p:nvPr/>
        </p:nvPicPr>
        <p:blipFill>
          <a:blip r:embed="rId3"/>
          <a:stretch>
            <a:fillRect/>
          </a:stretch>
        </p:blipFill>
        <p:spPr>
          <a:xfrm>
            <a:off x="205705" y="132715"/>
            <a:ext cx="1318895" cy="1299210"/>
          </a:xfrm>
          <a:prstGeom prst="rect">
            <a:avLst/>
          </a:prstGeom>
        </p:spPr>
      </p:pic>
      <p:pic>
        <p:nvPicPr>
          <p:cNvPr id="12" name="图片 11" descr="Untitled_Artwork 8"/>
          <p:cNvPicPr>
            <a:picLocks noChangeAspect="1"/>
          </p:cNvPicPr>
          <p:nvPr/>
        </p:nvPicPr>
        <p:blipFill>
          <a:blip r:embed="rId4"/>
          <a:stretch>
            <a:fillRect/>
          </a:stretch>
        </p:blipFill>
        <p:spPr>
          <a:xfrm>
            <a:off x="-934120" y="1431925"/>
            <a:ext cx="12191365" cy="4454525"/>
          </a:xfrm>
          <a:prstGeom prst="rect">
            <a:avLst/>
          </a:prstGeom>
        </p:spPr>
      </p:pic>
      <p:pic>
        <p:nvPicPr>
          <p:cNvPr id="10" name="内容占位符 9" descr="Untitled_Artwork 5"/>
          <p:cNvPicPr>
            <a:picLocks noGrp="1" noChangeAspect="1"/>
          </p:cNvPicPr>
          <p:nvPr>
            <p:ph idx="1"/>
          </p:nvPr>
        </p:nvPicPr>
        <p:blipFill>
          <a:blip r:embed="rId5"/>
          <a:stretch>
            <a:fillRect/>
          </a:stretch>
        </p:blipFill>
        <p:spPr>
          <a:xfrm flipV="1">
            <a:off x="1871945" y="635"/>
            <a:ext cx="10320655" cy="6880225"/>
          </a:xfrm>
          <a:prstGeom prst="rect">
            <a:avLst/>
          </a:prstGeom>
        </p:spPr>
      </p:pic>
      <p:sp>
        <p:nvSpPr>
          <p:cNvPr id="14" name="标题 1"/>
          <p:cNvSpPr>
            <a:spLocks noGrp="1"/>
          </p:cNvSpPr>
          <p:nvPr/>
        </p:nvSpPr>
        <p:spPr>
          <a:xfrm>
            <a:off x="1270600" y="2510790"/>
            <a:ext cx="8101965" cy="1325880"/>
          </a:xfrm>
          <a:prstGeom prst="rect">
            <a:avLst/>
          </a:prstGeom>
          <a:effectLst>
            <a:outerShdw blurRad="63500" dist="50800" dir="8100000" algn="tr" rotWithShape="0">
              <a:schemeClr val="tx1">
                <a:alpha val="40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7200" b="1">
                <a:gradFill>
                  <a:gsLst>
                    <a:gs pos="100000">
                      <a:srgbClr val="B3CED5"/>
                    </a:gs>
                    <a:gs pos="0">
                      <a:srgbClr val="DDE3D8"/>
                    </a:gs>
                  </a:gsLst>
                  <a:lin scaled="1"/>
                  <a:tileRect r="-100000" b="-100000"/>
                </a:gradFill>
                <a:effectLst>
                  <a:reflection blurRad="6350" stA="60000" endA="900" endPos="58000" dir="5400000" sy="-100000" algn="bl" rotWithShape="0"/>
                </a:effectLst>
                <a:latin typeface="微软雅黑" panose="020B0503020204020204" charset="-122"/>
                <a:ea typeface="微软雅黑" panose="020B0503020204020204" charset="-122"/>
              </a:rPr>
              <a:t>The End</a:t>
            </a:r>
          </a:p>
        </p:txBody>
      </p:sp>
      <p:sp>
        <p:nvSpPr>
          <p:cNvPr id="15" name="文本框 14"/>
          <p:cNvSpPr txBox="1"/>
          <p:nvPr/>
        </p:nvSpPr>
        <p:spPr>
          <a:xfrm>
            <a:off x="1270600" y="3994150"/>
            <a:ext cx="3462655" cy="521970"/>
          </a:xfrm>
          <a:prstGeom prst="rect">
            <a:avLst/>
          </a:prstGeom>
          <a:noFill/>
        </p:spPr>
        <p:txBody>
          <a:bodyPr wrap="square" rtlCol="0">
            <a:spAutoFit/>
          </a:bodyPr>
          <a:lstStyle/>
          <a:p>
            <a:pPr algn="l"/>
            <a:r>
              <a:rPr lang="zh-CN" altLang="en-US" sz="2800" b="1" dirty="0">
                <a:gradFill>
                  <a:gsLst>
                    <a:gs pos="0">
                      <a:srgbClr val="CEE9C6"/>
                    </a:gs>
                    <a:gs pos="99000">
                      <a:srgbClr val="E7F4E0"/>
                    </a:gs>
                  </a:gsLst>
                  <a:lin scaled="0"/>
                </a:gradFill>
                <a:effectLst>
                  <a:outerShdw blurRad="50800" dist="38100" dir="8100000" algn="tr" rotWithShape="0">
                    <a:prstClr val="black">
                      <a:alpha val="40000"/>
                    </a:prstClr>
                  </a:outerShdw>
                  <a:reflection blurRad="6350" stA="60000" endA="900" endPos="58000" dir="5400000" sy="-100000" algn="bl" rotWithShape="0"/>
                </a:effectLst>
                <a:latin typeface="微软雅黑" panose="020B0503020204020204" charset="-122"/>
                <a:ea typeface="微软雅黑" panose="020B0503020204020204" charset="-122"/>
              </a:rPr>
              <a:t>报告完毕</a:t>
            </a:r>
            <a:r>
              <a:rPr lang="zh-CN" altLang="en-US" sz="2800" b="1">
                <a:gradFill>
                  <a:gsLst>
                    <a:gs pos="0">
                      <a:srgbClr val="CEE9C6"/>
                    </a:gs>
                    <a:gs pos="99000">
                      <a:srgbClr val="E7F4E0"/>
                    </a:gs>
                  </a:gsLst>
                  <a:lin scaled="0"/>
                </a:gradFill>
                <a:effectLst>
                  <a:outerShdw blurRad="50800" dist="38100" dir="8100000" algn="tr" rotWithShape="0">
                    <a:prstClr val="black">
                      <a:alpha val="40000"/>
                    </a:prstClr>
                  </a:outerShdw>
                  <a:reflection blurRad="6350" stA="60000" endA="900" endPos="58000" dir="5400000" sy="-100000" algn="bl" rotWithShape="0"/>
                </a:effectLst>
                <a:latin typeface="微软雅黑" panose="020B0503020204020204" charset="-122"/>
                <a:ea typeface="微软雅黑" panose="020B0503020204020204" charset="-122"/>
              </a:rPr>
              <a:t>，感谢观看</a:t>
            </a:r>
            <a:endParaRPr lang="zh-CN" altLang="en-US" sz="2800" b="1" dirty="0">
              <a:gradFill>
                <a:gsLst>
                  <a:gs pos="0">
                    <a:srgbClr val="CEE9C6"/>
                  </a:gs>
                  <a:gs pos="99000">
                    <a:srgbClr val="E7F4E0"/>
                  </a:gs>
                </a:gsLst>
                <a:lin scaled="0"/>
              </a:gradFill>
              <a:effectLst>
                <a:outerShdw blurRad="50800" dist="38100" dir="8100000" algn="tr" rotWithShape="0">
                  <a:prstClr val="black">
                    <a:alpha val="40000"/>
                  </a:prstClr>
                </a:outerShdw>
                <a:reflection blurRad="6350" stA="60000" endA="900" endPos="58000" dir="5400000" sy="-100000" algn="bl" rotWithShape="0"/>
              </a:effectLst>
              <a:latin typeface="微软雅黑" panose="020B0503020204020204" charset="-122"/>
              <a:ea typeface="微软雅黑" panose="020B0503020204020204" charset="-122"/>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5.2.2"/>
</p:tagLst>
</file>

<file path=ppt/tags/tag2.xml><?xml version="1.0" encoding="utf-8"?>
<p:tagLst xmlns:a="http://schemas.openxmlformats.org/drawingml/2006/main" xmlns:r="http://schemas.openxmlformats.org/officeDocument/2006/relationships" xmlns:p="http://schemas.openxmlformats.org/presentationml/2006/main">
  <p:tag name="PA" val="v5.2.2"/>
</p:tagLst>
</file>

<file path=ppt/tags/tag3.xml><?xml version="1.0" encoding="utf-8"?>
<p:tagLst xmlns:a="http://schemas.openxmlformats.org/drawingml/2006/main" xmlns:r="http://schemas.openxmlformats.org/officeDocument/2006/relationships" xmlns:p="http://schemas.openxmlformats.org/presentationml/2006/main">
  <p:tag name="PA" val="v5.2.2"/>
</p:tagLst>
</file>

<file path=ppt/tags/tag4.xml><?xml version="1.0" encoding="utf-8"?>
<p:tagLst xmlns:a="http://schemas.openxmlformats.org/drawingml/2006/main" xmlns:r="http://schemas.openxmlformats.org/officeDocument/2006/relationships" xmlns:p="http://schemas.openxmlformats.org/presentationml/2006/main">
  <p:tag name="PA" val="v5.2.2"/>
</p:tagLst>
</file>

<file path=ppt/tags/tag5.xml><?xml version="1.0" encoding="utf-8"?>
<p:tagLst xmlns:a="http://schemas.openxmlformats.org/drawingml/2006/main" xmlns:r="http://schemas.openxmlformats.org/officeDocument/2006/relationships" xmlns:p="http://schemas.openxmlformats.org/presentationml/2006/main">
  <p:tag name="PA" val="v5.2.2"/>
</p:tagLst>
</file>

<file path=ppt/tags/tag6.xml><?xml version="1.0" encoding="utf-8"?>
<p:tagLst xmlns:a="http://schemas.openxmlformats.org/drawingml/2006/main" xmlns:r="http://schemas.openxmlformats.org/officeDocument/2006/relationships" xmlns:p="http://schemas.openxmlformats.org/presentationml/2006/main">
  <p:tag name="PA" val="v5.2.2"/>
</p:tagLst>
</file>

<file path=ppt/tags/tag7.xml><?xml version="1.0" encoding="utf-8"?>
<p:tagLst xmlns:a="http://schemas.openxmlformats.org/drawingml/2006/main" xmlns:r="http://schemas.openxmlformats.org/officeDocument/2006/relationships" xmlns:p="http://schemas.openxmlformats.org/presentationml/2006/main">
  <p:tag name="PA" val="v5.2.2"/>
</p:tagLst>
</file>

<file path=ppt/tags/tag8.xml><?xml version="1.0" encoding="utf-8"?>
<p:tagLst xmlns:a="http://schemas.openxmlformats.org/drawingml/2006/main" xmlns:r="http://schemas.openxmlformats.org/officeDocument/2006/relationships" xmlns:p="http://schemas.openxmlformats.org/presentationml/2006/main">
  <p:tag name="PA" val="v5.2.2"/>
</p:tagLst>
</file>

<file path=ppt/tags/tag9.xml><?xml version="1.0" encoding="utf-8"?>
<p:tagLst xmlns:a="http://schemas.openxmlformats.org/drawingml/2006/main" xmlns:r="http://schemas.openxmlformats.org/officeDocument/2006/relationships" xmlns:p="http://schemas.openxmlformats.org/presentationml/2006/main">
  <p:tag name="PA" val="v5.2.2"/>
</p:tagLst>
</file>

<file path=ppt/tags/tag10.xml><?xml version="1.0" encoding="utf-8"?>
<p:tagLst xmlns:a="http://schemas.openxmlformats.org/drawingml/2006/main" xmlns:r="http://schemas.openxmlformats.org/officeDocument/2006/relationships" xmlns:p="http://schemas.openxmlformats.org/presentationml/2006/main">
  <p:tag name="PA" val="v5.2.2"/>
</p:tagLst>
</file>

<file path=ppt/tags/tag11.xml><?xml version="1.0" encoding="utf-8"?>
<p:tagLst xmlns:a="http://schemas.openxmlformats.org/drawingml/2006/main" xmlns:r="http://schemas.openxmlformats.org/officeDocument/2006/relationships" xmlns:p="http://schemas.openxmlformats.org/presentationml/2006/main">
  <p:tag name="PA" val="v5.2.2"/>
</p:tagLst>
</file>

<file path=ppt/tags/tag12.xml><?xml version="1.0" encoding="utf-8"?>
<p:tagLst xmlns:a="http://schemas.openxmlformats.org/drawingml/2006/main" xmlns:r="http://schemas.openxmlformats.org/officeDocument/2006/relationships" xmlns:p="http://schemas.openxmlformats.org/presentationml/2006/main">
  <p:tag name="PA" val="v5.2.2"/>
</p:tagLst>
</file>

<file path=ppt/tags/tag13.xml><?xml version="1.0" encoding="utf-8"?>
<p:tagLst xmlns:a="http://schemas.openxmlformats.org/drawingml/2006/main" xmlns:r="http://schemas.openxmlformats.org/officeDocument/2006/relationships" xmlns:p="http://schemas.openxmlformats.org/presentationml/2006/main">
  <p:tag name="PA" val="v5.2.2"/>
</p:tagLst>
</file>

<file path=ppt/tags/tag14.xml><?xml version="1.0" encoding="utf-8"?>
<p:tagLst xmlns:a="http://schemas.openxmlformats.org/drawingml/2006/main" xmlns:r="http://schemas.openxmlformats.org/officeDocument/2006/relationships" xmlns:p="http://schemas.openxmlformats.org/presentationml/2006/main">
  <p:tag name="PA" val="v5.2.2"/>
</p:tagLst>
</file>

<file path=ppt/tags/tag15.xml><?xml version="1.0" encoding="utf-8"?>
<p:tagLst xmlns:a="http://schemas.openxmlformats.org/drawingml/2006/main" xmlns:r="http://schemas.openxmlformats.org/officeDocument/2006/relationships" xmlns:p="http://schemas.openxmlformats.org/presentationml/2006/main">
  <p:tag name="PA" val="v5.2.2"/>
</p:tagLst>
</file>

<file path=ppt/tags/tag16.xml><?xml version="1.0" encoding="utf-8"?>
<p:tagLst xmlns:a="http://schemas.openxmlformats.org/drawingml/2006/main" xmlns:r="http://schemas.openxmlformats.org/officeDocument/2006/relationships" xmlns:p="http://schemas.openxmlformats.org/presentationml/2006/main">
  <p:tag name="PA" val="v5.2.2"/>
</p:tagLst>
</file>

<file path=ppt/tags/tag17.xml><?xml version="1.0" encoding="utf-8"?>
<p:tagLst xmlns:a="http://schemas.openxmlformats.org/drawingml/2006/main" xmlns:r="http://schemas.openxmlformats.org/officeDocument/2006/relationships" xmlns:p="http://schemas.openxmlformats.org/presentationml/2006/main">
  <p:tag name="PA" val="v5.2.2"/>
</p:tagLst>
</file>

<file path=ppt/tags/tag18.xml><?xml version="1.0" encoding="utf-8"?>
<p:tagLst xmlns:a="http://schemas.openxmlformats.org/drawingml/2006/main" xmlns:r="http://schemas.openxmlformats.org/officeDocument/2006/relationships" xmlns:p="http://schemas.openxmlformats.org/presentationml/2006/main">
  <p:tag name="PA" val="v5.2.2"/>
</p:tagLst>
</file>

<file path=ppt/tags/tag19.xml><?xml version="1.0" encoding="utf-8"?>
<p:tagLst xmlns:a="http://schemas.openxmlformats.org/drawingml/2006/main" xmlns:r="http://schemas.openxmlformats.org/officeDocument/2006/relationships" xmlns:p="http://schemas.openxmlformats.org/presentationml/2006/main">
  <p:tag name="PA" val="v5.2.2"/>
</p:tagLst>
</file>

<file path=ppt/tags/tag20.xml><?xml version="1.0" encoding="utf-8"?>
<p:tagLst xmlns:a="http://schemas.openxmlformats.org/drawingml/2006/main" xmlns:r="http://schemas.openxmlformats.org/officeDocument/2006/relationships" xmlns:p="http://schemas.openxmlformats.org/presentationml/2006/main">
  <p:tag name="PA" val="v5.2.2"/>
</p:tagLst>
</file>

<file path=ppt/tags/tag21.xml><?xml version="1.0" encoding="utf-8"?>
<p:tagLst xmlns:a="http://schemas.openxmlformats.org/drawingml/2006/main" xmlns:r="http://schemas.openxmlformats.org/officeDocument/2006/relationships" xmlns:p="http://schemas.openxmlformats.org/presentationml/2006/main">
  <p:tag name="PA" val="v5.2.2"/>
</p:tagLst>
</file>

<file path=ppt/tags/tag22.xml><?xml version="1.0" encoding="utf-8"?>
<p:tagLst xmlns:a="http://schemas.openxmlformats.org/drawingml/2006/main" xmlns:r="http://schemas.openxmlformats.org/officeDocument/2006/relationships" xmlns:p="http://schemas.openxmlformats.org/presentationml/2006/main">
  <p:tag name="PA" val="v5.2.2"/>
</p:tagLst>
</file>

<file path=ppt/tags/tag23.xml><?xml version="1.0" encoding="utf-8"?>
<p:tagLst xmlns:a="http://schemas.openxmlformats.org/drawingml/2006/main" xmlns:r="http://schemas.openxmlformats.org/officeDocument/2006/relationships" xmlns:p="http://schemas.openxmlformats.org/presentationml/2006/main">
  <p:tag name="PA" val="v5.2.2"/>
</p:tagLst>
</file>

<file path=ppt/tags/tag24.xml><?xml version="1.0" encoding="utf-8"?>
<p:tagLst xmlns:a="http://schemas.openxmlformats.org/drawingml/2006/main" xmlns:r="http://schemas.openxmlformats.org/officeDocument/2006/relationships" xmlns:p="http://schemas.openxmlformats.org/presentationml/2006/main">
  <p:tag name="PA" val="v5.2.2"/>
</p:tagLst>
</file>

<file path=ppt/tags/tag25.xml><?xml version="1.0" encoding="utf-8"?>
<p:tagLst xmlns:a="http://schemas.openxmlformats.org/drawingml/2006/main" xmlns:r="http://schemas.openxmlformats.org/officeDocument/2006/relationships" xmlns:p="http://schemas.openxmlformats.org/presentationml/2006/main">
  <p:tag name="PA" val="v5.2.2"/>
</p:tagLst>
</file>

<file path=ppt/tags/tag26.xml><?xml version="1.0" encoding="utf-8"?>
<p:tagLst xmlns:a="http://schemas.openxmlformats.org/drawingml/2006/main" xmlns:r="http://schemas.openxmlformats.org/officeDocument/2006/relationships" xmlns:p="http://schemas.openxmlformats.org/presentationml/2006/main">
  <p:tag name="PA" val="v5.2.2"/>
</p:tagLst>
</file>

<file path=ppt/tags/tag27.xml><?xml version="1.0" encoding="utf-8"?>
<p:tagLst xmlns:a="http://schemas.openxmlformats.org/drawingml/2006/main" xmlns:r="http://schemas.openxmlformats.org/officeDocument/2006/relationships" xmlns:p="http://schemas.openxmlformats.org/presentationml/2006/main">
  <p:tag name="PA" val="v5.2.2"/>
</p:tagLst>
</file>

<file path=ppt/tags/tag28.xml><?xml version="1.0" encoding="utf-8"?>
<p:tagLst xmlns:a="http://schemas.openxmlformats.org/drawingml/2006/main" xmlns:r="http://schemas.openxmlformats.org/officeDocument/2006/relationships" xmlns:p="http://schemas.openxmlformats.org/presentationml/2006/main">
  <p:tag name="PA" val="v5.2.2"/>
</p:tagLst>
</file>

<file path=ppt/tags/tag29.xml><?xml version="1.0" encoding="utf-8"?>
<p:tagLst xmlns:a="http://schemas.openxmlformats.org/drawingml/2006/main" xmlns:r="http://schemas.openxmlformats.org/officeDocument/2006/relationships" xmlns:p="http://schemas.openxmlformats.org/presentationml/2006/main">
  <p:tag name="PA" val="v5.2.2"/>
</p:tagLst>
</file>

<file path=ppt/tags/tag30.xml><?xml version="1.0" encoding="utf-8"?>
<p:tagLst xmlns:a="http://schemas.openxmlformats.org/drawingml/2006/main" xmlns:r="http://schemas.openxmlformats.org/officeDocument/2006/relationships" xmlns:p="http://schemas.openxmlformats.org/presentationml/2006/main">
  <p:tag name="PA" val="v5.2.2"/>
</p:tagLst>
</file>

<file path=ppt/tags/tag31.xml><?xml version="1.0" encoding="utf-8"?>
<p:tagLst xmlns:a="http://schemas.openxmlformats.org/drawingml/2006/main" xmlns:r="http://schemas.openxmlformats.org/officeDocument/2006/relationships" xmlns:p="http://schemas.openxmlformats.org/presentationml/2006/main">
  <p:tag name="PA" val="v5.2.2"/>
</p:tagLst>
</file>

<file path=ppt/tags/tag32.xml><?xml version="1.0" encoding="utf-8"?>
<p:tagLst xmlns:a="http://schemas.openxmlformats.org/drawingml/2006/main" xmlns:r="http://schemas.openxmlformats.org/officeDocument/2006/relationships" xmlns:p="http://schemas.openxmlformats.org/presentationml/2006/main">
  <p:tag name="PA" val="v5.2.2"/>
</p:tagLst>
</file>

<file path=ppt/tags/tag33.xml><?xml version="1.0" encoding="utf-8"?>
<p:tagLst xmlns:a="http://schemas.openxmlformats.org/drawingml/2006/main" xmlns:r="http://schemas.openxmlformats.org/officeDocument/2006/relationships" xmlns:p="http://schemas.openxmlformats.org/presentationml/2006/main">
  <p:tag name="PA" val="v5.2.2"/>
</p:tagLst>
</file>

<file path=ppt/tags/tag34.xml><?xml version="1.0" encoding="utf-8"?>
<p:tagLst xmlns:a="http://schemas.openxmlformats.org/drawingml/2006/main" xmlns:r="http://schemas.openxmlformats.org/officeDocument/2006/relationships" xmlns:p="http://schemas.openxmlformats.org/presentationml/2006/main">
  <p:tag name="PA" val="v5.2.2"/>
</p:tagLst>
</file>

<file path=ppt/tags/tag35.xml><?xml version="1.0" encoding="utf-8"?>
<p:tagLst xmlns:a="http://schemas.openxmlformats.org/drawingml/2006/main" xmlns:r="http://schemas.openxmlformats.org/officeDocument/2006/relationships" xmlns:p="http://schemas.openxmlformats.org/presentationml/2006/main">
  <p:tag name="PA" val="v5.2.2"/>
</p:tagLst>
</file>

<file path=ppt/tags/tag36.xml><?xml version="1.0" encoding="utf-8"?>
<p:tagLst xmlns:a="http://schemas.openxmlformats.org/drawingml/2006/main" xmlns:r="http://schemas.openxmlformats.org/officeDocument/2006/relationships" xmlns:p="http://schemas.openxmlformats.org/presentationml/2006/main">
  <p:tag name="PA" val="v5.2.2"/>
</p:tagLst>
</file>

<file path=ppt/tags/tag37.xml><?xml version="1.0" encoding="utf-8"?>
<p:tagLst xmlns:a="http://schemas.openxmlformats.org/drawingml/2006/main" xmlns:r="http://schemas.openxmlformats.org/officeDocument/2006/relationships" xmlns:p="http://schemas.openxmlformats.org/presentationml/2006/main">
  <p:tag name="PA" val="v5.2.2"/>
</p:tagLst>
</file>

<file path=ppt/tags/tag38.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TotalTime>
  <Words>1370</Words>
  <Application>Microsoft Office PowerPoint</Application>
  <PresentationFormat>宽屏</PresentationFormat>
  <Paragraphs>146</Paragraphs>
  <Slides>16</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Calibri Light</vt:lpstr>
      <vt:lpstr>微软雅黑</vt:lpstr>
      <vt:lpstr>Calibri</vt:lpstr>
      <vt:lpstr>字魂105号-简雅黑</vt:lpstr>
      <vt:lpstr>Arial</vt:lpstr>
      <vt:lpstr>Office 主题</vt:lpstr>
      <vt:lpstr>PowerPoint 演示文稿</vt:lpstr>
      <vt:lpstr>PowerPoint 演示文稿</vt:lpstr>
      <vt:lpstr>Part 01</vt:lpstr>
      <vt:lpstr>PowerPoint 演示文稿</vt:lpstr>
      <vt:lpstr>PowerPoint 演示文稿</vt:lpstr>
      <vt:lpstr>Part 02</vt:lpstr>
      <vt:lpstr>PowerPoint 演示文稿</vt:lpstr>
      <vt:lpstr>PowerPoint 演示文稿</vt:lpstr>
      <vt:lpstr>Part 03</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alzx</dc:creator>
  <cp:lastModifiedBy>Lu Shiying</cp:lastModifiedBy>
  <cp:revision>25</cp:revision>
  <dcterms:created xsi:type="dcterms:W3CDTF">2022-03-23T14:35:15Z</dcterms:created>
  <dcterms:modified xsi:type="dcterms:W3CDTF">2022-03-23T14:38:51Z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2052-4.0.0.6524</vt:lpwstr>
  </property>
</Properties>
</file>