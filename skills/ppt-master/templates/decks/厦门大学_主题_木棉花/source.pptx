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4"/>
  </p:notesMasterIdLst>
  <p:sldIdLst>
    <p:sldId id="256" r:id="rId2"/>
    <p:sldId id="266" r:id="rId3"/>
    <p:sldId id="257" r:id="rId4"/>
    <p:sldId id="258" r:id="rId5"/>
    <p:sldId id="263" r:id="rId6"/>
    <p:sldId id="261" r:id="rId7"/>
    <p:sldId id="259" r:id="rId8"/>
    <p:sldId id="262" r:id="rId9"/>
    <p:sldId id="265" r:id="rId10"/>
    <p:sldId id="260" r:id="rId11"/>
    <p:sldId id="264" r:id="rId12"/>
    <p:sldId id="267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472BE"/>
    <a:srgbClr val="29679F"/>
    <a:srgbClr val="1E36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26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275-45CF-9F68-0374F187A37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275-45CF-9F68-0374F187A37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275-45CF-9F68-0374F187A37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38600271"/>
        <c:axId val="1338595695"/>
      </c:lineChart>
      <c:catAx>
        <c:axId val="13386002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338595695"/>
        <c:crosses val="autoZero"/>
        <c:auto val="1"/>
        <c:lblAlgn val="ctr"/>
        <c:lblOffset val="100"/>
        <c:noMultiLvlLbl val="0"/>
      </c:catAx>
      <c:valAx>
        <c:axId val="13385956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33860027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601258E-4979-48E3-941B-BB9CCE419B36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lang="zh-CN" altLang="en-US"/>
        </a:p>
      </dgm:t>
    </dgm:pt>
    <dgm:pt modelId="{9578D3CB-84AA-4EB7-9A4F-E7D28FF4DB39}">
      <dgm:prSet phldrT="[文本]" custT="1"/>
      <dgm:spPr/>
      <dgm:t>
        <a:bodyPr/>
        <a:lstStyle/>
        <a:p>
          <a:r>
            <a:rPr lang="zh-CN" altLang="en-US" sz="3000" dirty="0">
              <a:solidFill>
                <a:schemeClr val="bg1">
                  <a:lumMod val="95000"/>
                </a:schemeClr>
              </a:solidFill>
              <a:latin typeface="方正兰亭特黑简体" panose="02000000000000000000" pitchFamily="2" charset="-122"/>
              <a:ea typeface="方正兰亭特黑简体" panose="02000000000000000000" pitchFamily="2" charset="-122"/>
            </a:rPr>
            <a:t>请在此输入内容</a:t>
          </a:r>
          <a:endParaRPr lang="zh-CN" altLang="en-US" sz="3000" dirty="0"/>
        </a:p>
      </dgm:t>
    </dgm:pt>
    <dgm:pt modelId="{5C4E1103-CFF1-483A-8672-7B1601F051EF}" type="parTrans" cxnId="{D64EF365-DDD4-4275-9982-755FDF588223}">
      <dgm:prSet/>
      <dgm:spPr/>
      <dgm:t>
        <a:bodyPr/>
        <a:lstStyle/>
        <a:p>
          <a:endParaRPr lang="zh-CN" altLang="en-US"/>
        </a:p>
      </dgm:t>
    </dgm:pt>
    <dgm:pt modelId="{20858431-2DA8-4F6C-85B2-8B0D38BB3597}" type="sibTrans" cxnId="{D64EF365-DDD4-4275-9982-755FDF588223}">
      <dgm:prSet/>
      <dgm:spPr/>
      <dgm:t>
        <a:bodyPr/>
        <a:lstStyle/>
        <a:p>
          <a:endParaRPr lang="zh-CN" altLang="en-US"/>
        </a:p>
      </dgm:t>
    </dgm:pt>
    <dgm:pt modelId="{BA50D79D-40FC-4C00-9890-773B9EAD5C7E}">
      <dgm:prSet phldrT="[文本]"/>
      <dgm:spPr/>
      <dgm:t>
        <a:bodyPr/>
        <a:lstStyle/>
        <a:p>
          <a:r>
            <a:rPr lang="zh-CN" altLang="en-US" dirty="0">
              <a:solidFill>
                <a:schemeClr val="bg1">
                  <a:lumMod val="95000"/>
                </a:schemeClr>
              </a:solidFill>
              <a:latin typeface="方正兰亭特黑简体" panose="02000000000000000000" pitchFamily="2" charset="-122"/>
              <a:ea typeface="方正兰亭特黑简体" panose="02000000000000000000" pitchFamily="2" charset="-122"/>
            </a:rPr>
            <a:t>请在此输入内容</a:t>
          </a:r>
          <a:endParaRPr lang="zh-CN" altLang="en-US" dirty="0"/>
        </a:p>
      </dgm:t>
    </dgm:pt>
    <dgm:pt modelId="{D43BAF5C-DB9E-4149-BFD8-3B28494E3CFD}" type="parTrans" cxnId="{09121E88-B77A-4F7B-9727-00DE16EB4523}">
      <dgm:prSet/>
      <dgm:spPr/>
      <dgm:t>
        <a:bodyPr/>
        <a:lstStyle/>
        <a:p>
          <a:endParaRPr lang="zh-CN" altLang="en-US"/>
        </a:p>
      </dgm:t>
    </dgm:pt>
    <dgm:pt modelId="{47E2ED78-F7D1-447E-BB01-659B4DC64488}" type="sibTrans" cxnId="{09121E88-B77A-4F7B-9727-00DE16EB4523}">
      <dgm:prSet/>
      <dgm:spPr/>
      <dgm:t>
        <a:bodyPr/>
        <a:lstStyle/>
        <a:p>
          <a:endParaRPr lang="zh-CN" altLang="en-US"/>
        </a:p>
      </dgm:t>
    </dgm:pt>
    <dgm:pt modelId="{E0F25A4F-727F-4979-AF5E-E61D6661FBEE}">
      <dgm:prSet phldrT="[文本]"/>
      <dgm:spPr/>
      <dgm:t>
        <a:bodyPr/>
        <a:lstStyle/>
        <a:p>
          <a:r>
            <a:rPr lang="zh-CN" altLang="en-US" dirty="0">
              <a:solidFill>
                <a:schemeClr val="bg1">
                  <a:lumMod val="95000"/>
                </a:schemeClr>
              </a:solidFill>
              <a:latin typeface="方正兰亭特黑简体" panose="02000000000000000000" pitchFamily="2" charset="-122"/>
              <a:ea typeface="方正兰亭特黑简体" panose="02000000000000000000" pitchFamily="2" charset="-122"/>
            </a:rPr>
            <a:t>请在此输入内容</a:t>
          </a:r>
          <a:endParaRPr lang="zh-CN" altLang="en-US" dirty="0"/>
        </a:p>
      </dgm:t>
    </dgm:pt>
    <dgm:pt modelId="{C8F8F803-F51C-47BC-A250-B51690B6A148}" type="sibTrans" cxnId="{533CFBD3-67EC-4E42-8F73-06A8A0BD6974}">
      <dgm:prSet/>
      <dgm:spPr/>
      <dgm:t>
        <a:bodyPr/>
        <a:lstStyle/>
        <a:p>
          <a:endParaRPr lang="zh-CN" altLang="en-US"/>
        </a:p>
      </dgm:t>
    </dgm:pt>
    <dgm:pt modelId="{C2012CC7-9B6E-48F1-AC8A-8D63C01C2DCD}" type="parTrans" cxnId="{533CFBD3-67EC-4E42-8F73-06A8A0BD6974}">
      <dgm:prSet/>
      <dgm:spPr/>
      <dgm:t>
        <a:bodyPr/>
        <a:lstStyle/>
        <a:p>
          <a:endParaRPr lang="zh-CN" altLang="en-US"/>
        </a:p>
      </dgm:t>
    </dgm:pt>
    <dgm:pt modelId="{00311728-DA1E-4E68-ABB9-D0575743FD96}" type="pres">
      <dgm:prSet presAssocID="{4601258E-4979-48E3-941B-BB9CCE419B36}" presName="Name0" presStyleCnt="0">
        <dgm:presLayoutVars>
          <dgm:chMax val="7"/>
          <dgm:chPref val="7"/>
          <dgm:dir/>
        </dgm:presLayoutVars>
      </dgm:prSet>
      <dgm:spPr/>
    </dgm:pt>
    <dgm:pt modelId="{E4C4E429-2FF8-4B98-AA07-3275C928253A}" type="pres">
      <dgm:prSet presAssocID="{4601258E-4979-48E3-941B-BB9CCE419B36}" presName="Name1" presStyleCnt="0"/>
      <dgm:spPr/>
    </dgm:pt>
    <dgm:pt modelId="{0D18A0B4-04CB-401A-BF1F-EC087544E811}" type="pres">
      <dgm:prSet presAssocID="{4601258E-4979-48E3-941B-BB9CCE419B36}" presName="cycle" presStyleCnt="0"/>
      <dgm:spPr/>
    </dgm:pt>
    <dgm:pt modelId="{C3049FC7-D620-4FB5-8483-8D0707F1C7AC}" type="pres">
      <dgm:prSet presAssocID="{4601258E-4979-48E3-941B-BB9CCE419B36}" presName="srcNode" presStyleLbl="node1" presStyleIdx="0" presStyleCnt="3"/>
      <dgm:spPr/>
    </dgm:pt>
    <dgm:pt modelId="{1F0BACD4-9FAD-4581-A911-6CB256E04C1C}" type="pres">
      <dgm:prSet presAssocID="{4601258E-4979-48E3-941B-BB9CCE419B36}" presName="conn" presStyleLbl="parChTrans1D2" presStyleIdx="0" presStyleCnt="1"/>
      <dgm:spPr/>
    </dgm:pt>
    <dgm:pt modelId="{BF922781-AFB8-4325-9446-96410BC74CCB}" type="pres">
      <dgm:prSet presAssocID="{4601258E-4979-48E3-941B-BB9CCE419B36}" presName="extraNode" presStyleLbl="node1" presStyleIdx="0" presStyleCnt="3"/>
      <dgm:spPr/>
    </dgm:pt>
    <dgm:pt modelId="{CCA5A5AA-93FA-47F6-BC62-594ADB31C4A4}" type="pres">
      <dgm:prSet presAssocID="{4601258E-4979-48E3-941B-BB9CCE419B36}" presName="dstNode" presStyleLbl="node1" presStyleIdx="0" presStyleCnt="3"/>
      <dgm:spPr/>
    </dgm:pt>
    <dgm:pt modelId="{D9DE0875-1E8E-458B-A6F1-8A014FF3803E}" type="pres">
      <dgm:prSet presAssocID="{9578D3CB-84AA-4EB7-9A4F-E7D28FF4DB39}" presName="text_1" presStyleLbl="node1" presStyleIdx="0" presStyleCnt="3">
        <dgm:presLayoutVars>
          <dgm:bulletEnabled val="1"/>
        </dgm:presLayoutVars>
      </dgm:prSet>
      <dgm:spPr/>
    </dgm:pt>
    <dgm:pt modelId="{5CE5D9E3-971A-44D3-B3AF-5A7DA10D9EDD}" type="pres">
      <dgm:prSet presAssocID="{9578D3CB-84AA-4EB7-9A4F-E7D28FF4DB39}" presName="accent_1" presStyleCnt="0"/>
      <dgm:spPr/>
    </dgm:pt>
    <dgm:pt modelId="{8ECD8417-7C45-43BD-B351-A18CAAD89BA7}" type="pres">
      <dgm:prSet presAssocID="{9578D3CB-84AA-4EB7-9A4F-E7D28FF4DB39}" presName="accentRepeatNode" presStyleLbl="solidFgAcc1" presStyleIdx="0" presStyleCnt="3"/>
      <dgm:spPr/>
    </dgm:pt>
    <dgm:pt modelId="{92567BC2-84E3-4EBD-96A1-E80BCB35762D}" type="pres">
      <dgm:prSet presAssocID="{E0F25A4F-727F-4979-AF5E-E61D6661FBEE}" presName="text_2" presStyleLbl="node1" presStyleIdx="1" presStyleCnt="3">
        <dgm:presLayoutVars>
          <dgm:bulletEnabled val="1"/>
        </dgm:presLayoutVars>
      </dgm:prSet>
      <dgm:spPr/>
    </dgm:pt>
    <dgm:pt modelId="{BB9DE8CB-E024-4577-801A-672CDCEFC785}" type="pres">
      <dgm:prSet presAssocID="{E0F25A4F-727F-4979-AF5E-E61D6661FBEE}" presName="accent_2" presStyleCnt="0"/>
      <dgm:spPr/>
    </dgm:pt>
    <dgm:pt modelId="{ACC47BA4-08A0-4852-8176-78F5CDF9FBF1}" type="pres">
      <dgm:prSet presAssocID="{E0F25A4F-727F-4979-AF5E-E61D6661FBEE}" presName="accentRepeatNode" presStyleLbl="solidFgAcc1" presStyleIdx="1" presStyleCnt="3"/>
      <dgm:spPr/>
    </dgm:pt>
    <dgm:pt modelId="{70196AAD-56F4-4478-A2E5-49D48958849C}" type="pres">
      <dgm:prSet presAssocID="{BA50D79D-40FC-4C00-9890-773B9EAD5C7E}" presName="text_3" presStyleLbl="node1" presStyleIdx="2" presStyleCnt="3">
        <dgm:presLayoutVars>
          <dgm:bulletEnabled val="1"/>
        </dgm:presLayoutVars>
      </dgm:prSet>
      <dgm:spPr/>
    </dgm:pt>
    <dgm:pt modelId="{79B9E9E5-CFE6-41CB-9739-33CAFB3FB7D4}" type="pres">
      <dgm:prSet presAssocID="{BA50D79D-40FC-4C00-9890-773B9EAD5C7E}" presName="accent_3" presStyleCnt="0"/>
      <dgm:spPr/>
    </dgm:pt>
    <dgm:pt modelId="{E82DC367-BE73-4A44-A360-2BE62813F107}" type="pres">
      <dgm:prSet presAssocID="{BA50D79D-40FC-4C00-9890-773B9EAD5C7E}" presName="accentRepeatNode" presStyleLbl="solidFgAcc1" presStyleIdx="2" presStyleCnt="3"/>
      <dgm:spPr/>
    </dgm:pt>
  </dgm:ptLst>
  <dgm:cxnLst>
    <dgm:cxn modelId="{B5FF9438-A4AA-4057-9607-700C7AE7D593}" type="presOf" srcId="{BA50D79D-40FC-4C00-9890-773B9EAD5C7E}" destId="{70196AAD-56F4-4478-A2E5-49D48958849C}" srcOrd="0" destOrd="0" presId="urn:microsoft.com/office/officeart/2008/layout/VerticalCurvedList"/>
    <dgm:cxn modelId="{D64EF365-DDD4-4275-9982-755FDF588223}" srcId="{4601258E-4979-48E3-941B-BB9CCE419B36}" destId="{9578D3CB-84AA-4EB7-9A4F-E7D28FF4DB39}" srcOrd="0" destOrd="0" parTransId="{5C4E1103-CFF1-483A-8672-7B1601F051EF}" sibTransId="{20858431-2DA8-4F6C-85B2-8B0D38BB3597}"/>
    <dgm:cxn modelId="{09121E88-B77A-4F7B-9727-00DE16EB4523}" srcId="{4601258E-4979-48E3-941B-BB9CCE419B36}" destId="{BA50D79D-40FC-4C00-9890-773B9EAD5C7E}" srcOrd="2" destOrd="0" parTransId="{D43BAF5C-DB9E-4149-BFD8-3B28494E3CFD}" sibTransId="{47E2ED78-F7D1-447E-BB01-659B4DC64488}"/>
    <dgm:cxn modelId="{DBC6F89D-8C2A-4E0D-9B16-9CC5F3F4B995}" type="presOf" srcId="{E0F25A4F-727F-4979-AF5E-E61D6661FBEE}" destId="{92567BC2-84E3-4EBD-96A1-E80BCB35762D}" srcOrd="0" destOrd="0" presId="urn:microsoft.com/office/officeart/2008/layout/VerticalCurvedList"/>
    <dgm:cxn modelId="{533CFBD3-67EC-4E42-8F73-06A8A0BD6974}" srcId="{4601258E-4979-48E3-941B-BB9CCE419B36}" destId="{E0F25A4F-727F-4979-AF5E-E61D6661FBEE}" srcOrd="1" destOrd="0" parTransId="{C2012CC7-9B6E-48F1-AC8A-8D63C01C2DCD}" sibTransId="{C8F8F803-F51C-47BC-A250-B51690B6A148}"/>
    <dgm:cxn modelId="{9E5DE1E9-FF80-46C5-8CB7-9230F73FF9B9}" type="presOf" srcId="{20858431-2DA8-4F6C-85B2-8B0D38BB3597}" destId="{1F0BACD4-9FAD-4581-A911-6CB256E04C1C}" srcOrd="0" destOrd="0" presId="urn:microsoft.com/office/officeart/2008/layout/VerticalCurvedList"/>
    <dgm:cxn modelId="{01FC58EE-EB1E-4C86-A8F8-3F8DFE0BEB61}" type="presOf" srcId="{9578D3CB-84AA-4EB7-9A4F-E7D28FF4DB39}" destId="{D9DE0875-1E8E-458B-A6F1-8A014FF3803E}" srcOrd="0" destOrd="0" presId="urn:microsoft.com/office/officeart/2008/layout/VerticalCurvedList"/>
    <dgm:cxn modelId="{E79CC8EE-A8A5-44DF-AAFD-59635365A6A9}" type="presOf" srcId="{4601258E-4979-48E3-941B-BB9CCE419B36}" destId="{00311728-DA1E-4E68-ABB9-D0575743FD96}" srcOrd="0" destOrd="0" presId="urn:microsoft.com/office/officeart/2008/layout/VerticalCurvedList"/>
    <dgm:cxn modelId="{0D728B03-C5B2-43F3-B243-8025705449C8}" type="presParOf" srcId="{00311728-DA1E-4E68-ABB9-D0575743FD96}" destId="{E4C4E429-2FF8-4B98-AA07-3275C928253A}" srcOrd="0" destOrd="0" presId="urn:microsoft.com/office/officeart/2008/layout/VerticalCurvedList"/>
    <dgm:cxn modelId="{45F99A9A-A0B8-48B5-8C98-D9DD88646EF9}" type="presParOf" srcId="{E4C4E429-2FF8-4B98-AA07-3275C928253A}" destId="{0D18A0B4-04CB-401A-BF1F-EC087544E811}" srcOrd="0" destOrd="0" presId="urn:microsoft.com/office/officeart/2008/layout/VerticalCurvedList"/>
    <dgm:cxn modelId="{8AD80041-E14C-4DCF-A3BC-918DE8E07EDD}" type="presParOf" srcId="{0D18A0B4-04CB-401A-BF1F-EC087544E811}" destId="{C3049FC7-D620-4FB5-8483-8D0707F1C7AC}" srcOrd="0" destOrd="0" presId="urn:microsoft.com/office/officeart/2008/layout/VerticalCurvedList"/>
    <dgm:cxn modelId="{EC252F61-E35F-497E-85BB-F5C0F7526FB3}" type="presParOf" srcId="{0D18A0B4-04CB-401A-BF1F-EC087544E811}" destId="{1F0BACD4-9FAD-4581-A911-6CB256E04C1C}" srcOrd="1" destOrd="0" presId="urn:microsoft.com/office/officeart/2008/layout/VerticalCurvedList"/>
    <dgm:cxn modelId="{8126E3D9-BC82-48DD-9129-3074B62FA01F}" type="presParOf" srcId="{0D18A0B4-04CB-401A-BF1F-EC087544E811}" destId="{BF922781-AFB8-4325-9446-96410BC74CCB}" srcOrd="2" destOrd="0" presId="urn:microsoft.com/office/officeart/2008/layout/VerticalCurvedList"/>
    <dgm:cxn modelId="{FE57F03D-A893-4DFC-8F4C-1D2D6A056981}" type="presParOf" srcId="{0D18A0B4-04CB-401A-BF1F-EC087544E811}" destId="{CCA5A5AA-93FA-47F6-BC62-594ADB31C4A4}" srcOrd="3" destOrd="0" presId="urn:microsoft.com/office/officeart/2008/layout/VerticalCurvedList"/>
    <dgm:cxn modelId="{C44C065E-926B-4A81-BA64-6154E6093EEE}" type="presParOf" srcId="{E4C4E429-2FF8-4B98-AA07-3275C928253A}" destId="{D9DE0875-1E8E-458B-A6F1-8A014FF3803E}" srcOrd="1" destOrd="0" presId="urn:microsoft.com/office/officeart/2008/layout/VerticalCurvedList"/>
    <dgm:cxn modelId="{532126DF-3789-45B4-876B-0649652A7606}" type="presParOf" srcId="{E4C4E429-2FF8-4B98-AA07-3275C928253A}" destId="{5CE5D9E3-971A-44D3-B3AF-5A7DA10D9EDD}" srcOrd="2" destOrd="0" presId="urn:microsoft.com/office/officeart/2008/layout/VerticalCurvedList"/>
    <dgm:cxn modelId="{A7BF998E-BDDD-451F-A8B8-00170F7A4A11}" type="presParOf" srcId="{5CE5D9E3-971A-44D3-B3AF-5A7DA10D9EDD}" destId="{8ECD8417-7C45-43BD-B351-A18CAAD89BA7}" srcOrd="0" destOrd="0" presId="urn:microsoft.com/office/officeart/2008/layout/VerticalCurvedList"/>
    <dgm:cxn modelId="{AE3EFBD5-1F64-49A0-9243-0EFDD790C36D}" type="presParOf" srcId="{E4C4E429-2FF8-4B98-AA07-3275C928253A}" destId="{92567BC2-84E3-4EBD-96A1-E80BCB35762D}" srcOrd="3" destOrd="0" presId="urn:microsoft.com/office/officeart/2008/layout/VerticalCurvedList"/>
    <dgm:cxn modelId="{1A04A189-7FA5-4A26-987A-0B00DD62C52F}" type="presParOf" srcId="{E4C4E429-2FF8-4B98-AA07-3275C928253A}" destId="{BB9DE8CB-E024-4577-801A-672CDCEFC785}" srcOrd="4" destOrd="0" presId="urn:microsoft.com/office/officeart/2008/layout/VerticalCurvedList"/>
    <dgm:cxn modelId="{8463661C-BDAE-4A8A-A886-8BE32A1172A7}" type="presParOf" srcId="{BB9DE8CB-E024-4577-801A-672CDCEFC785}" destId="{ACC47BA4-08A0-4852-8176-78F5CDF9FBF1}" srcOrd="0" destOrd="0" presId="urn:microsoft.com/office/officeart/2008/layout/VerticalCurvedList"/>
    <dgm:cxn modelId="{2B5851E4-57A5-43EB-962A-9C2BD32D1259}" type="presParOf" srcId="{E4C4E429-2FF8-4B98-AA07-3275C928253A}" destId="{70196AAD-56F4-4478-A2E5-49D48958849C}" srcOrd="5" destOrd="0" presId="urn:microsoft.com/office/officeart/2008/layout/VerticalCurvedList"/>
    <dgm:cxn modelId="{73FB239C-8B5F-4C83-8A91-8AEB35CBFCA8}" type="presParOf" srcId="{E4C4E429-2FF8-4B98-AA07-3275C928253A}" destId="{79B9E9E5-CFE6-41CB-9739-33CAFB3FB7D4}" srcOrd="6" destOrd="0" presId="urn:microsoft.com/office/officeart/2008/layout/VerticalCurvedList"/>
    <dgm:cxn modelId="{91BBE3A6-F1F5-4312-A95F-673C76ADBB24}" type="presParOf" srcId="{79B9E9E5-CFE6-41CB-9739-33CAFB3FB7D4}" destId="{E82DC367-BE73-4A44-A360-2BE62813F107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0BACD4-9FAD-4581-A911-6CB256E04C1C}">
      <dsp:nvSpPr>
        <dsp:cNvPr id="0" name=""/>
        <dsp:cNvSpPr/>
      </dsp:nvSpPr>
      <dsp:spPr>
        <a:xfrm>
          <a:off x="-4879310" y="-747731"/>
          <a:ext cx="5811345" cy="5811345"/>
        </a:xfrm>
        <a:prstGeom prst="blockArc">
          <a:avLst>
            <a:gd name="adj1" fmla="val 18900000"/>
            <a:gd name="adj2" fmla="val 2700000"/>
            <a:gd name="adj3" fmla="val 372"/>
          </a:avLst>
        </a:prstGeom>
        <a:noFill/>
        <a:ln w="12700" cap="flat" cmpd="sng" algn="ctr">
          <a:solidFill>
            <a:schemeClr val="accent1">
              <a:tint val="99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9DE0875-1E8E-458B-A6F1-8A014FF3803E}">
      <dsp:nvSpPr>
        <dsp:cNvPr id="0" name=""/>
        <dsp:cNvSpPr/>
      </dsp:nvSpPr>
      <dsp:spPr>
        <a:xfrm>
          <a:off x="599438" y="431588"/>
          <a:ext cx="5815219" cy="863176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146" tIns="76200" rIns="76200" bIns="762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000" kern="1200" dirty="0">
              <a:solidFill>
                <a:schemeClr val="bg1">
                  <a:lumMod val="95000"/>
                </a:schemeClr>
              </a:solidFill>
              <a:latin typeface="方正兰亭特黑简体" panose="02000000000000000000" pitchFamily="2" charset="-122"/>
              <a:ea typeface="方正兰亭特黑简体" panose="02000000000000000000" pitchFamily="2" charset="-122"/>
            </a:rPr>
            <a:t>请在此输入内容</a:t>
          </a:r>
          <a:endParaRPr lang="zh-CN" altLang="en-US" sz="3000" kern="1200" dirty="0"/>
        </a:p>
      </dsp:txBody>
      <dsp:txXfrm>
        <a:off x="599438" y="431588"/>
        <a:ext cx="5815219" cy="863176"/>
      </dsp:txXfrm>
    </dsp:sp>
    <dsp:sp modelId="{8ECD8417-7C45-43BD-B351-A18CAAD89BA7}">
      <dsp:nvSpPr>
        <dsp:cNvPr id="0" name=""/>
        <dsp:cNvSpPr/>
      </dsp:nvSpPr>
      <dsp:spPr>
        <a:xfrm>
          <a:off x="59953" y="323691"/>
          <a:ext cx="1078970" cy="10789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567BC2-84E3-4EBD-96A1-E80BCB35762D}">
      <dsp:nvSpPr>
        <dsp:cNvPr id="0" name=""/>
        <dsp:cNvSpPr/>
      </dsp:nvSpPr>
      <dsp:spPr>
        <a:xfrm>
          <a:off x="913203" y="1726352"/>
          <a:ext cx="5501454" cy="863176"/>
        </a:xfrm>
        <a:prstGeom prst="rect">
          <a:avLst/>
        </a:prstGeom>
        <a:solidFill>
          <a:schemeClr val="accent1">
            <a:shade val="80000"/>
            <a:hueOff val="174641"/>
            <a:satOff val="-3128"/>
            <a:lumOff val="1329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146" tIns="88900" rIns="88900" bIns="8890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500" kern="1200" dirty="0">
              <a:solidFill>
                <a:schemeClr val="bg1">
                  <a:lumMod val="95000"/>
                </a:schemeClr>
              </a:solidFill>
              <a:latin typeface="方正兰亭特黑简体" panose="02000000000000000000" pitchFamily="2" charset="-122"/>
              <a:ea typeface="方正兰亭特黑简体" panose="02000000000000000000" pitchFamily="2" charset="-122"/>
            </a:rPr>
            <a:t>请在此输入内容</a:t>
          </a:r>
          <a:endParaRPr lang="zh-CN" altLang="en-US" sz="3500" kern="1200" dirty="0"/>
        </a:p>
      </dsp:txBody>
      <dsp:txXfrm>
        <a:off x="913203" y="1726352"/>
        <a:ext cx="5501454" cy="863176"/>
      </dsp:txXfrm>
    </dsp:sp>
    <dsp:sp modelId="{ACC47BA4-08A0-4852-8176-78F5CDF9FBF1}">
      <dsp:nvSpPr>
        <dsp:cNvPr id="0" name=""/>
        <dsp:cNvSpPr/>
      </dsp:nvSpPr>
      <dsp:spPr>
        <a:xfrm>
          <a:off x="373718" y="1618455"/>
          <a:ext cx="1078970" cy="10789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174641"/>
              <a:satOff val="-3128"/>
              <a:lumOff val="1329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196AAD-56F4-4478-A2E5-49D48958849C}">
      <dsp:nvSpPr>
        <dsp:cNvPr id="0" name=""/>
        <dsp:cNvSpPr/>
      </dsp:nvSpPr>
      <dsp:spPr>
        <a:xfrm>
          <a:off x="599438" y="3021117"/>
          <a:ext cx="5815219" cy="863176"/>
        </a:xfrm>
        <a:prstGeom prst="rect">
          <a:avLst/>
        </a:prstGeom>
        <a:solidFill>
          <a:schemeClr val="accent1">
            <a:shade val="80000"/>
            <a:hueOff val="349283"/>
            <a:satOff val="-6256"/>
            <a:lumOff val="2658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146" tIns="88900" rIns="88900" bIns="8890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500" kern="1200" dirty="0">
              <a:solidFill>
                <a:schemeClr val="bg1">
                  <a:lumMod val="95000"/>
                </a:schemeClr>
              </a:solidFill>
              <a:latin typeface="方正兰亭特黑简体" panose="02000000000000000000" pitchFamily="2" charset="-122"/>
              <a:ea typeface="方正兰亭特黑简体" panose="02000000000000000000" pitchFamily="2" charset="-122"/>
            </a:rPr>
            <a:t>请在此输入内容</a:t>
          </a:r>
          <a:endParaRPr lang="zh-CN" altLang="en-US" sz="3500" kern="1200" dirty="0"/>
        </a:p>
      </dsp:txBody>
      <dsp:txXfrm>
        <a:off x="599438" y="3021117"/>
        <a:ext cx="5815219" cy="863176"/>
      </dsp:txXfrm>
    </dsp:sp>
    <dsp:sp modelId="{E82DC367-BE73-4A44-A360-2BE62813F107}">
      <dsp:nvSpPr>
        <dsp:cNvPr id="0" name=""/>
        <dsp:cNvSpPr/>
      </dsp:nvSpPr>
      <dsp:spPr>
        <a:xfrm>
          <a:off x="59953" y="2913220"/>
          <a:ext cx="1078970" cy="10789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349283"/>
              <a:satOff val="-6256"/>
              <a:lumOff val="2658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7EF6DB-5A60-4909-99D4-ED12B0A123EB}" type="datetimeFigureOut">
              <a:rPr lang="zh-CN" altLang="en-US" smtClean="0"/>
              <a:t>2022/4/14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6B194D-9F97-428B-8071-F9DB31D5FD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7584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5AAD84-6B36-499E-8908-96FCA80894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472DBC0-3FCC-4F93-B246-2E4A2FC0AC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BB20A6-6E62-44B3-AB30-724D4BC88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A0856-6B44-47D3-B167-57BD028F6B31}" type="datetimeFigureOut">
              <a:rPr lang="zh-CN" altLang="en-US" smtClean="0"/>
              <a:t>2022/4/14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71947A-2988-467A-8498-E1759CED2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DA13F8-1D3C-4590-A2C8-3313230F5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40014-BAF6-4FAC-B1FD-9A6892A780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5344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E6D0C8-F83D-4D6C-961E-20063D6A0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3866E20-DBB5-4BBD-86E5-08727ECBC7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E6571BA-E4A6-4135-9997-11AF22590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A0856-6B44-47D3-B167-57BD028F6B31}" type="datetimeFigureOut">
              <a:rPr lang="zh-CN" altLang="en-US" smtClean="0"/>
              <a:t>2022/4/14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3707D9-57BC-43BE-8A12-BC6E0DF0D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94DDA7-2B0F-493E-9ABC-296F01824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40014-BAF6-4FAC-B1FD-9A6892A780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5966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8E6039-0A35-4712-B26D-672436E18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7207509-7BCB-4EE2-BA6C-4922122C1D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464C455-3C3B-4BBD-94E0-2FC1C1CB3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A0856-6B44-47D3-B167-57BD028F6B31}" type="datetimeFigureOut">
              <a:rPr lang="zh-CN" altLang="en-US" smtClean="0"/>
              <a:t>2022/4/14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4641642-920C-41D4-941E-A1EAFDBE0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8E1E23-2A10-4682-BCF0-FE7E91655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40014-BAF6-4FAC-B1FD-9A6892A780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3592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DFB099-497E-4E03-9F2F-E34AE90A1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33CB977-4E6A-408D-A470-9A28B86EC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9DEBB06-0CC2-4AE5-9BBC-5A246963DF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EFC25D8-5EDB-48C8-A7F0-22263A3F6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A0856-6B44-47D3-B167-57BD028F6B31}" type="datetimeFigureOut">
              <a:rPr lang="zh-CN" altLang="en-US" smtClean="0"/>
              <a:t>2022/4/14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0150589-E07F-4BF9-B8A9-BBC5F3ED4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D39B685-4EBB-4030-A7FC-4A1E3CCD3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40014-BAF6-4FAC-B1FD-9A6892A780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0320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D93D89-4A23-4BF5-9D46-9476EDE65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15D1754-3C7F-40AE-BFC5-F8DE01B9EB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3595C34-4F54-48C4-9898-3450BD86DD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96D392B-0536-4B36-862B-CEAA5C611C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C545C61-8FA5-4FA8-B01F-C7FD3587A9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75D3B76-6D78-41F7-85C1-71999945D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A0856-6B44-47D3-B167-57BD028F6B31}" type="datetimeFigureOut">
              <a:rPr lang="zh-CN" altLang="en-US" smtClean="0"/>
              <a:t>2022/4/14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F48DA5C-DBC2-4CC4-BD42-D44E095A5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5697EF4-B22B-4F46-853B-36F0DA121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40014-BAF6-4FAC-B1FD-9A6892A780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3625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2E6421-3E83-40BA-908B-043765FBD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7C9DD66-72DD-4075-BD53-06D92CD14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A0856-6B44-47D3-B167-57BD028F6B31}" type="datetimeFigureOut">
              <a:rPr lang="zh-CN" altLang="en-US" smtClean="0"/>
              <a:t>2022/4/14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7BF52A3-ED72-406F-B89A-71DA12593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8F9DD6C-D0B4-4AF9-A96A-DEE48651E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40014-BAF6-4FAC-B1FD-9A6892A780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6740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6E26A7C-9F86-442B-8CF1-FB71AB6F5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A0856-6B44-47D3-B167-57BD028F6B31}" type="datetimeFigureOut">
              <a:rPr lang="zh-CN" altLang="en-US" smtClean="0"/>
              <a:t>2022/4/14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C71368C-6ECF-494B-A941-FD619A4EC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B8973B7-EC62-4027-806D-31327AEF6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40014-BAF6-4FAC-B1FD-9A6892A780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5320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015FC9-1E71-4557-BBCC-443C77D24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2FD63E-792E-49B6-ACE8-0C5513B90E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935E502-D395-43E9-9953-75D1BBC05A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4F9BBA2-2661-41CD-8BF4-C2217EAFF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A0856-6B44-47D3-B167-57BD028F6B31}" type="datetimeFigureOut">
              <a:rPr lang="zh-CN" altLang="en-US" smtClean="0"/>
              <a:t>2022/4/14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66E0F42-3C9C-41E6-963D-DEF1F0C81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51429FC-B588-4B45-914E-9EED0D4D5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40014-BAF6-4FAC-B1FD-9A6892A780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5312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495B8C-6CDE-42F2-A8B5-506844975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6CC5FCB-EE35-40C9-ADB9-ECB8BA8C68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AA542B5-C10A-43D7-80D1-3EA1E44B9D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E3EB25D-02DD-4DF6-B43E-CD5C369FB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A0856-6B44-47D3-B167-57BD028F6B31}" type="datetimeFigureOut">
              <a:rPr lang="zh-CN" altLang="en-US" smtClean="0"/>
              <a:t>2022/4/14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FA32DE7-93C7-4181-B550-4CDB0E23A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4940756-5BE5-47FF-9A3E-C001D40A7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40014-BAF6-4FAC-B1FD-9A6892A780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4553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22290C-39F0-423E-B25A-D48B38375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40EFDD5-1661-42B6-B951-7DD49E1853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C5B2AF-5350-4DD1-B8FD-B23FD1FF4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A0856-6B44-47D3-B167-57BD028F6B31}" type="datetimeFigureOut">
              <a:rPr lang="zh-CN" altLang="en-US" smtClean="0"/>
              <a:t>2022/4/14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42F78D-5C61-42FB-8C8C-3DA674C9A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1EFDEFC-0B17-48A6-A77B-B2EE9AA0F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40014-BAF6-4FAC-B1FD-9A6892A780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1525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AA5F4A2-FBAC-42BF-82C3-BBD1576805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E782D98-57FD-4AF5-80DE-99F62B1892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A18D043-3D30-4B57-9572-0E1189A0E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A0856-6B44-47D3-B167-57BD028F6B31}" type="datetimeFigureOut">
              <a:rPr lang="zh-CN" altLang="en-US" smtClean="0"/>
              <a:t>2022/4/14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ECBD0E4-1D68-40A6-9B79-012581C5E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EAE25E6-FD04-418E-A91B-C82AB3650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40014-BAF6-4FAC-B1FD-9A6892A780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8882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007B90C-A1C0-4CAA-B5A5-BB6F15E7B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52D9C3E-86A9-4EC5-B475-0CFFC20042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BBD6D5-A101-42C3-B431-7B09A26233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0A0856-6B44-47D3-B167-57BD028F6B31}" type="datetimeFigureOut">
              <a:rPr lang="zh-CN" altLang="en-US" smtClean="0"/>
              <a:t>2022/4/14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AD59DE-277E-4B50-8FC2-0DB4FD18B3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2C3097-8550-410E-B1C9-C4AB4F24F8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B40014-BAF6-4FAC-B1FD-9A6892A780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4907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openxmlformats.org/officeDocument/2006/relationships/image" Target="../media/image14.sv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13.png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12.svg"/><Relationship Id="rId4" Type="http://schemas.openxmlformats.org/officeDocument/2006/relationships/diagramLayout" Target="../diagrams/layout1.xml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2F1555A1-E3A5-4DD8-8E6C-75F578ABC56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22" name="组合 21">
            <a:extLst>
              <a:ext uri="{FF2B5EF4-FFF2-40B4-BE49-F238E27FC236}">
                <a16:creationId xmlns:a16="http://schemas.microsoft.com/office/drawing/2014/main" id="{1EE629A4-C353-4B66-B2E0-CBECFC047313}"/>
              </a:ext>
            </a:extLst>
          </p:cNvPr>
          <p:cNvGrpSpPr/>
          <p:nvPr/>
        </p:nvGrpSpPr>
        <p:grpSpPr>
          <a:xfrm>
            <a:off x="2578608" y="2343096"/>
            <a:ext cx="9613392" cy="3234744"/>
            <a:chOff x="2493726" y="2133474"/>
            <a:chExt cx="9613392" cy="3234744"/>
          </a:xfrm>
        </p:grpSpPr>
        <p:sp>
          <p:nvSpPr>
            <p:cNvPr id="15" name="平行四边形 7">
              <a:extLst>
                <a:ext uri="{FF2B5EF4-FFF2-40B4-BE49-F238E27FC236}">
                  <a16:creationId xmlns:a16="http://schemas.microsoft.com/office/drawing/2014/main" id="{61FD4D09-4BBB-4FF6-A123-E0246BB88984}"/>
                </a:ext>
              </a:extLst>
            </p:cNvPr>
            <p:cNvSpPr/>
            <p:nvPr/>
          </p:nvSpPr>
          <p:spPr>
            <a:xfrm>
              <a:off x="2493726" y="2133474"/>
              <a:ext cx="9613392" cy="3234744"/>
            </a:xfrm>
            <a:custGeom>
              <a:avLst/>
              <a:gdLst>
                <a:gd name="connsiteX0" fmla="*/ 0 w 9814560"/>
                <a:gd name="connsiteY0" fmla="*/ 4191000 h 4191000"/>
                <a:gd name="connsiteX1" fmla="*/ 1047750 w 9814560"/>
                <a:gd name="connsiteY1" fmla="*/ 0 h 4191000"/>
                <a:gd name="connsiteX2" fmla="*/ 9814560 w 9814560"/>
                <a:gd name="connsiteY2" fmla="*/ 0 h 4191000"/>
                <a:gd name="connsiteX3" fmla="*/ 8766810 w 9814560"/>
                <a:gd name="connsiteY3" fmla="*/ 4191000 h 4191000"/>
                <a:gd name="connsiteX4" fmla="*/ 0 w 9814560"/>
                <a:gd name="connsiteY4" fmla="*/ 4191000 h 4191000"/>
                <a:gd name="connsiteX0" fmla="*/ 0 w 8766810"/>
                <a:gd name="connsiteY0" fmla="*/ 4191000 h 4191000"/>
                <a:gd name="connsiteX1" fmla="*/ 1047750 w 8766810"/>
                <a:gd name="connsiteY1" fmla="*/ 0 h 4191000"/>
                <a:gd name="connsiteX2" fmla="*/ 8549640 w 8766810"/>
                <a:gd name="connsiteY2" fmla="*/ 0 h 4191000"/>
                <a:gd name="connsiteX3" fmla="*/ 8766810 w 8766810"/>
                <a:gd name="connsiteY3" fmla="*/ 4191000 h 4191000"/>
                <a:gd name="connsiteX4" fmla="*/ 0 w 8766810"/>
                <a:gd name="connsiteY4" fmla="*/ 4191000 h 4191000"/>
                <a:gd name="connsiteX0" fmla="*/ 0 w 8570041"/>
                <a:gd name="connsiteY0" fmla="*/ 4191000 h 4191000"/>
                <a:gd name="connsiteX1" fmla="*/ 1047750 w 8570041"/>
                <a:gd name="connsiteY1" fmla="*/ 0 h 4191000"/>
                <a:gd name="connsiteX2" fmla="*/ 8549640 w 8570041"/>
                <a:gd name="connsiteY2" fmla="*/ 0 h 4191000"/>
                <a:gd name="connsiteX3" fmla="*/ 8570041 w 8570041"/>
                <a:gd name="connsiteY3" fmla="*/ 4191000 h 4191000"/>
                <a:gd name="connsiteX4" fmla="*/ 0 w 8570041"/>
                <a:gd name="connsiteY4" fmla="*/ 4191000 h 4191000"/>
                <a:gd name="connsiteX0" fmla="*/ 0 w 8570041"/>
                <a:gd name="connsiteY0" fmla="*/ 4191000 h 4191000"/>
                <a:gd name="connsiteX1" fmla="*/ 1047750 w 8570041"/>
                <a:gd name="connsiteY1" fmla="*/ 0 h 4191000"/>
                <a:gd name="connsiteX2" fmla="*/ 8558895 w 8570041"/>
                <a:gd name="connsiteY2" fmla="*/ 0 h 4191000"/>
                <a:gd name="connsiteX3" fmla="*/ 8570041 w 8570041"/>
                <a:gd name="connsiteY3" fmla="*/ 4191000 h 4191000"/>
                <a:gd name="connsiteX4" fmla="*/ 0 w 8570041"/>
                <a:gd name="connsiteY4" fmla="*/ 4191000 h 4191000"/>
                <a:gd name="connsiteX0" fmla="*/ 0 w 8572223"/>
                <a:gd name="connsiteY0" fmla="*/ 4194735 h 4194735"/>
                <a:gd name="connsiteX1" fmla="*/ 1047750 w 8572223"/>
                <a:gd name="connsiteY1" fmla="*/ 3735 h 4194735"/>
                <a:gd name="connsiteX2" fmla="*/ 8570289 w 8572223"/>
                <a:gd name="connsiteY2" fmla="*/ 0 h 4194735"/>
                <a:gd name="connsiteX3" fmla="*/ 8570041 w 8572223"/>
                <a:gd name="connsiteY3" fmla="*/ 4194735 h 4194735"/>
                <a:gd name="connsiteX4" fmla="*/ 0 w 8572223"/>
                <a:gd name="connsiteY4" fmla="*/ 4194735 h 4194735"/>
                <a:gd name="connsiteX0" fmla="*/ 0 w 8645140"/>
                <a:gd name="connsiteY0" fmla="*/ 4194735 h 4194735"/>
                <a:gd name="connsiteX1" fmla="*/ 1120667 w 8645140"/>
                <a:gd name="connsiteY1" fmla="*/ 3735 h 4194735"/>
                <a:gd name="connsiteX2" fmla="*/ 8643206 w 8645140"/>
                <a:gd name="connsiteY2" fmla="*/ 0 h 4194735"/>
                <a:gd name="connsiteX3" fmla="*/ 8642958 w 8645140"/>
                <a:gd name="connsiteY3" fmla="*/ 4194735 h 4194735"/>
                <a:gd name="connsiteX4" fmla="*/ 0 w 8645140"/>
                <a:gd name="connsiteY4" fmla="*/ 4194735 h 4194735"/>
                <a:gd name="connsiteX0" fmla="*/ 0 w 8708942"/>
                <a:gd name="connsiteY0" fmla="*/ 4145017 h 4194735"/>
                <a:gd name="connsiteX1" fmla="*/ 1184469 w 8708942"/>
                <a:gd name="connsiteY1" fmla="*/ 3735 h 4194735"/>
                <a:gd name="connsiteX2" fmla="*/ 8707008 w 8708942"/>
                <a:gd name="connsiteY2" fmla="*/ 0 h 4194735"/>
                <a:gd name="connsiteX3" fmla="*/ 8706760 w 8708942"/>
                <a:gd name="connsiteY3" fmla="*/ 4194735 h 4194735"/>
                <a:gd name="connsiteX4" fmla="*/ 0 w 8708942"/>
                <a:gd name="connsiteY4" fmla="*/ 4145017 h 4194735"/>
                <a:gd name="connsiteX0" fmla="*/ 0 w 8770443"/>
                <a:gd name="connsiteY0" fmla="*/ 4181102 h 4194735"/>
                <a:gd name="connsiteX1" fmla="*/ 1245970 w 8770443"/>
                <a:gd name="connsiteY1" fmla="*/ 3735 h 4194735"/>
                <a:gd name="connsiteX2" fmla="*/ 8768509 w 8770443"/>
                <a:gd name="connsiteY2" fmla="*/ 0 h 4194735"/>
                <a:gd name="connsiteX3" fmla="*/ 8768261 w 8770443"/>
                <a:gd name="connsiteY3" fmla="*/ 4194735 h 4194735"/>
                <a:gd name="connsiteX4" fmla="*/ 0 w 8770443"/>
                <a:gd name="connsiteY4" fmla="*/ 4181102 h 4194735"/>
                <a:gd name="connsiteX0" fmla="*/ 0 w 8744085"/>
                <a:gd name="connsiteY0" fmla="*/ 4157045 h 4194735"/>
                <a:gd name="connsiteX1" fmla="*/ 1219612 w 8744085"/>
                <a:gd name="connsiteY1" fmla="*/ 3735 h 4194735"/>
                <a:gd name="connsiteX2" fmla="*/ 8742151 w 8744085"/>
                <a:gd name="connsiteY2" fmla="*/ 0 h 4194735"/>
                <a:gd name="connsiteX3" fmla="*/ 8741903 w 8744085"/>
                <a:gd name="connsiteY3" fmla="*/ 4194735 h 4194735"/>
                <a:gd name="connsiteX4" fmla="*/ 0 w 8744085"/>
                <a:gd name="connsiteY4" fmla="*/ 4157045 h 4194735"/>
                <a:gd name="connsiteX0" fmla="*/ 0 w 8752872"/>
                <a:gd name="connsiteY0" fmla="*/ 4193131 h 4194735"/>
                <a:gd name="connsiteX1" fmla="*/ 1228399 w 8752872"/>
                <a:gd name="connsiteY1" fmla="*/ 3735 h 4194735"/>
                <a:gd name="connsiteX2" fmla="*/ 8750938 w 8752872"/>
                <a:gd name="connsiteY2" fmla="*/ 0 h 4194735"/>
                <a:gd name="connsiteX3" fmla="*/ 8750690 w 8752872"/>
                <a:gd name="connsiteY3" fmla="*/ 4194735 h 4194735"/>
                <a:gd name="connsiteX4" fmla="*/ 0 w 8752872"/>
                <a:gd name="connsiteY4" fmla="*/ 4193131 h 4194735"/>
                <a:gd name="connsiteX0" fmla="*/ 0 w 8695034"/>
                <a:gd name="connsiteY0" fmla="*/ 4193131 h 4194735"/>
                <a:gd name="connsiteX1" fmla="*/ 1170561 w 8695034"/>
                <a:gd name="connsiteY1" fmla="*/ 3735 h 4194735"/>
                <a:gd name="connsiteX2" fmla="*/ 8693100 w 8695034"/>
                <a:gd name="connsiteY2" fmla="*/ 0 h 4194735"/>
                <a:gd name="connsiteX3" fmla="*/ 8692852 w 8695034"/>
                <a:gd name="connsiteY3" fmla="*/ 4194735 h 4194735"/>
                <a:gd name="connsiteX4" fmla="*/ 0 w 8695034"/>
                <a:gd name="connsiteY4" fmla="*/ 4193131 h 4194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95034" h="4194735">
                  <a:moveTo>
                    <a:pt x="0" y="4193131"/>
                  </a:moveTo>
                  <a:lnTo>
                    <a:pt x="1170561" y="3735"/>
                  </a:lnTo>
                  <a:lnTo>
                    <a:pt x="8693100" y="0"/>
                  </a:lnTo>
                  <a:cubicBezTo>
                    <a:pt x="8699900" y="1397000"/>
                    <a:pt x="8686052" y="2797735"/>
                    <a:pt x="8692852" y="4194735"/>
                  </a:cubicBezTo>
                  <a:lnTo>
                    <a:pt x="0" y="4193131"/>
                  </a:lnTo>
                  <a:close/>
                </a:path>
              </a:pathLst>
            </a:custGeom>
            <a:solidFill>
              <a:schemeClr val="accent1">
                <a:lumMod val="75000"/>
                <a:alpha val="5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p:sp>
          <p:nvSpPr>
            <p:cNvPr id="8" name="平行四边形 7">
              <a:extLst>
                <a:ext uri="{FF2B5EF4-FFF2-40B4-BE49-F238E27FC236}">
                  <a16:creationId xmlns:a16="http://schemas.microsoft.com/office/drawing/2014/main" id="{9DF5BEBA-F68F-4872-B55F-03184F3EDE72}"/>
                </a:ext>
              </a:extLst>
            </p:cNvPr>
            <p:cNvSpPr/>
            <p:nvPr/>
          </p:nvSpPr>
          <p:spPr>
            <a:xfrm>
              <a:off x="2901386" y="2338084"/>
              <a:ext cx="9205732" cy="2834345"/>
            </a:xfrm>
            <a:custGeom>
              <a:avLst/>
              <a:gdLst>
                <a:gd name="connsiteX0" fmla="*/ 0 w 9814560"/>
                <a:gd name="connsiteY0" fmla="*/ 4191000 h 4191000"/>
                <a:gd name="connsiteX1" fmla="*/ 1047750 w 9814560"/>
                <a:gd name="connsiteY1" fmla="*/ 0 h 4191000"/>
                <a:gd name="connsiteX2" fmla="*/ 9814560 w 9814560"/>
                <a:gd name="connsiteY2" fmla="*/ 0 h 4191000"/>
                <a:gd name="connsiteX3" fmla="*/ 8766810 w 9814560"/>
                <a:gd name="connsiteY3" fmla="*/ 4191000 h 4191000"/>
                <a:gd name="connsiteX4" fmla="*/ 0 w 9814560"/>
                <a:gd name="connsiteY4" fmla="*/ 4191000 h 4191000"/>
                <a:gd name="connsiteX0" fmla="*/ 0 w 8766810"/>
                <a:gd name="connsiteY0" fmla="*/ 4191000 h 4191000"/>
                <a:gd name="connsiteX1" fmla="*/ 1047750 w 8766810"/>
                <a:gd name="connsiteY1" fmla="*/ 0 h 4191000"/>
                <a:gd name="connsiteX2" fmla="*/ 8549640 w 8766810"/>
                <a:gd name="connsiteY2" fmla="*/ 0 h 4191000"/>
                <a:gd name="connsiteX3" fmla="*/ 8766810 w 8766810"/>
                <a:gd name="connsiteY3" fmla="*/ 4191000 h 4191000"/>
                <a:gd name="connsiteX4" fmla="*/ 0 w 8766810"/>
                <a:gd name="connsiteY4" fmla="*/ 4191000 h 4191000"/>
                <a:gd name="connsiteX0" fmla="*/ 0 w 8570041"/>
                <a:gd name="connsiteY0" fmla="*/ 4191000 h 4191000"/>
                <a:gd name="connsiteX1" fmla="*/ 1047750 w 8570041"/>
                <a:gd name="connsiteY1" fmla="*/ 0 h 4191000"/>
                <a:gd name="connsiteX2" fmla="*/ 8549640 w 8570041"/>
                <a:gd name="connsiteY2" fmla="*/ 0 h 4191000"/>
                <a:gd name="connsiteX3" fmla="*/ 8570041 w 8570041"/>
                <a:gd name="connsiteY3" fmla="*/ 4191000 h 4191000"/>
                <a:gd name="connsiteX4" fmla="*/ 0 w 8570041"/>
                <a:gd name="connsiteY4" fmla="*/ 4191000 h 4191000"/>
                <a:gd name="connsiteX0" fmla="*/ 0 w 8570041"/>
                <a:gd name="connsiteY0" fmla="*/ 4191000 h 4191000"/>
                <a:gd name="connsiteX1" fmla="*/ 1047750 w 8570041"/>
                <a:gd name="connsiteY1" fmla="*/ 0 h 4191000"/>
                <a:gd name="connsiteX2" fmla="*/ 8558895 w 8570041"/>
                <a:gd name="connsiteY2" fmla="*/ 0 h 4191000"/>
                <a:gd name="connsiteX3" fmla="*/ 8570041 w 8570041"/>
                <a:gd name="connsiteY3" fmla="*/ 4191000 h 4191000"/>
                <a:gd name="connsiteX4" fmla="*/ 0 w 8570041"/>
                <a:gd name="connsiteY4" fmla="*/ 4191000 h 4191000"/>
                <a:gd name="connsiteX0" fmla="*/ 0 w 8576608"/>
                <a:gd name="connsiteY0" fmla="*/ 4191000 h 4191000"/>
                <a:gd name="connsiteX1" fmla="*/ 1047750 w 8576608"/>
                <a:gd name="connsiteY1" fmla="*/ 0 h 4191000"/>
                <a:gd name="connsiteX2" fmla="*/ 8575091 w 8576608"/>
                <a:gd name="connsiteY2" fmla="*/ 0 h 4191000"/>
                <a:gd name="connsiteX3" fmla="*/ 8570041 w 8576608"/>
                <a:gd name="connsiteY3" fmla="*/ 4191000 h 4191000"/>
                <a:gd name="connsiteX4" fmla="*/ 0 w 8576608"/>
                <a:gd name="connsiteY4" fmla="*/ 4191000 h 419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6608" h="4191000">
                  <a:moveTo>
                    <a:pt x="0" y="4191000"/>
                  </a:moveTo>
                  <a:lnTo>
                    <a:pt x="1047750" y="0"/>
                  </a:lnTo>
                  <a:lnTo>
                    <a:pt x="8575091" y="0"/>
                  </a:lnTo>
                  <a:cubicBezTo>
                    <a:pt x="8581891" y="1397000"/>
                    <a:pt x="8563241" y="2794000"/>
                    <a:pt x="8570041" y="4191000"/>
                  </a:cubicBezTo>
                  <a:lnTo>
                    <a:pt x="0" y="4191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8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C844984C-C40D-4837-B1FB-5875F53EF936}"/>
                </a:ext>
              </a:extLst>
            </p:cNvPr>
            <p:cNvSpPr txBox="1"/>
            <p:nvPr/>
          </p:nvSpPr>
          <p:spPr>
            <a:xfrm>
              <a:off x="5575139" y="2702150"/>
              <a:ext cx="6134581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5400" dirty="0">
                  <a:solidFill>
                    <a:schemeClr val="bg1">
                      <a:lumMod val="95000"/>
                    </a:schemeClr>
                  </a:solidFill>
                  <a:latin typeface="方正兰亭粗黑简体" panose="02000000000000000000" pitchFamily="2" charset="-122"/>
                  <a:ea typeface="方正兰亭粗黑简体" panose="02000000000000000000" pitchFamily="2" charset="-122"/>
                </a:rPr>
                <a:t>厦门大学 </a:t>
              </a:r>
              <a:r>
                <a:rPr lang="en-US" altLang="zh-CN" sz="5400" dirty="0">
                  <a:solidFill>
                    <a:schemeClr val="bg1">
                      <a:lumMod val="95000"/>
                    </a:schemeClr>
                  </a:solidFill>
                  <a:latin typeface="方正兰亭粗黑简体" panose="02000000000000000000" pitchFamily="2" charset="-122"/>
                  <a:ea typeface="方正兰亭粗黑简体" panose="02000000000000000000" pitchFamily="2" charset="-122"/>
                </a:rPr>
                <a:t>PPT</a:t>
              </a:r>
              <a:r>
                <a:rPr lang="zh-CN" altLang="en-US" sz="5400" dirty="0">
                  <a:solidFill>
                    <a:schemeClr val="bg1">
                      <a:lumMod val="95000"/>
                    </a:schemeClr>
                  </a:solidFill>
                  <a:latin typeface="方正兰亭粗黑简体" panose="02000000000000000000" pitchFamily="2" charset="-122"/>
                  <a:ea typeface="方正兰亭粗黑简体" panose="02000000000000000000" pitchFamily="2" charset="-122"/>
                </a:rPr>
                <a:t>模板</a:t>
              </a: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1676F61D-75FA-4CCA-8D03-4203F54690A1}"/>
                </a:ext>
              </a:extLst>
            </p:cNvPr>
            <p:cNvSpPr txBox="1"/>
            <p:nvPr/>
          </p:nvSpPr>
          <p:spPr>
            <a:xfrm>
              <a:off x="3482822" y="4416894"/>
              <a:ext cx="4870240" cy="5354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14000"/>
                </a:lnSpc>
              </a:pPr>
              <a:r>
                <a:rPr lang="en-US" altLang="zh-CN" sz="1300" dirty="0">
                  <a:solidFill>
                    <a:schemeClr val="bg1">
                      <a:lumMod val="95000"/>
                    </a:schemeClr>
                  </a:solidFill>
                  <a:latin typeface="Calibri" panose="020F0502020204030204" pitchFamily="34" charset="0"/>
                  <a:ea typeface="+mj-ea"/>
                  <a:cs typeface="Calibri" panose="020F0502020204030204" pitchFamily="34" charset="0"/>
                </a:rPr>
                <a:t>The user can demonstrate on a projector or computer, or print the presentation and make it into a in a wider field</a:t>
              </a: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BE75EB23-93E7-4B4C-AAA2-11F2AFCF3511}"/>
                </a:ext>
              </a:extLst>
            </p:cNvPr>
            <p:cNvSpPr txBox="1"/>
            <p:nvPr/>
          </p:nvSpPr>
          <p:spPr>
            <a:xfrm>
              <a:off x="8216265" y="3793790"/>
              <a:ext cx="33429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>
                      <a:lumMod val="95000"/>
                    </a:schemeClr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汇报人 </a:t>
              </a:r>
              <a:r>
                <a:rPr lang="en-US" altLang="zh-CN" dirty="0">
                  <a:solidFill>
                    <a:schemeClr val="bg1">
                      <a:lumMod val="95000"/>
                    </a:schemeClr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| </a:t>
              </a:r>
              <a:r>
                <a:rPr lang="zh-CN" altLang="en-US" dirty="0">
                  <a:solidFill>
                    <a:schemeClr val="bg1">
                      <a:lumMod val="95000"/>
                    </a:schemeClr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小夏      指导老师 </a:t>
              </a:r>
              <a:r>
                <a:rPr lang="en-US" altLang="zh-CN" dirty="0">
                  <a:solidFill>
                    <a:schemeClr val="bg1">
                      <a:lumMod val="95000"/>
                    </a:schemeClr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| XXX</a:t>
              </a:r>
              <a:endParaRPr lang="zh-CN" altLang="en-US" dirty="0">
                <a:solidFill>
                  <a:schemeClr val="bg1">
                    <a:lumMod val="9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</p:grpSp>
      <p:pic>
        <p:nvPicPr>
          <p:cNvPr id="21" name="图片 20">
            <a:extLst>
              <a:ext uri="{FF2B5EF4-FFF2-40B4-BE49-F238E27FC236}">
                <a16:creationId xmlns:a16="http://schemas.microsoft.com/office/drawing/2014/main" id="{558B7D8D-8F4A-40B8-8497-5F9CEC7C67A5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6600" y="6030410"/>
            <a:ext cx="2196582" cy="610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962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>
            <a:extLst>
              <a:ext uri="{FF2B5EF4-FFF2-40B4-BE49-F238E27FC236}">
                <a16:creationId xmlns:a16="http://schemas.microsoft.com/office/drawing/2014/main" id="{D433C7A7-22AF-4672-B792-A398DDF28536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37388"/>
            <a:ext cx="12192000" cy="6932776"/>
          </a:xfrm>
          <a:prstGeom prst="rect">
            <a:avLst/>
          </a:prstGeom>
        </p:spPr>
      </p:pic>
      <p:sp>
        <p:nvSpPr>
          <p:cNvPr id="30" name="矩形 29">
            <a:extLst>
              <a:ext uri="{FF2B5EF4-FFF2-40B4-BE49-F238E27FC236}">
                <a16:creationId xmlns:a16="http://schemas.microsoft.com/office/drawing/2014/main" id="{9925E0A0-72ED-4B1B-8843-E64453418897}"/>
              </a:ext>
            </a:extLst>
          </p:cNvPr>
          <p:cNvSpPr/>
          <p:nvPr/>
        </p:nvSpPr>
        <p:spPr>
          <a:xfrm>
            <a:off x="0" y="1435261"/>
            <a:ext cx="12192000" cy="5460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171CF873-B02C-4496-AA52-F06A6D69E084}"/>
              </a:ext>
            </a:extLst>
          </p:cNvPr>
          <p:cNvCxnSpPr>
            <a:cxnSpLocks/>
          </p:cNvCxnSpPr>
          <p:nvPr/>
        </p:nvCxnSpPr>
        <p:spPr>
          <a:xfrm>
            <a:off x="0" y="6400800"/>
            <a:ext cx="2290916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>
            <a:extLst>
              <a:ext uri="{FF2B5EF4-FFF2-40B4-BE49-F238E27FC236}">
                <a16:creationId xmlns:a16="http://schemas.microsoft.com/office/drawing/2014/main" id="{C43E4234-11F7-4E29-8423-CA67C1EFB61C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5743" y="1914133"/>
            <a:ext cx="1586897" cy="440804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996BAA38-2DF4-42E5-AA29-FB122AB06FD5}"/>
              </a:ext>
            </a:extLst>
          </p:cNvPr>
          <p:cNvSpPr/>
          <p:nvPr/>
        </p:nvSpPr>
        <p:spPr>
          <a:xfrm>
            <a:off x="4173032" y="2749790"/>
            <a:ext cx="384593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100" kern="100" dirty="0">
                <a:solidFill>
                  <a:srgbClr val="29679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PLEASE ENTER YOUR TITLE HERE</a:t>
            </a:r>
            <a:endParaRPr kumimoji="0" lang="en-US" altLang="zh-CN" sz="1100" b="0" i="0" u="none" strike="noStrike" kern="100" cap="none" spc="0" normalizeH="0" baseline="0" noProof="0" dirty="0">
              <a:ln>
                <a:noFill/>
              </a:ln>
              <a:solidFill>
                <a:srgbClr val="29679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4" name="文本框 66">
            <a:extLst>
              <a:ext uri="{FF2B5EF4-FFF2-40B4-BE49-F238E27FC236}">
                <a16:creationId xmlns:a16="http://schemas.microsoft.com/office/drawing/2014/main" id="{11CECB41-4A32-4E4A-BF11-03F5A0D02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2514" y="3768580"/>
            <a:ext cx="7535246" cy="15570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+mn-lt"/>
              </a:rPr>
              <a:t>点击添加相关标题文字，点击添加相关标题文字，点击添加相关标题文字，点击添加相关标题文字。点击添加相关标题文字，点击添加相关标题文字，点击添加相关标题文字，点击添加相关标题文字。点击添加相关标题文字，点击添加相关标题文字，点击添加相关标题文字，点击添加相关标题文字。点击添加相关标题文字，点击添加相关标题文字，点击添加相关标题文字，点击添加相关标题文字。</a:t>
            </a:r>
            <a:endParaRPr lang="en-GB" altLang="zh-CN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+mn-lt"/>
              </a:rPr>
              <a:t>点击添加相关标题文字，点击添加相关标题文字，点击添加相关标题文字，点击添加相关标题文字。</a:t>
            </a:r>
            <a:endParaRPr lang="en-GB" altLang="zh-CN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361BB9FD-2904-4962-B11A-9600C7FB099E}"/>
              </a:ext>
            </a:extLst>
          </p:cNvPr>
          <p:cNvGrpSpPr/>
          <p:nvPr/>
        </p:nvGrpSpPr>
        <p:grpSpPr>
          <a:xfrm>
            <a:off x="4174246" y="2108846"/>
            <a:ext cx="3796698" cy="610464"/>
            <a:chOff x="4174246" y="1807902"/>
            <a:chExt cx="3796698" cy="610464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94FB374D-2869-4484-9C9B-5EA95C760D21}"/>
                </a:ext>
              </a:extLst>
            </p:cNvPr>
            <p:cNvSpPr txBox="1"/>
            <p:nvPr/>
          </p:nvSpPr>
          <p:spPr>
            <a:xfrm>
              <a:off x="4483702" y="1833591"/>
              <a:ext cx="322459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spc="200" dirty="0">
                  <a:solidFill>
                    <a:schemeClr val="accent1">
                      <a:lumMod val="75000"/>
                    </a:schemeClr>
                  </a:solidFill>
                  <a:latin typeface="方正兰亭特黑简体" panose="02000000000000000000" pitchFamily="2" charset="-122"/>
                  <a:ea typeface="方正兰亭特黑简体" panose="02000000000000000000" pitchFamily="2" charset="-122"/>
                </a:rPr>
                <a:t>请输入标题文本</a:t>
              </a:r>
            </a:p>
          </p:txBody>
        </p:sp>
        <p:sp>
          <p:nvSpPr>
            <p:cNvPr id="5" name="斜纹 4">
              <a:extLst>
                <a:ext uri="{FF2B5EF4-FFF2-40B4-BE49-F238E27FC236}">
                  <a16:creationId xmlns:a16="http://schemas.microsoft.com/office/drawing/2014/main" id="{1F4A9DB4-5D83-4C51-AF5E-B494E95556FA}"/>
                </a:ext>
              </a:extLst>
            </p:cNvPr>
            <p:cNvSpPr/>
            <p:nvPr/>
          </p:nvSpPr>
          <p:spPr>
            <a:xfrm>
              <a:off x="4174246" y="1807902"/>
              <a:ext cx="284480" cy="220402"/>
            </a:xfrm>
            <a:prstGeom prst="diagStripe">
              <a:avLst/>
            </a:prstGeom>
            <a:solidFill>
              <a:srgbClr val="29679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9" name="斜纹 18">
              <a:extLst>
                <a:ext uri="{FF2B5EF4-FFF2-40B4-BE49-F238E27FC236}">
                  <a16:creationId xmlns:a16="http://schemas.microsoft.com/office/drawing/2014/main" id="{5E84E3C4-C730-447D-9830-D5328A78E011}"/>
                </a:ext>
              </a:extLst>
            </p:cNvPr>
            <p:cNvSpPr/>
            <p:nvPr/>
          </p:nvSpPr>
          <p:spPr>
            <a:xfrm rot="10800000">
              <a:off x="7686464" y="2076187"/>
              <a:ext cx="284480" cy="220402"/>
            </a:xfrm>
            <a:prstGeom prst="diagStripe">
              <a:avLst/>
            </a:prstGeom>
            <a:solidFill>
              <a:srgbClr val="29679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9099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307317FB-14DF-4A98-9915-CC510C60429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CC96ABAF-E305-48C0-A41A-E6E0AA83E6A6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accent1">
              <a:lumMod val="75000"/>
              <a:alpha val="4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1DBC9A3-DDA5-432C-9AA6-FBF5ACAB468B}"/>
              </a:ext>
            </a:extLst>
          </p:cNvPr>
          <p:cNvSpPr/>
          <p:nvPr/>
        </p:nvSpPr>
        <p:spPr>
          <a:xfrm>
            <a:off x="1595547" y="0"/>
            <a:ext cx="1581912" cy="3328416"/>
          </a:xfrm>
          <a:prstGeom prst="rect">
            <a:avLst/>
          </a:prstGeom>
          <a:solidFill>
            <a:schemeClr val="accent1">
              <a:lumMod val="75000"/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73AE058-95F3-42CA-891E-CB6D28CEB6B9}"/>
              </a:ext>
            </a:extLst>
          </p:cNvPr>
          <p:cNvSpPr txBox="1"/>
          <p:nvPr/>
        </p:nvSpPr>
        <p:spPr>
          <a:xfrm>
            <a:off x="1899572" y="602909"/>
            <a:ext cx="97613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6000" spc="100" dirty="0">
                <a:solidFill>
                  <a:schemeClr val="bg1">
                    <a:lumMod val="95000"/>
                  </a:schemeClr>
                </a:solidFill>
                <a:latin typeface="方正兰亭粗黑简体" panose="02000000000000000000" pitchFamily="2" charset="-122"/>
                <a:ea typeface="方正兰亭粗黑简体" panose="02000000000000000000" pitchFamily="2" charset="-122"/>
              </a:rPr>
              <a:t>目 录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520DCE5-059D-4BF9-B336-86B48B5D462C}"/>
              </a:ext>
            </a:extLst>
          </p:cNvPr>
          <p:cNvSpPr txBox="1"/>
          <p:nvPr/>
        </p:nvSpPr>
        <p:spPr>
          <a:xfrm rot="5400000">
            <a:off x="1757065" y="2575047"/>
            <a:ext cx="2908411" cy="64203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spc="100" dirty="0">
                <a:solidFill>
                  <a:schemeClr val="bg1">
                    <a:lumMod val="95000"/>
                  </a:schemeClr>
                </a:solidFill>
                <a:latin typeface="文悦新青年体 (非商业使用) W8" pitchFamily="50" charset="-122"/>
                <a:ea typeface="文悦新青年体 (非商业使用) W8" pitchFamily="50" charset="-122"/>
                <a:cs typeface="Calibri" panose="020F0502020204030204" pitchFamily="34" charset="0"/>
              </a:rPr>
              <a:t>CONTENTS</a:t>
            </a:r>
            <a:endParaRPr lang="zh-CN" altLang="en-US" sz="3200" b="1" spc="100" dirty="0">
              <a:solidFill>
                <a:schemeClr val="bg1">
                  <a:lumMod val="95000"/>
                </a:schemeClr>
              </a:solidFill>
              <a:latin typeface="文悦新青年体 (非商业使用) W8" pitchFamily="50" charset="-122"/>
              <a:ea typeface="文悦新青年体 (非商业使用) W8" pitchFamily="50" charset="-122"/>
              <a:cs typeface="Calibri" panose="020F0502020204030204" pitchFamily="34" charset="0"/>
            </a:endParaRP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229A67F7-56E5-457C-BAA2-01696732BAF4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5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262" y="5950010"/>
            <a:ext cx="2196582" cy="610161"/>
          </a:xfrm>
          <a:prstGeom prst="rect">
            <a:avLst/>
          </a:prstGeom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1BCE3AC9-8068-4128-9DE4-62130B9CB170}"/>
              </a:ext>
            </a:extLst>
          </p:cNvPr>
          <p:cNvGrpSpPr/>
          <p:nvPr/>
        </p:nvGrpSpPr>
        <p:grpSpPr>
          <a:xfrm>
            <a:off x="5502563" y="3563128"/>
            <a:ext cx="4875876" cy="769441"/>
            <a:chOff x="6264564" y="1095851"/>
            <a:chExt cx="4875876" cy="769441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0AB9D5D7-151F-41DD-B65F-6BB3B9436EE5}"/>
                </a:ext>
              </a:extLst>
            </p:cNvPr>
            <p:cNvSpPr txBox="1"/>
            <p:nvPr/>
          </p:nvSpPr>
          <p:spPr>
            <a:xfrm>
              <a:off x="7615605" y="1123318"/>
              <a:ext cx="283903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700" dirty="0">
                  <a:solidFill>
                    <a:schemeClr val="bg1">
                      <a:lumMod val="95000"/>
                    </a:schemeClr>
                  </a:solidFill>
                  <a:latin typeface="方正兰亭特黑简体" panose="02000000000000000000" pitchFamily="2" charset="-122"/>
                  <a:ea typeface="方正兰亭特黑简体" panose="02000000000000000000" pitchFamily="2" charset="-122"/>
                </a:rPr>
                <a:t>请在此输入内容</a:t>
              </a:r>
              <a:endParaRPr lang="zh-CN" altLang="en-US" sz="2700" dirty="0">
                <a:latin typeface="方正兰亭特黑简体" panose="02000000000000000000" pitchFamily="2" charset="-122"/>
                <a:ea typeface="方正兰亭特黑简体" panose="02000000000000000000" pitchFamily="2" charset="-122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FE93013E-1193-4B07-9183-572FDED93948}"/>
                </a:ext>
              </a:extLst>
            </p:cNvPr>
            <p:cNvSpPr txBox="1"/>
            <p:nvPr/>
          </p:nvSpPr>
          <p:spPr>
            <a:xfrm>
              <a:off x="6264564" y="1095851"/>
              <a:ext cx="1623532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000" b="1" i="1" spc="200" dirty="0">
                  <a:solidFill>
                    <a:schemeClr val="bg1">
                      <a:lumMod val="95000"/>
                    </a:schemeClr>
                  </a:solidFill>
                  <a:latin typeface="方正兰亭特黑简体" panose="02000000000000000000" pitchFamily="2" charset="-122"/>
                  <a:ea typeface="方正兰亭特黑简体" panose="02000000000000000000" pitchFamily="2" charset="-122"/>
                </a:rPr>
                <a:t>03</a:t>
              </a:r>
              <a:r>
                <a:rPr lang="en-US" altLang="zh-CN" sz="4400" b="1" i="1" spc="200" dirty="0">
                  <a:solidFill>
                    <a:schemeClr val="bg1">
                      <a:lumMod val="95000"/>
                    </a:schemeClr>
                  </a:solidFill>
                  <a:latin typeface="方正兰亭特黑简体" panose="02000000000000000000" pitchFamily="2" charset="-122"/>
                  <a:ea typeface="方正兰亭特黑简体" panose="02000000000000000000" pitchFamily="2" charset="-122"/>
                </a:rPr>
                <a:t>.</a:t>
              </a:r>
              <a:endParaRPr lang="zh-CN" altLang="en-US" sz="4400" b="1" i="1" spc="200" dirty="0">
                <a:solidFill>
                  <a:schemeClr val="bg1">
                    <a:lumMod val="95000"/>
                  </a:schemeClr>
                </a:solidFill>
                <a:latin typeface="方正兰亭特黑简体" panose="02000000000000000000" pitchFamily="2" charset="-122"/>
                <a:ea typeface="方正兰亭特黑简体" panose="02000000000000000000" pitchFamily="2" charset="-122"/>
              </a:endParaRPr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B4442E99-AC18-46B2-B632-E49EF3F43549}"/>
                </a:ext>
              </a:extLst>
            </p:cNvPr>
            <p:cNvSpPr txBox="1"/>
            <p:nvPr/>
          </p:nvSpPr>
          <p:spPr>
            <a:xfrm>
              <a:off x="7643331" y="1588092"/>
              <a:ext cx="3497109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altLang="zh-CN" sz="1200" noProof="0" dirty="0">
                  <a:ln>
                    <a:noFill/>
                  </a:ln>
                  <a:solidFill>
                    <a:schemeClr val="bg1"/>
                  </a:solidFill>
                  <a:uLnTx/>
                  <a:uFillTx/>
                  <a:ea typeface="方正舒体" panose="02010601030101010101" pitchFamily="2" charset="-122"/>
                  <a:sym typeface="+mn-ea"/>
                </a:rPr>
                <a:t>ADD YOUR TEXT HERE  ADD YOUR TEXT HERE</a:t>
              </a:r>
              <a:endParaRPr kumimoji="0" lang="en-US" altLang="zh-CN" sz="12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方正舒体" panose="02010601030101010101" pitchFamily="2" charset="-122"/>
                <a:sym typeface="+mn-ea"/>
              </a:endParaRPr>
            </a:p>
          </p:txBody>
        </p:sp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EE2ABB16-FE4D-4C36-8966-111F6A113CCA}"/>
              </a:ext>
            </a:extLst>
          </p:cNvPr>
          <p:cNvGrpSpPr/>
          <p:nvPr/>
        </p:nvGrpSpPr>
        <p:grpSpPr>
          <a:xfrm>
            <a:off x="5502563" y="2356707"/>
            <a:ext cx="4875876" cy="769441"/>
            <a:chOff x="6264564" y="1095851"/>
            <a:chExt cx="4875876" cy="769441"/>
          </a:xfrm>
        </p:grpSpPr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5C73890A-2FD2-4E93-AB11-54B87FDF1145}"/>
                </a:ext>
              </a:extLst>
            </p:cNvPr>
            <p:cNvSpPr txBox="1"/>
            <p:nvPr/>
          </p:nvSpPr>
          <p:spPr>
            <a:xfrm>
              <a:off x="7615605" y="1123318"/>
              <a:ext cx="283903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700" dirty="0">
                  <a:solidFill>
                    <a:schemeClr val="bg1">
                      <a:lumMod val="95000"/>
                    </a:schemeClr>
                  </a:solidFill>
                  <a:latin typeface="方正兰亭特黑简体" panose="02000000000000000000" pitchFamily="2" charset="-122"/>
                  <a:ea typeface="方正兰亭特黑简体" panose="02000000000000000000" pitchFamily="2" charset="-122"/>
                </a:rPr>
                <a:t>请在此输入内容</a:t>
              </a:r>
              <a:endParaRPr lang="zh-CN" altLang="en-US" sz="2700" dirty="0">
                <a:latin typeface="方正兰亭特黑简体" panose="02000000000000000000" pitchFamily="2" charset="-122"/>
                <a:ea typeface="方正兰亭特黑简体" panose="02000000000000000000" pitchFamily="2" charset="-122"/>
              </a:endParaRP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8AB4BA72-674A-433D-A449-7DCCDDE2246A}"/>
                </a:ext>
              </a:extLst>
            </p:cNvPr>
            <p:cNvSpPr txBox="1"/>
            <p:nvPr/>
          </p:nvSpPr>
          <p:spPr>
            <a:xfrm>
              <a:off x="6264564" y="1095851"/>
              <a:ext cx="1623532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000" b="1" i="1" spc="200" dirty="0">
                  <a:solidFill>
                    <a:schemeClr val="bg1">
                      <a:lumMod val="95000"/>
                    </a:schemeClr>
                  </a:solidFill>
                  <a:latin typeface="方正兰亭特黑简体" panose="02000000000000000000" pitchFamily="2" charset="-122"/>
                  <a:ea typeface="方正兰亭特黑简体" panose="02000000000000000000" pitchFamily="2" charset="-122"/>
                </a:rPr>
                <a:t>02</a:t>
              </a:r>
              <a:r>
                <a:rPr lang="en-US" altLang="zh-CN" sz="4400" b="1" i="1" spc="200" dirty="0">
                  <a:solidFill>
                    <a:schemeClr val="bg1">
                      <a:lumMod val="95000"/>
                    </a:schemeClr>
                  </a:solidFill>
                  <a:latin typeface="方正兰亭特黑简体" panose="02000000000000000000" pitchFamily="2" charset="-122"/>
                  <a:ea typeface="方正兰亭特黑简体" panose="02000000000000000000" pitchFamily="2" charset="-122"/>
                </a:rPr>
                <a:t>.</a:t>
              </a:r>
              <a:endParaRPr lang="zh-CN" altLang="en-US" sz="4400" b="1" i="1" spc="200" dirty="0">
                <a:solidFill>
                  <a:schemeClr val="bg1">
                    <a:lumMod val="95000"/>
                  </a:schemeClr>
                </a:solidFill>
                <a:latin typeface="方正兰亭特黑简体" panose="02000000000000000000" pitchFamily="2" charset="-122"/>
                <a:ea typeface="方正兰亭特黑简体" panose="02000000000000000000" pitchFamily="2" charset="-122"/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01C265E6-FEC8-4744-98BB-E198232C0A66}"/>
                </a:ext>
              </a:extLst>
            </p:cNvPr>
            <p:cNvSpPr txBox="1"/>
            <p:nvPr/>
          </p:nvSpPr>
          <p:spPr>
            <a:xfrm>
              <a:off x="7643331" y="1588092"/>
              <a:ext cx="3497109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altLang="zh-CN" sz="1200" noProof="0" dirty="0">
                  <a:ln>
                    <a:noFill/>
                  </a:ln>
                  <a:solidFill>
                    <a:schemeClr val="bg1"/>
                  </a:solidFill>
                  <a:uLnTx/>
                  <a:uFillTx/>
                  <a:ea typeface="方正舒体" panose="02010601030101010101" pitchFamily="2" charset="-122"/>
                  <a:sym typeface="+mn-ea"/>
                </a:rPr>
                <a:t>ADD YOUR TEXT HERE  ADD YOUR TEXT HERE</a:t>
              </a:r>
              <a:endParaRPr kumimoji="0" lang="en-US" altLang="zh-CN" sz="12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方正舒体" panose="02010601030101010101" pitchFamily="2" charset="-122"/>
                <a:sym typeface="+mn-ea"/>
              </a:endParaRPr>
            </a:p>
          </p:txBody>
        </p:sp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47770B20-9FF9-427C-92EA-B45B2055A179}"/>
              </a:ext>
            </a:extLst>
          </p:cNvPr>
          <p:cNvGrpSpPr/>
          <p:nvPr/>
        </p:nvGrpSpPr>
        <p:grpSpPr>
          <a:xfrm>
            <a:off x="5634722" y="1199390"/>
            <a:ext cx="4875876" cy="769441"/>
            <a:chOff x="6264564" y="1095851"/>
            <a:chExt cx="4875876" cy="769441"/>
          </a:xfrm>
        </p:grpSpPr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BE25016B-32BF-4C5C-A1BE-40B9ECC20FFB}"/>
                </a:ext>
              </a:extLst>
            </p:cNvPr>
            <p:cNvSpPr txBox="1"/>
            <p:nvPr/>
          </p:nvSpPr>
          <p:spPr>
            <a:xfrm>
              <a:off x="7615605" y="1123318"/>
              <a:ext cx="283903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700" dirty="0">
                  <a:solidFill>
                    <a:schemeClr val="bg1">
                      <a:lumMod val="95000"/>
                    </a:schemeClr>
                  </a:solidFill>
                  <a:latin typeface="方正兰亭特黑简体" panose="02000000000000000000" pitchFamily="2" charset="-122"/>
                  <a:ea typeface="方正兰亭特黑简体" panose="02000000000000000000" pitchFamily="2" charset="-122"/>
                </a:rPr>
                <a:t>请在此输入内容</a:t>
              </a:r>
              <a:endParaRPr lang="zh-CN" altLang="en-US" sz="2700" dirty="0">
                <a:latin typeface="方正兰亭特黑简体" panose="02000000000000000000" pitchFamily="2" charset="-122"/>
                <a:ea typeface="方正兰亭特黑简体" panose="02000000000000000000" pitchFamily="2" charset="-122"/>
              </a:endParaRPr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2DDE8C39-3928-45F5-9ABB-EDD33E7446CB}"/>
                </a:ext>
              </a:extLst>
            </p:cNvPr>
            <p:cNvSpPr txBox="1"/>
            <p:nvPr/>
          </p:nvSpPr>
          <p:spPr>
            <a:xfrm>
              <a:off x="6264564" y="1095851"/>
              <a:ext cx="1623532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000" b="1" i="1" spc="200" dirty="0">
                  <a:solidFill>
                    <a:schemeClr val="bg1">
                      <a:lumMod val="95000"/>
                    </a:schemeClr>
                  </a:solidFill>
                  <a:latin typeface="方正兰亭特黑简体" panose="02000000000000000000" pitchFamily="2" charset="-122"/>
                  <a:ea typeface="方正兰亭特黑简体" panose="02000000000000000000" pitchFamily="2" charset="-122"/>
                </a:rPr>
                <a:t>01</a:t>
              </a:r>
              <a:r>
                <a:rPr lang="en-US" altLang="zh-CN" sz="4400" b="1" i="1" spc="200" dirty="0">
                  <a:solidFill>
                    <a:schemeClr val="bg1">
                      <a:lumMod val="95000"/>
                    </a:schemeClr>
                  </a:solidFill>
                  <a:latin typeface="方正兰亭特黑简体" panose="02000000000000000000" pitchFamily="2" charset="-122"/>
                  <a:ea typeface="方正兰亭特黑简体" panose="02000000000000000000" pitchFamily="2" charset="-122"/>
                </a:rPr>
                <a:t>.</a:t>
              </a:r>
              <a:endParaRPr lang="zh-CN" altLang="en-US" sz="4400" b="1" i="1" spc="200" dirty="0">
                <a:solidFill>
                  <a:schemeClr val="bg1">
                    <a:lumMod val="95000"/>
                  </a:schemeClr>
                </a:solidFill>
                <a:latin typeface="方正兰亭特黑简体" panose="02000000000000000000" pitchFamily="2" charset="-122"/>
                <a:ea typeface="方正兰亭特黑简体" panose="02000000000000000000" pitchFamily="2" charset="-122"/>
              </a:endParaRPr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5B06DFFB-3514-439F-B574-72549130B39B}"/>
                </a:ext>
              </a:extLst>
            </p:cNvPr>
            <p:cNvSpPr txBox="1"/>
            <p:nvPr/>
          </p:nvSpPr>
          <p:spPr>
            <a:xfrm>
              <a:off x="7643331" y="1588092"/>
              <a:ext cx="3497109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altLang="zh-CN" sz="1200" noProof="0" dirty="0">
                  <a:ln>
                    <a:noFill/>
                  </a:ln>
                  <a:solidFill>
                    <a:schemeClr val="bg1"/>
                  </a:solidFill>
                  <a:uLnTx/>
                  <a:uFillTx/>
                  <a:ea typeface="方正舒体" panose="02010601030101010101" pitchFamily="2" charset="-122"/>
                  <a:sym typeface="+mn-ea"/>
                </a:rPr>
                <a:t>ADD YOUR TEXT HERE  ADD YOUR TEXT HERE</a:t>
              </a:r>
              <a:endParaRPr kumimoji="0" lang="en-US" altLang="zh-CN" sz="12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方正舒体" panose="02010601030101010101" pitchFamily="2" charset="-122"/>
                <a:sym typeface="+mn-ea"/>
              </a:endParaRPr>
            </a:p>
          </p:txBody>
        </p: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953CAB61-6EB2-4CF6-BC92-AF3943CFA1DB}"/>
              </a:ext>
            </a:extLst>
          </p:cNvPr>
          <p:cNvGrpSpPr/>
          <p:nvPr/>
        </p:nvGrpSpPr>
        <p:grpSpPr>
          <a:xfrm>
            <a:off x="5502563" y="4808325"/>
            <a:ext cx="4875876" cy="769441"/>
            <a:chOff x="6264564" y="1095851"/>
            <a:chExt cx="4875876" cy="769441"/>
          </a:xfrm>
        </p:grpSpPr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47E13E41-D151-44CF-B5C5-BEEA47112034}"/>
                </a:ext>
              </a:extLst>
            </p:cNvPr>
            <p:cNvSpPr txBox="1"/>
            <p:nvPr/>
          </p:nvSpPr>
          <p:spPr>
            <a:xfrm>
              <a:off x="7615605" y="1123318"/>
              <a:ext cx="283903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700" dirty="0">
                  <a:solidFill>
                    <a:schemeClr val="bg1">
                      <a:lumMod val="95000"/>
                    </a:schemeClr>
                  </a:solidFill>
                  <a:latin typeface="方正兰亭特黑简体" panose="02000000000000000000" pitchFamily="2" charset="-122"/>
                  <a:ea typeface="方正兰亭特黑简体" panose="02000000000000000000" pitchFamily="2" charset="-122"/>
                </a:rPr>
                <a:t>请在此输入内容</a:t>
              </a:r>
              <a:endParaRPr lang="zh-CN" altLang="en-US" sz="2700" dirty="0">
                <a:latin typeface="方正兰亭特黑简体" panose="02000000000000000000" pitchFamily="2" charset="-122"/>
                <a:ea typeface="方正兰亭特黑简体" panose="02000000000000000000" pitchFamily="2" charset="-122"/>
              </a:endParaRPr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587E2304-DD59-48C3-8DEC-15E79E84C998}"/>
                </a:ext>
              </a:extLst>
            </p:cNvPr>
            <p:cNvSpPr txBox="1"/>
            <p:nvPr/>
          </p:nvSpPr>
          <p:spPr>
            <a:xfrm>
              <a:off x="6264564" y="1095851"/>
              <a:ext cx="1623532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000" b="1" i="1" spc="200" dirty="0">
                  <a:solidFill>
                    <a:schemeClr val="bg1">
                      <a:lumMod val="95000"/>
                    </a:schemeClr>
                  </a:solidFill>
                  <a:latin typeface="方正兰亭特黑简体" panose="02000000000000000000" pitchFamily="2" charset="-122"/>
                  <a:ea typeface="方正兰亭特黑简体" panose="02000000000000000000" pitchFamily="2" charset="-122"/>
                </a:rPr>
                <a:t>04</a:t>
              </a:r>
              <a:r>
                <a:rPr lang="en-US" altLang="zh-CN" sz="4400" b="1" i="1" spc="200" dirty="0">
                  <a:solidFill>
                    <a:schemeClr val="bg1">
                      <a:lumMod val="95000"/>
                    </a:schemeClr>
                  </a:solidFill>
                  <a:latin typeface="方正兰亭特黑简体" panose="02000000000000000000" pitchFamily="2" charset="-122"/>
                  <a:ea typeface="方正兰亭特黑简体" panose="02000000000000000000" pitchFamily="2" charset="-122"/>
                </a:rPr>
                <a:t>.</a:t>
              </a:r>
              <a:endParaRPr lang="zh-CN" altLang="en-US" sz="4400" b="1" i="1" spc="200" dirty="0">
                <a:solidFill>
                  <a:schemeClr val="bg1">
                    <a:lumMod val="95000"/>
                  </a:schemeClr>
                </a:solidFill>
                <a:latin typeface="方正兰亭特黑简体" panose="02000000000000000000" pitchFamily="2" charset="-122"/>
                <a:ea typeface="方正兰亭特黑简体" panose="02000000000000000000" pitchFamily="2" charset="-122"/>
              </a:endParaRPr>
            </a:p>
          </p:txBody>
        </p: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32499399-71CE-4D52-BA0D-BBC2D1135D13}"/>
                </a:ext>
              </a:extLst>
            </p:cNvPr>
            <p:cNvSpPr txBox="1"/>
            <p:nvPr/>
          </p:nvSpPr>
          <p:spPr>
            <a:xfrm>
              <a:off x="7643331" y="1588092"/>
              <a:ext cx="3497109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altLang="zh-CN" sz="1200" noProof="0" dirty="0">
                  <a:ln>
                    <a:noFill/>
                  </a:ln>
                  <a:solidFill>
                    <a:schemeClr val="bg1"/>
                  </a:solidFill>
                  <a:uLnTx/>
                  <a:uFillTx/>
                  <a:ea typeface="方正舒体" panose="02010601030101010101" pitchFamily="2" charset="-122"/>
                  <a:sym typeface="+mn-ea"/>
                </a:rPr>
                <a:t>ADD YOUR TEXT HERE  ADD YOUR TEXT HERE</a:t>
              </a:r>
              <a:endParaRPr kumimoji="0" lang="en-US" altLang="zh-CN" sz="12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方正舒体" panose="02010601030101010101" pitchFamily="2" charset="-122"/>
                <a:sym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04410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D26A0C1F-0933-4170-8A4B-610FA85FA488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116CA285-63E1-4BC2-89B5-2FF44E44FF9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  <a:alpha val="3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D822586-9566-4FD8-863F-C2352A668C3D}"/>
              </a:ext>
            </a:extLst>
          </p:cNvPr>
          <p:cNvSpPr txBox="1"/>
          <p:nvPr/>
        </p:nvSpPr>
        <p:spPr>
          <a:xfrm>
            <a:off x="4108571" y="3168609"/>
            <a:ext cx="47611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300" spc="200" dirty="0">
                <a:solidFill>
                  <a:schemeClr val="bg1"/>
                </a:solidFill>
                <a:latin typeface="方正兰亭特黑简体" panose="02000000000000000000" pitchFamily="2" charset="-122"/>
                <a:ea typeface="方正兰亭特黑简体" panose="02000000000000000000" pitchFamily="2" charset="-122"/>
              </a:rPr>
              <a:t>在此输入标题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614897D-272F-41E3-A809-61BB34B93DD6}"/>
              </a:ext>
            </a:extLst>
          </p:cNvPr>
          <p:cNvSpPr/>
          <p:nvPr/>
        </p:nvSpPr>
        <p:spPr>
          <a:xfrm>
            <a:off x="3900668" y="4280424"/>
            <a:ext cx="4761108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700" kern="1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PLEASE ENTER YOUR TITLE HERE</a:t>
            </a:r>
            <a:endParaRPr kumimoji="0" lang="en-US" altLang="zh-CN" sz="1700" b="0" i="0" u="none" strike="noStrike" kern="1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5A6A9FC9-7342-4570-AEC7-EFB41B0235BB}"/>
              </a:ext>
            </a:extLst>
          </p:cNvPr>
          <p:cNvSpPr/>
          <p:nvPr/>
        </p:nvSpPr>
        <p:spPr>
          <a:xfrm>
            <a:off x="5410200" y="1562100"/>
            <a:ext cx="1325880" cy="1325880"/>
          </a:xfrm>
          <a:prstGeom prst="ellipse">
            <a:avLst/>
          </a:prstGeom>
          <a:noFill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 dirty="0">
                <a:latin typeface="方正兰亭特黑简体" panose="02000000000000000000" pitchFamily="2" charset="-122"/>
                <a:ea typeface="方正兰亭特黑简体" panose="02000000000000000000" pitchFamily="2" charset="-122"/>
              </a:rPr>
              <a:t>01</a:t>
            </a:r>
            <a:endParaRPr lang="zh-CN" altLang="en-US" sz="4000" dirty="0">
              <a:latin typeface="方正兰亭特黑简体" panose="02000000000000000000" pitchFamily="2" charset="-122"/>
              <a:ea typeface="方正兰亭特黑简体" panose="02000000000000000000" pitchFamily="2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11748E6F-0EFB-443C-9FF6-7C10526EADCD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50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7285" y="5856092"/>
            <a:ext cx="2196582" cy="610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538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>
            <a:extLst>
              <a:ext uri="{FF2B5EF4-FFF2-40B4-BE49-F238E27FC236}">
                <a16:creationId xmlns:a16="http://schemas.microsoft.com/office/drawing/2014/main" id="{3355CBF9-59F2-4FC2-A7CA-29DBC0CBA09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834765" y="1"/>
            <a:ext cx="3439296" cy="685799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94FB374D-2869-4484-9C9B-5EA95C760D21}"/>
              </a:ext>
            </a:extLst>
          </p:cNvPr>
          <p:cNvSpPr txBox="1"/>
          <p:nvPr/>
        </p:nvSpPr>
        <p:spPr>
          <a:xfrm>
            <a:off x="1121438" y="596324"/>
            <a:ext cx="21070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spc="200" dirty="0">
                <a:solidFill>
                  <a:schemeClr val="accent1">
                    <a:lumMod val="75000"/>
                  </a:schemeClr>
                </a:solidFill>
                <a:latin typeface="方正兰亭特黑简体" panose="02000000000000000000" pitchFamily="2" charset="-122"/>
                <a:ea typeface="方正兰亭特黑简体" panose="02000000000000000000" pitchFamily="2" charset="-122"/>
              </a:rPr>
              <a:t>输入标题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3BAEAF0-69F0-47E6-AB37-6601C167BDFF}"/>
              </a:ext>
            </a:extLst>
          </p:cNvPr>
          <p:cNvSpPr/>
          <p:nvPr/>
        </p:nvSpPr>
        <p:spPr>
          <a:xfrm>
            <a:off x="812902" y="473684"/>
            <a:ext cx="116738" cy="70741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171CF873-B02C-4496-AA52-F06A6D69E084}"/>
              </a:ext>
            </a:extLst>
          </p:cNvPr>
          <p:cNvCxnSpPr>
            <a:cxnSpLocks/>
          </p:cNvCxnSpPr>
          <p:nvPr/>
        </p:nvCxnSpPr>
        <p:spPr>
          <a:xfrm>
            <a:off x="0" y="6400800"/>
            <a:ext cx="2290916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图示 1">
            <a:extLst>
              <a:ext uri="{FF2B5EF4-FFF2-40B4-BE49-F238E27FC236}">
                <a16:creationId xmlns:a16="http://schemas.microsoft.com/office/drawing/2014/main" id="{81F56D63-D8D4-465C-BE5E-CBC251A12FC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12184019"/>
              </p:ext>
            </p:extLst>
          </p:nvPr>
        </p:nvGraphicFramePr>
        <p:xfrm>
          <a:off x="1210628" y="1562100"/>
          <a:ext cx="6473823" cy="43158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ECCA6D70-2974-402C-A4E2-1317981CE733}"/>
              </a:ext>
            </a:extLst>
          </p:cNvPr>
          <p:cNvSpPr txBox="1"/>
          <p:nvPr/>
        </p:nvSpPr>
        <p:spPr>
          <a:xfrm>
            <a:off x="4447539" y="2594422"/>
            <a:ext cx="282956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100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ea typeface="方正舒体" panose="02010601030101010101" pitchFamily="2" charset="-122"/>
                <a:sym typeface="+mn-ea"/>
              </a:rPr>
              <a:t>ADD YOUR TEXT HERE</a:t>
            </a:r>
            <a:endParaRPr lang="en-US" altLang="zh-CN" sz="100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微软雅黑" panose="020B0503020204020204" charset="-122"/>
              <a:ea typeface="方正舒体" panose="02010601030101010101" pitchFamily="2" charset="-122"/>
              <a:sym typeface="+mn-ea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F11D783B-88E4-4B19-A3ED-63EB9E31111E}"/>
              </a:ext>
            </a:extLst>
          </p:cNvPr>
          <p:cNvSpPr txBox="1"/>
          <p:nvPr/>
        </p:nvSpPr>
        <p:spPr>
          <a:xfrm>
            <a:off x="4447540" y="3894604"/>
            <a:ext cx="282956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100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ea typeface="方正舒体" panose="02010601030101010101" pitchFamily="2" charset="-122"/>
                <a:sym typeface="+mn-ea"/>
              </a:rPr>
              <a:t>ADD YOUR TEXT HERE</a:t>
            </a:r>
            <a:endParaRPr lang="en-US" altLang="zh-CN" sz="100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微软雅黑" panose="020B0503020204020204" charset="-122"/>
              <a:ea typeface="方正舒体" panose="02010601030101010101" pitchFamily="2" charset="-122"/>
              <a:sym typeface="+mn-ea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2697045-8A0B-4BF2-9EF1-F7E597F69BBC}"/>
              </a:ext>
            </a:extLst>
          </p:cNvPr>
          <p:cNvSpPr txBox="1"/>
          <p:nvPr/>
        </p:nvSpPr>
        <p:spPr>
          <a:xfrm>
            <a:off x="4447540" y="5194786"/>
            <a:ext cx="282956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100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ea typeface="方正舒体" panose="02010601030101010101" pitchFamily="2" charset="-122"/>
                <a:sym typeface="+mn-ea"/>
              </a:rPr>
              <a:t>ADD YOUR TEXT HERE</a:t>
            </a:r>
            <a:endParaRPr lang="en-US" altLang="zh-CN" sz="100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微软雅黑" panose="020B0503020204020204" charset="-122"/>
              <a:ea typeface="方正舒体" panose="02010601030101010101" pitchFamily="2" charset="-122"/>
              <a:sym typeface="+mn-ea"/>
            </a:endParaRPr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C43E4234-11F7-4E29-8423-CA67C1EFB61C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74326" y="609024"/>
            <a:ext cx="1691639" cy="469899"/>
          </a:xfrm>
          <a:prstGeom prst="rect">
            <a:avLst/>
          </a:prstGeom>
        </p:spPr>
      </p:pic>
      <p:pic>
        <p:nvPicPr>
          <p:cNvPr id="4" name="图形 3" descr="解除锁定">
            <a:extLst>
              <a:ext uri="{FF2B5EF4-FFF2-40B4-BE49-F238E27FC236}">
                <a16:creationId xmlns:a16="http://schemas.microsoft.com/office/drawing/2014/main" id="{96D789E7-ADBB-4FB2-B955-028D0EB2A50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549233" y="2138863"/>
            <a:ext cx="532230" cy="532230"/>
          </a:xfrm>
          <a:prstGeom prst="rect">
            <a:avLst/>
          </a:prstGeom>
        </p:spPr>
      </p:pic>
      <p:pic>
        <p:nvPicPr>
          <p:cNvPr id="8" name="图形 7" descr="会议">
            <a:extLst>
              <a:ext uri="{FF2B5EF4-FFF2-40B4-BE49-F238E27FC236}">
                <a16:creationId xmlns:a16="http://schemas.microsoft.com/office/drawing/2014/main" id="{25E9CB0A-5981-4C35-9377-8436B4F4920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857113" y="3429000"/>
            <a:ext cx="563491" cy="563491"/>
          </a:xfrm>
          <a:prstGeom prst="rect">
            <a:avLst/>
          </a:prstGeom>
        </p:spPr>
      </p:pic>
      <p:pic>
        <p:nvPicPr>
          <p:cNvPr id="10" name="图形 9" descr="法槌">
            <a:extLst>
              <a:ext uri="{FF2B5EF4-FFF2-40B4-BE49-F238E27FC236}">
                <a16:creationId xmlns:a16="http://schemas.microsoft.com/office/drawing/2014/main" id="{474423E7-AF8C-427C-A3E3-5A8ED922305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527538" y="4750398"/>
            <a:ext cx="574683" cy="574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143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94FB374D-2869-4484-9C9B-5EA95C760D21}"/>
              </a:ext>
            </a:extLst>
          </p:cNvPr>
          <p:cNvSpPr txBox="1"/>
          <p:nvPr/>
        </p:nvSpPr>
        <p:spPr>
          <a:xfrm>
            <a:off x="1121438" y="596324"/>
            <a:ext cx="21070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spc="200" dirty="0">
                <a:solidFill>
                  <a:schemeClr val="accent1">
                    <a:lumMod val="75000"/>
                  </a:schemeClr>
                </a:solidFill>
                <a:latin typeface="方正兰亭特黑简体" panose="02000000000000000000" pitchFamily="2" charset="-122"/>
                <a:ea typeface="方正兰亭特黑简体" panose="02000000000000000000" pitchFamily="2" charset="-122"/>
              </a:rPr>
              <a:t>输入标题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3BAEAF0-69F0-47E6-AB37-6601C167BDFF}"/>
              </a:ext>
            </a:extLst>
          </p:cNvPr>
          <p:cNvSpPr/>
          <p:nvPr/>
        </p:nvSpPr>
        <p:spPr>
          <a:xfrm>
            <a:off x="812902" y="473684"/>
            <a:ext cx="116738" cy="70741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76E653C-4E1B-41C1-BCC5-CB6D744EADB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08849" y="1550961"/>
            <a:ext cx="3844413" cy="132243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7A4CDFE-AD59-4891-A558-DBEBDA15FB0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876502" y="3239729"/>
            <a:ext cx="3844413" cy="132243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D3FF93F5-2824-4344-8729-81535CE2810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525"/>
          <a:stretch/>
        </p:blipFill>
        <p:spPr>
          <a:xfrm>
            <a:off x="7508849" y="4926590"/>
            <a:ext cx="3844413" cy="1322439"/>
          </a:xfrm>
          <a:prstGeom prst="rect">
            <a:avLst/>
          </a:prstGeom>
        </p:spPr>
      </p:pic>
      <p:grpSp>
        <p:nvGrpSpPr>
          <p:cNvPr id="11" name="组合 7">
            <a:extLst>
              <a:ext uri="{FF2B5EF4-FFF2-40B4-BE49-F238E27FC236}">
                <a16:creationId xmlns:a16="http://schemas.microsoft.com/office/drawing/2014/main" id="{E4F4175F-D61A-474C-9D53-DE34B8469061}"/>
              </a:ext>
            </a:extLst>
          </p:cNvPr>
          <p:cNvGrpSpPr>
            <a:grpSpLocks/>
          </p:cNvGrpSpPr>
          <p:nvPr/>
        </p:nvGrpSpPr>
        <p:grpSpPr bwMode="auto">
          <a:xfrm>
            <a:off x="1471085" y="1752467"/>
            <a:ext cx="3844412" cy="4071316"/>
            <a:chOff x="2956867" y="515457"/>
            <a:chExt cx="2732642" cy="2895733"/>
          </a:xfrm>
        </p:grpSpPr>
        <p:sp>
          <p:nvSpPr>
            <p:cNvPr id="12" name="文本框 66">
              <a:extLst>
                <a:ext uri="{FF2B5EF4-FFF2-40B4-BE49-F238E27FC236}">
                  <a16:creationId xmlns:a16="http://schemas.microsoft.com/office/drawing/2014/main" id="{DD801C2E-992B-43BF-91A4-0B798FFEFF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56867" y="1494159"/>
              <a:ext cx="2732642" cy="19170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+mn-lt"/>
                </a:rPr>
                <a:t>点击添加相关标题文字，点击添加相关标题文字，点击添加相关标题文字，点击添加相关标题文字。点击添加相关标题文字，点击添加相关标题文字，点击添加相关标题文字，点击添加相关标题文字。点击添加相关标题文字，点击添加相关标题文字，点击添加相关标题文字，点击添加相关标题文字。点击添加相关标题文字，点击添加相关标题文字，点击添加相关标题文字，点击添加相关标题文字。</a:t>
              </a:r>
              <a:endParaRPr lang="en-GB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+mn-lt"/>
              </a:endParaRPr>
            </a:p>
            <a:p>
              <a:pPr>
                <a:lnSpc>
                  <a:spcPct val="150000"/>
                </a:lnSpc>
              </a:pPr>
              <a:endParaRPr lang="en-GB" altLang="zh-CN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3" name="文本框 13">
              <a:extLst>
                <a:ext uri="{FF2B5EF4-FFF2-40B4-BE49-F238E27FC236}">
                  <a16:creationId xmlns:a16="http://schemas.microsoft.com/office/drawing/2014/main" id="{F362E445-FB77-48CD-9D8D-DBD5225804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56867" y="515457"/>
              <a:ext cx="1917886" cy="3721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  <a:ea typeface="微软雅黑" panose="020B0503020204020204" pitchFamily="34" charset="-122"/>
                </a:rPr>
                <a:t>请替换文字内容</a:t>
              </a:r>
            </a:p>
          </p:txBody>
        </p:sp>
        <p:sp>
          <p:nvSpPr>
            <p:cNvPr id="14" name="文本框 66">
              <a:extLst>
                <a:ext uri="{FF2B5EF4-FFF2-40B4-BE49-F238E27FC236}">
                  <a16:creationId xmlns:a16="http://schemas.microsoft.com/office/drawing/2014/main" id="{581EE489-45C3-4952-ABD3-9DB16477AF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3872" y="964670"/>
              <a:ext cx="2707829" cy="284579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defPPr>
                <a:defRPr lang="zh-CN"/>
              </a:defPPr>
              <a:lvl1pPr eaLnBrk="1" hangingPunct="1">
                <a:defRPr sz="4400">
                  <a:latin typeface="Simply City Light" panose="020B0303020202080204" pitchFamily="34" charset="0"/>
                  <a:ea typeface="SimSun-ExtB" panose="02010609060101010101" pitchFamily="49" charset="-122"/>
                  <a:cs typeface="Arial" panose="020B0604020202020204" pitchFamily="34" charset="0"/>
                </a:defRPr>
              </a:lvl1pPr>
              <a:lvl2pPr marL="742950" indent="-285750"/>
              <a:lvl3pPr marL="1143000" indent="-228600"/>
              <a:lvl4pPr marL="1600200" indent="-228600"/>
              <a:lvl5pPr marL="2057400" indent="-228600"/>
              <a:lvl6pPr marL="2514600" indent="-228600" defTabSz="685800" fontAlgn="base">
                <a:spcBef>
                  <a:spcPct val="0"/>
                </a:spcBef>
                <a:spcAft>
                  <a:spcPct val="0"/>
                </a:spcAft>
              </a:lvl6pPr>
              <a:lvl7pPr marL="2971800" indent="-228600" defTabSz="685800" fontAlgn="base">
                <a:spcBef>
                  <a:spcPct val="0"/>
                </a:spcBef>
                <a:spcAft>
                  <a:spcPct val="0"/>
                </a:spcAft>
              </a:lvl7pPr>
              <a:lvl8pPr marL="3429000" indent="-228600" defTabSz="685800" fontAlgn="base">
                <a:spcBef>
                  <a:spcPct val="0"/>
                </a:spcBef>
                <a:spcAft>
                  <a:spcPct val="0"/>
                </a:spcAft>
              </a:lvl8pPr>
              <a:lvl9pPr marL="3886200" indent="-228600" defTabSz="685800" fontAlgn="base">
                <a:spcBef>
                  <a:spcPct val="0"/>
                </a:spcBef>
                <a:spcAft>
                  <a:spcPct val="0"/>
                </a:spcAft>
              </a:lvl9pPr>
            </a:lstStyle>
            <a:p>
              <a:pPr>
                <a:defRPr/>
              </a:pPr>
              <a:r>
                <a:rPr lang="en-US" altLang="zh-CN" sz="2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PLEASE ADD YOUR TITLE HERE</a:t>
              </a:r>
              <a:endPara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  <p:pic>
        <p:nvPicPr>
          <p:cNvPr id="16" name="图片 15">
            <a:extLst>
              <a:ext uri="{FF2B5EF4-FFF2-40B4-BE49-F238E27FC236}">
                <a16:creationId xmlns:a16="http://schemas.microsoft.com/office/drawing/2014/main" id="{B4D736FC-F27F-41E6-87DD-91BC274B3C3C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39064" y="473684"/>
            <a:ext cx="1990296" cy="552859"/>
          </a:xfrm>
          <a:prstGeom prst="rect">
            <a:avLst/>
          </a:prstGeom>
        </p:spPr>
      </p:pic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171CF873-B02C-4496-AA52-F06A6D69E084}"/>
              </a:ext>
            </a:extLst>
          </p:cNvPr>
          <p:cNvCxnSpPr>
            <a:cxnSpLocks/>
          </p:cNvCxnSpPr>
          <p:nvPr/>
        </p:nvCxnSpPr>
        <p:spPr>
          <a:xfrm>
            <a:off x="0" y="6400800"/>
            <a:ext cx="2290916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0811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D26A0C1F-0933-4170-8A4B-610FA85FA48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116CA285-63E1-4BC2-89B5-2FF44E44FF9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  <a:alpha val="3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D822586-9566-4FD8-863F-C2352A668C3D}"/>
              </a:ext>
            </a:extLst>
          </p:cNvPr>
          <p:cNvSpPr txBox="1"/>
          <p:nvPr/>
        </p:nvSpPr>
        <p:spPr>
          <a:xfrm>
            <a:off x="4108571" y="3168609"/>
            <a:ext cx="47611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300" spc="200" dirty="0">
                <a:solidFill>
                  <a:schemeClr val="bg1"/>
                </a:solidFill>
                <a:latin typeface="方正兰亭特黑简体" panose="02000000000000000000" pitchFamily="2" charset="-122"/>
                <a:ea typeface="方正兰亭特黑简体" panose="02000000000000000000" pitchFamily="2" charset="-122"/>
              </a:rPr>
              <a:t>在此输入标题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614897D-272F-41E3-A809-61BB34B93DD6}"/>
              </a:ext>
            </a:extLst>
          </p:cNvPr>
          <p:cNvSpPr/>
          <p:nvPr/>
        </p:nvSpPr>
        <p:spPr>
          <a:xfrm>
            <a:off x="3900668" y="4280424"/>
            <a:ext cx="4761108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700" kern="1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PLEASE ENTER YOUR TITLE HERE</a:t>
            </a:r>
            <a:endParaRPr kumimoji="0" lang="en-US" altLang="zh-CN" sz="1700" b="0" i="0" u="none" strike="noStrike" kern="1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5A6A9FC9-7342-4570-AEC7-EFB41B0235BB}"/>
              </a:ext>
            </a:extLst>
          </p:cNvPr>
          <p:cNvSpPr/>
          <p:nvPr/>
        </p:nvSpPr>
        <p:spPr>
          <a:xfrm>
            <a:off x="5410200" y="1562100"/>
            <a:ext cx="1325880" cy="1325880"/>
          </a:xfrm>
          <a:prstGeom prst="ellipse">
            <a:avLst/>
          </a:prstGeom>
          <a:noFill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 dirty="0">
                <a:latin typeface="方正兰亭特黑简体" panose="02000000000000000000" pitchFamily="2" charset="-122"/>
                <a:ea typeface="方正兰亭特黑简体" panose="02000000000000000000" pitchFamily="2" charset="-122"/>
              </a:rPr>
              <a:t>02</a:t>
            </a:r>
            <a:endParaRPr lang="zh-CN" altLang="en-US" sz="4000" dirty="0">
              <a:latin typeface="方正兰亭特黑简体" panose="02000000000000000000" pitchFamily="2" charset="-122"/>
              <a:ea typeface="方正兰亭特黑简体" panose="02000000000000000000" pitchFamily="2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11748E6F-0EFB-443C-9FF6-7C10526EADCD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5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12778" y="439140"/>
            <a:ext cx="2196582" cy="610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68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94FB374D-2869-4484-9C9B-5EA95C760D21}"/>
              </a:ext>
            </a:extLst>
          </p:cNvPr>
          <p:cNvSpPr txBox="1"/>
          <p:nvPr/>
        </p:nvSpPr>
        <p:spPr>
          <a:xfrm>
            <a:off x="1121438" y="596324"/>
            <a:ext cx="21070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spc="200" dirty="0">
                <a:solidFill>
                  <a:schemeClr val="accent1">
                    <a:lumMod val="75000"/>
                  </a:schemeClr>
                </a:solidFill>
                <a:latin typeface="方正兰亭特黑简体" panose="02000000000000000000" pitchFamily="2" charset="-122"/>
                <a:ea typeface="方正兰亭特黑简体" panose="02000000000000000000" pitchFamily="2" charset="-122"/>
              </a:rPr>
              <a:t>输入标题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3BAEAF0-69F0-47E6-AB37-6601C167BDFF}"/>
              </a:ext>
            </a:extLst>
          </p:cNvPr>
          <p:cNvSpPr/>
          <p:nvPr/>
        </p:nvSpPr>
        <p:spPr>
          <a:xfrm>
            <a:off x="812902" y="473684"/>
            <a:ext cx="116738" cy="70741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66">
            <a:extLst>
              <a:ext uri="{FF2B5EF4-FFF2-40B4-BE49-F238E27FC236}">
                <a16:creationId xmlns:a16="http://schemas.microsoft.com/office/drawing/2014/main" id="{DD801C2E-992B-43BF-91A4-0B798FFEFF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4514" y="2990598"/>
            <a:ext cx="4299497" cy="26952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+mn-lt"/>
              </a:rPr>
              <a:t>点击添加相关标题文字，点击添加相关标题文字，点击添加相关标题文字，点击添加相关标题文字。点击添加相关标题文字，点击添加相关标题文字，点击添加相关标题文字，点击添加相关标题文字。点击添加相关标题文字，点击添加相关标题文字，点击添加相关标题文字，点击添加相关标题文字。点击添加相关标题文字，点击添加相关标题文字，点击添加相关标题文字，点击添加相关标题文字。</a:t>
            </a:r>
            <a:endParaRPr lang="en-GB" altLang="zh-CN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endParaRPr lang="en-GB" altLang="zh-CN" sz="10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171CF873-B02C-4496-AA52-F06A6D69E084}"/>
              </a:ext>
            </a:extLst>
          </p:cNvPr>
          <p:cNvCxnSpPr>
            <a:cxnSpLocks/>
          </p:cNvCxnSpPr>
          <p:nvPr/>
        </p:nvCxnSpPr>
        <p:spPr>
          <a:xfrm>
            <a:off x="0" y="6400800"/>
            <a:ext cx="2290916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>
            <a:extLst>
              <a:ext uri="{FF2B5EF4-FFF2-40B4-BE49-F238E27FC236}">
                <a16:creationId xmlns:a16="http://schemas.microsoft.com/office/drawing/2014/main" id="{B04A45B1-755B-4DE7-ABCD-77280714F5F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026751" y="0"/>
            <a:ext cx="4209503" cy="6858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04D2E6D-366D-47D9-8284-30C9A76A8F5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439"/>
          <a:stretch/>
        </p:blipFill>
        <p:spPr>
          <a:xfrm>
            <a:off x="313800" y="3089723"/>
            <a:ext cx="2776264" cy="214454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7" name="文本框 13">
            <a:extLst>
              <a:ext uri="{FF2B5EF4-FFF2-40B4-BE49-F238E27FC236}">
                <a16:creationId xmlns:a16="http://schemas.microsoft.com/office/drawing/2014/main" id="{57FEFEFC-93D5-478D-9FBD-A6C397E9FD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4240" y="1713123"/>
            <a:ext cx="198002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ea typeface="微软雅黑" panose="020B0503020204020204" pitchFamily="34" charset="-122"/>
              </a:rPr>
              <a:t>请替换文字内容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5966217-B3DE-4B5F-8B5A-70B539970044}"/>
              </a:ext>
            </a:extLst>
          </p:cNvPr>
          <p:cNvSpPr txBox="1"/>
          <p:nvPr/>
        </p:nvSpPr>
        <p:spPr>
          <a:xfrm>
            <a:off x="929640" y="2188022"/>
            <a:ext cx="49453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110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uLnTx/>
                <a:uFillTx/>
                <a:ea typeface="方正舒体" panose="02010601030101010101" pitchFamily="2" charset="-122"/>
                <a:sym typeface="+mn-ea"/>
              </a:rPr>
              <a:t>ADD YOUR TEXT HERE</a:t>
            </a:r>
            <a:endParaRPr lang="en-US" altLang="zh-CN" sz="110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uLnTx/>
              <a:uFillTx/>
              <a:latin typeface="微软雅黑" panose="020B0503020204020204" charset="-122"/>
              <a:ea typeface="方正舒体" panose="02010601030101010101" pitchFamily="2" charset="-122"/>
              <a:sym typeface="+mn-ea"/>
            </a:endParaRP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EC6E737A-1B9F-47A7-BFEA-8ED497EE8571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74326" y="609024"/>
            <a:ext cx="1691639" cy="469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788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94FB374D-2869-4484-9C9B-5EA95C760D21}"/>
              </a:ext>
            </a:extLst>
          </p:cNvPr>
          <p:cNvSpPr txBox="1"/>
          <p:nvPr/>
        </p:nvSpPr>
        <p:spPr>
          <a:xfrm>
            <a:off x="1121438" y="596324"/>
            <a:ext cx="21070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spc="200" dirty="0">
                <a:solidFill>
                  <a:schemeClr val="accent1">
                    <a:lumMod val="75000"/>
                  </a:schemeClr>
                </a:solidFill>
                <a:latin typeface="方正兰亭特黑简体" panose="02000000000000000000" pitchFamily="2" charset="-122"/>
                <a:ea typeface="方正兰亭特黑简体" panose="02000000000000000000" pitchFamily="2" charset="-122"/>
              </a:rPr>
              <a:t>输入标题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3BAEAF0-69F0-47E6-AB37-6601C167BDFF}"/>
              </a:ext>
            </a:extLst>
          </p:cNvPr>
          <p:cNvSpPr/>
          <p:nvPr/>
        </p:nvSpPr>
        <p:spPr>
          <a:xfrm>
            <a:off x="812902" y="473684"/>
            <a:ext cx="116738" cy="70741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171CF873-B02C-4496-AA52-F06A6D69E084}"/>
              </a:ext>
            </a:extLst>
          </p:cNvPr>
          <p:cNvCxnSpPr>
            <a:cxnSpLocks/>
          </p:cNvCxnSpPr>
          <p:nvPr/>
        </p:nvCxnSpPr>
        <p:spPr>
          <a:xfrm>
            <a:off x="0" y="6400800"/>
            <a:ext cx="2290916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>
            <a:extLst>
              <a:ext uri="{FF2B5EF4-FFF2-40B4-BE49-F238E27FC236}">
                <a16:creationId xmlns:a16="http://schemas.microsoft.com/office/drawing/2014/main" id="{C43E4234-11F7-4E29-8423-CA67C1EFB61C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3246" y="592441"/>
            <a:ext cx="1691639" cy="469899"/>
          </a:xfrm>
          <a:prstGeom prst="rect">
            <a:avLst/>
          </a:prstGeom>
        </p:spPr>
      </p:pic>
      <p:graphicFrame>
        <p:nvGraphicFramePr>
          <p:cNvPr id="8" name="图表 7">
            <a:extLst>
              <a:ext uri="{FF2B5EF4-FFF2-40B4-BE49-F238E27FC236}">
                <a16:creationId xmlns:a16="http://schemas.microsoft.com/office/drawing/2014/main" id="{9774BF07-9D44-4325-8F59-D51A2E4B5A55}"/>
              </a:ext>
            </a:extLst>
          </p:cNvPr>
          <p:cNvGraphicFramePr/>
          <p:nvPr/>
        </p:nvGraphicFramePr>
        <p:xfrm>
          <a:off x="5842533" y="1780516"/>
          <a:ext cx="5516271" cy="39212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10" name="组合 9">
            <a:extLst>
              <a:ext uri="{FF2B5EF4-FFF2-40B4-BE49-F238E27FC236}">
                <a16:creationId xmlns:a16="http://schemas.microsoft.com/office/drawing/2014/main" id="{956B6096-5AC6-4113-8E59-F6E0E25F60C1}"/>
              </a:ext>
            </a:extLst>
          </p:cNvPr>
          <p:cNvGrpSpPr/>
          <p:nvPr/>
        </p:nvGrpSpPr>
        <p:grpSpPr>
          <a:xfrm>
            <a:off x="1398872" y="1870209"/>
            <a:ext cx="4184302" cy="3841480"/>
            <a:chOff x="929640" y="2000651"/>
            <a:chExt cx="4184302" cy="3841480"/>
          </a:xfrm>
        </p:grpSpPr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E5B0D109-1626-4502-BE60-C86EE65A495B}"/>
                </a:ext>
              </a:extLst>
            </p:cNvPr>
            <p:cNvSpPr txBox="1"/>
            <p:nvPr/>
          </p:nvSpPr>
          <p:spPr>
            <a:xfrm>
              <a:off x="929640" y="2000651"/>
              <a:ext cx="4184302" cy="98578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71450" indent="-171450">
                <a:lnSpc>
                  <a:spcPct val="150000"/>
                </a:lnSpc>
                <a:buFont typeface="Wingdings" panose="05000000000000000000" pitchFamily="2" charset="2"/>
                <a:buChar char="l"/>
                <a:defRPr/>
              </a:pPr>
              <a:r>
                <a:rPr lang="zh-CN" altLang="en-US" b="1" dirty="0">
                  <a:solidFill>
                    <a:schemeClr val="tx2">
                      <a:lumMod val="50000"/>
                    </a:schemeClr>
                  </a:solidFill>
                  <a:latin typeface="Century Gothic" panose="020B0502020202020204" pitchFamily="34" charset="0"/>
                  <a:sym typeface="+mn-lt"/>
                </a:rPr>
                <a:t>点击添加相关文字</a:t>
              </a:r>
              <a:endParaRPr lang="en-US" altLang="zh-CN" b="1" dirty="0">
                <a:solidFill>
                  <a:schemeClr val="tx2">
                    <a:lumMod val="50000"/>
                  </a:schemeClr>
                </a:solidFill>
                <a:latin typeface="Century Gothic" panose="020B0502020202020204" pitchFamily="34" charset="0"/>
                <a:sym typeface="+mn-lt"/>
              </a:endParaRPr>
            </a:p>
            <a:p>
              <a:pPr marL="0" marR="0" lvl="0" indent="0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1050" kern="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     PLEASE ENTER YOUR TITLE HERE</a:t>
              </a:r>
              <a:endParaRPr kumimoji="0" lang="en-US" altLang="zh-CN" sz="1050" b="0" i="0" u="none" strike="noStrike" kern="1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pPr marL="171450" indent="-171450" eaLnBrk="1" fontAlgn="auto" hangingPunct="1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Font typeface="Wingdings" panose="05000000000000000000" pitchFamily="2" charset="2"/>
                <a:buChar char="l"/>
                <a:defRPr/>
              </a:pPr>
              <a:endPara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  <a:ea typeface="+mn-ea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0B1351C9-60F8-4203-9367-3CAFF9C63938}"/>
                </a:ext>
              </a:extLst>
            </p:cNvPr>
            <p:cNvSpPr txBox="1"/>
            <p:nvPr/>
          </p:nvSpPr>
          <p:spPr>
            <a:xfrm>
              <a:off x="929640" y="2935608"/>
              <a:ext cx="4184302" cy="98578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71450" indent="-171450">
                <a:lnSpc>
                  <a:spcPct val="150000"/>
                </a:lnSpc>
                <a:buFont typeface="Wingdings" panose="05000000000000000000" pitchFamily="2" charset="2"/>
                <a:buChar char="l"/>
                <a:defRPr/>
              </a:pPr>
              <a:r>
                <a:rPr lang="zh-CN" altLang="en-US" b="1" dirty="0">
                  <a:solidFill>
                    <a:schemeClr val="tx2">
                      <a:lumMod val="50000"/>
                    </a:schemeClr>
                  </a:solidFill>
                  <a:latin typeface="Century Gothic" panose="020B0502020202020204" pitchFamily="34" charset="0"/>
                  <a:sym typeface="+mn-lt"/>
                </a:rPr>
                <a:t>点击添加相关文字</a:t>
              </a:r>
              <a:endParaRPr lang="en-US" altLang="zh-CN" b="1" dirty="0">
                <a:solidFill>
                  <a:schemeClr val="tx2">
                    <a:lumMod val="50000"/>
                  </a:schemeClr>
                </a:solidFill>
                <a:latin typeface="Century Gothic" panose="020B0502020202020204" pitchFamily="34" charset="0"/>
                <a:sym typeface="+mn-lt"/>
              </a:endParaRPr>
            </a:p>
            <a:p>
              <a:pPr marL="0" marR="0" lvl="0" indent="0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1050" kern="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     PLEASE ENTER YOUR TITLE HERE</a:t>
              </a:r>
              <a:endParaRPr kumimoji="0" lang="en-US" altLang="zh-CN" sz="1050" b="0" i="0" u="none" strike="noStrike" kern="1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pPr marL="171450" indent="-171450" eaLnBrk="1" fontAlgn="auto" hangingPunct="1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Font typeface="Wingdings" panose="05000000000000000000" pitchFamily="2" charset="2"/>
                <a:buChar char="l"/>
                <a:defRPr/>
              </a:pPr>
              <a:endPara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  <a:ea typeface="+mn-ea"/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98C2925A-08F0-452F-81F3-88F4D103D598}"/>
                </a:ext>
              </a:extLst>
            </p:cNvPr>
            <p:cNvSpPr txBox="1"/>
            <p:nvPr/>
          </p:nvSpPr>
          <p:spPr>
            <a:xfrm>
              <a:off x="929640" y="3871567"/>
              <a:ext cx="4184302" cy="98578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71450" indent="-171450">
                <a:lnSpc>
                  <a:spcPct val="150000"/>
                </a:lnSpc>
                <a:buFont typeface="Wingdings" panose="05000000000000000000" pitchFamily="2" charset="2"/>
                <a:buChar char="l"/>
                <a:defRPr/>
              </a:pPr>
              <a:r>
                <a:rPr lang="zh-CN" altLang="en-US" b="1" dirty="0">
                  <a:solidFill>
                    <a:schemeClr val="tx2">
                      <a:lumMod val="50000"/>
                    </a:schemeClr>
                  </a:solidFill>
                  <a:latin typeface="Century Gothic" panose="020B0502020202020204" pitchFamily="34" charset="0"/>
                  <a:sym typeface="+mn-lt"/>
                </a:rPr>
                <a:t>点击添加相关文字</a:t>
              </a:r>
              <a:endParaRPr lang="en-US" altLang="zh-CN" b="1" dirty="0">
                <a:solidFill>
                  <a:schemeClr val="tx2">
                    <a:lumMod val="50000"/>
                  </a:schemeClr>
                </a:solidFill>
                <a:latin typeface="Century Gothic" panose="020B0502020202020204" pitchFamily="34" charset="0"/>
                <a:sym typeface="+mn-lt"/>
              </a:endParaRPr>
            </a:p>
            <a:p>
              <a:pPr marL="0" marR="0" lvl="0" indent="0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1050" kern="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     PLEASE ENTER YOUR TITLE HERE</a:t>
              </a:r>
              <a:endParaRPr kumimoji="0" lang="en-US" altLang="zh-CN" sz="1050" b="0" i="0" u="none" strike="noStrike" kern="1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pPr marL="171450" indent="-171450" eaLnBrk="1" fontAlgn="auto" hangingPunct="1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Font typeface="Wingdings" panose="05000000000000000000" pitchFamily="2" charset="2"/>
                <a:buChar char="l"/>
                <a:defRPr/>
              </a:pPr>
              <a:endPara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  <a:ea typeface="+mn-ea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CC24887F-0322-4243-A3CB-BCFD3EFC68BB}"/>
                </a:ext>
              </a:extLst>
            </p:cNvPr>
            <p:cNvSpPr txBox="1"/>
            <p:nvPr/>
          </p:nvSpPr>
          <p:spPr>
            <a:xfrm>
              <a:off x="929640" y="4856348"/>
              <a:ext cx="4184302" cy="98578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71450" indent="-171450">
                <a:lnSpc>
                  <a:spcPct val="150000"/>
                </a:lnSpc>
                <a:buFont typeface="Wingdings" panose="05000000000000000000" pitchFamily="2" charset="2"/>
                <a:buChar char="l"/>
                <a:defRPr/>
              </a:pPr>
              <a:r>
                <a:rPr lang="zh-CN" altLang="en-US" b="1" dirty="0">
                  <a:solidFill>
                    <a:schemeClr val="tx2">
                      <a:lumMod val="50000"/>
                    </a:schemeClr>
                  </a:solidFill>
                  <a:latin typeface="Century Gothic" panose="020B0502020202020204" pitchFamily="34" charset="0"/>
                  <a:sym typeface="+mn-lt"/>
                </a:rPr>
                <a:t>点击添加相关文字</a:t>
              </a:r>
              <a:endParaRPr lang="en-US" altLang="zh-CN" b="1" dirty="0">
                <a:solidFill>
                  <a:schemeClr val="tx2">
                    <a:lumMod val="50000"/>
                  </a:schemeClr>
                </a:solidFill>
                <a:latin typeface="Century Gothic" panose="020B0502020202020204" pitchFamily="34" charset="0"/>
                <a:sym typeface="+mn-lt"/>
              </a:endParaRPr>
            </a:p>
            <a:p>
              <a:pPr marL="0" marR="0" lvl="0" indent="0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1050" kern="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     PLEASE ENTER YOUR TITLE HERE</a:t>
              </a:r>
              <a:endParaRPr kumimoji="0" lang="en-US" altLang="zh-CN" sz="1050" b="0" i="0" u="none" strike="noStrike" kern="1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pPr marL="171450" indent="-171450" eaLnBrk="1" fontAlgn="auto" hangingPunct="1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Font typeface="Wingdings" panose="05000000000000000000" pitchFamily="2" charset="2"/>
                <a:buChar char="l"/>
                <a:defRPr/>
              </a:pPr>
              <a:endPara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0664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D26A0C1F-0933-4170-8A4B-610FA85FA48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116CA285-63E1-4BC2-89B5-2FF44E44FF9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  <a:alpha val="3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D822586-9566-4FD8-863F-C2352A668C3D}"/>
              </a:ext>
            </a:extLst>
          </p:cNvPr>
          <p:cNvSpPr txBox="1"/>
          <p:nvPr/>
        </p:nvSpPr>
        <p:spPr>
          <a:xfrm>
            <a:off x="4108571" y="3168609"/>
            <a:ext cx="47611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300" spc="200" dirty="0">
                <a:solidFill>
                  <a:schemeClr val="bg1"/>
                </a:solidFill>
                <a:latin typeface="方正兰亭特黑简体" panose="02000000000000000000" pitchFamily="2" charset="-122"/>
                <a:ea typeface="方正兰亭特黑简体" panose="02000000000000000000" pitchFamily="2" charset="-122"/>
              </a:rPr>
              <a:t>在此输入标题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614897D-272F-41E3-A809-61BB34B93DD6}"/>
              </a:ext>
            </a:extLst>
          </p:cNvPr>
          <p:cNvSpPr/>
          <p:nvPr/>
        </p:nvSpPr>
        <p:spPr>
          <a:xfrm>
            <a:off x="3900668" y="4280424"/>
            <a:ext cx="4761108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700" kern="1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PLEASE ENTER YOUR TITLE HERE</a:t>
            </a:r>
            <a:endParaRPr kumimoji="0" lang="en-US" altLang="zh-CN" sz="1700" b="0" i="0" u="none" strike="noStrike" kern="1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5A6A9FC9-7342-4570-AEC7-EFB41B0235BB}"/>
              </a:ext>
            </a:extLst>
          </p:cNvPr>
          <p:cNvSpPr/>
          <p:nvPr/>
        </p:nvSpPr>
        <p:spPr>
          <a:xfrm>
            <a:off x="5410200" y="1562100"/>
            <a:ext cx="1325880" cy="1325880"/>
          </a:xfrm>
          <a:prstGeom prst="ellipse">
            <a:avLst/>
          </a:prstGeom>
          <a:noFill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 dirty="0">
                <a:latin typeface="方正兰亭特黑简体" panose="02000000000000000000" pitchFamily="2" charset="-122"/>
                <a:ea typeface="方正兰亭特黑简体" panose="02000000000000000000" pitchFamily="2" charset="-122"/>
              </a:rPr>
              <a:t>03</a:t>
            </a:r>
            <a:endParaRPr lang="zh-CN" altLang="en-US" sz="4000" dirty="0">
              <a:latin typeface="方正兰亭特黑简体" panose="02000000000000000000" pitchFamily="2" charset="-122"/>
              <a:ea typeface="方正兰亭特黑简体" panose="02000000000000000000" pitchFamily="2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11748E6F-0EFB-443C-9FF6-7C10526EADCD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5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12778" y="439140"/>
            <a:ext cx="2196582" cy="610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697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>
            <a:extLst>
              <a:ext uri="{FF2B5EF4-FFF2-40B4-BE49-F238E27FC236}">
                <a16:creationId xmlns:a16="http://schemas.microsoft.com/office/drawing/2014/main" id="{D433C7A7-22AF-4672-B792-A398DDF2853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932776"/>
          </a:xfrm>
          <a:prstGeom prst="rect">
            <a:avLst/>
          </a:prstGeom>
        </p:spPr>
      </p:pic>
      <p:sp>
        <p:nvSpPr>
          <p:cNvPr id="30" name="矩形 29">
            <a:extLst>
              <a:ext uri="{FF2B5EF4-FFF2-40B4-BE49-F238E27FC236}">
                <a16:creationId xmlns:a16="http://schemas.microsoft.com/office/drawing/2014/main" id="{9925E0A0-72ED-4B1B-8843-E64453418897}"/>
              </a:ext>
            </a:extLst>
          </p:cNvPr>
          <p:cNvSpPr/>
          <p:nvPr/>
        </p:nvSpPr>
        <p:spPr>
          <a:xfrm>
            <a:off x="-1" y="-1"/>
            <a:ext cx="12192000" cy="6932775"/>
          </a:xfrm>
          <a:prstGeom prst="rect">
            <a:avLst/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4FB374D-2869-4484-9C9B-5EA95C760D21}"/>
              </a:ext>
            </a:extLst>
          </p:cNvPr>
          <p:cNvSpPr txBox="1"/>
          <p:nvPr/>
        </p:nvSpPr>
        <p:spPr>
          <a:xfrm>
            <a:off x="1121438" y="596324"/>
            <a:ext cx="21070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spc="200" dirty="0">
                <a:solidFill>
                  <a:schemeClr val="accent1">
                    <a:lumMod val="75000"/>
                  </a:schemeClr>
                </a:solidFill>
                <a:latin typeface="方正兰亭特黑简体" panose="02000000000000000000" pitchFamily="2" charset="-122"/>
                <a:ea typeface="方正兰亭特黑简体" panose="02000000000000000000" pitchFamily="2" charset="-122"/>
              </a:rPr>
              <a:t>输入标题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3BAEAF0-69F0-47E6-AB37-6601C167BDFF}"/>
              </a:ext>
            </a:extLst>
          </p:cNvPr>
          <p:cNvSpPr/>
          <p:nvPr/>
        </p:nvSpPr>
        <p:spPr>
          <a:xfrm>
            <a:off x="812902" y="473684"/>
            <a:ext cx="116738" cy="70741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171CF873-B02C-4496-AA52-F06A6D69E084}"/>
              </a:ext>
            </a:extLst>
          </p:cNvPr>
          <p:cNvCxnSpPr>
            <a:cxnSpLocks/>
          </p:cNvCxnSpPr>
          <p:nvPr/>
        </p:nvCxnSpPr>
        <p:spPr>
          <a:xfrm>
            <a:off x="0" y="6400800"/>
            <a:ext cx="2290916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>
            <a:extLst>
              <a:ext uri="{FF2B5EF4-FFF2-40B4-BE49-F238E27FC236}">
                <a16:creationId xmlns:a16="http://schemas.microsoft.com/office/drawing/2014/main" id="{C43E4234-11F7-4E29-8423-CA67C1EFB61C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20270" y="653761"/>
            <a:ext cx="1691639" cy="469899"/>
          </a:xfrm>
          <a:prstGeom prst="rect">
            <a:avLst/>
          </a:prstGeom>
        </p:spPr>
      </p:pic>
      <p:sp>
        <p:nvSpPr>
          <p:cNvPr id="37" name="流程图: 卡片 36">
            <a:extLst>
              <a:ext uri="{FF2B5EF4-FFF2-40B4-BE49-F238E27FC236}">
                <a16:creationId xmlns:a16="http://schemas.microsoft.com/office/drawing/2014/main" id="{DEE8C619-7595-40FE-A791-E33B433C1D53}"/>
              </a:ext>
            </a:extLst>
          </p:cNvPr>
          <p:cNvSpPr/>
          <p:nvPr/>
        </p:nvSpPr>
        <p:spPr>
          <a:xfrm>
            <a:off x="7781470" y="1181099"/>
            <a:ext cx="3597628" cy="5277981"/>
          </a:xfrm>
          <a:prstGeom prst="flowChartPunchedCard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outerShdw blurRad="393700" dist="152400" dir="3000000" algn="ctr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F97F6220-3090-43C7-AA2A-88FB35C18C8C}"/>
              </a:ext>
            </a:extLst>
          </p:cNvPr>
          <p:cNvSpPr/>
          <p:nvPr/>
        </p:nvSpPr>
        <p:spPr>
          <a:xfrm>
            <a:off x="801472" y="3641583"/>
            <a:ext cx="6579870" cy="2112235"/>
          </a:xfrm>
          <a:custGeom>
            <a:avLst/>
            <a:gdLst>
              <a:gd name="connsiteX0" fmla="*/ 0 w 6568440"/>
              <a:gd name="connsiteY0" fmla="*/ 0 h 1466088"/>
              <a:gd name="connsiteX1" fmla="*/ 6568440 w 6568440"/>
              <a:gd name="connsiteY1" fmla="*/ 0 h 1466088"/>
              <a:gd name="connsiteX2" fmla="*/ 6568440 w 6568440"/>
              <a:gd name="connsiteY2" fmla="*/ 1466088 h 1466088"/>
              <a:gd name="connsiteX3" fmla="*/ 0 w 6568440"/>
              <a:gd name="connsiteY3" fmla="*/ 1466088 h 1466088"/>
              <a:gd name="connsiteX4" fmla="*/ 0 w 6568440"/>
              <a:gd name="connsiteY4" fmla="*/ 0 h 1466088"/>
              <a:gd name="connsiteX0" fmla="*/ 0 w 6577584"/>
              <a:gd name="connsiteY0" fmla="*/ 612648 h 1466088"/>
              <a:gd name="connsiteX1" fmla="*/ 6577584 w 6577584"/>
              <a:gd name="connsiteY1" fmla="*/ 0 h 1466088"/>
              <a:gd name="connsiteX2" fmla="*/ 6577584 w 6577584"/>
              <a:gd name="connsiteY2" fmla="*/ 1466088 h 1466088"/>
              <a:gd name="connsiteX3" fmla="*/ 9144 w 6577584"/>
              <a:gd name="connsiteY3" fmla="*/ 1466088 h 1466088"/>
              <a:gd name="connsiteX4" fmla="*/ 0 w 6577584"/>
              <a:gd name="connsiteY4" fmla="*/ 612648 h 1466088"/>
              <a:gd name="connsiteX0" fmla="*/ 2286 w 6579870"/>
              <a:gd name="connsiteY0" fmla="*/ 612648 h 1466088"/>
              <a:gd name="connsiteX1" fmla="*/ 6579870 w 6579870"/>
              <a:gd name="connsiteY1" fmla="*/ 0 h 1466088"/>
              <a:gd name="connsiteX2" fmla="*/ 6579870 w 6579870"/>
              <a:gd name="connsiteY2" fmla="*/ 1466088 h 1466088"/>
              <a:gd name="connsiteX3" fmla="*/ 0 w 6579870"/>
              <a:gd name="connsiteY3" fmla="*/ 1462278 h 1466088"/>
              <a:gd name="connsiteX4" fmla="*/ 2286 w 6579870"/>
              <a:gd name="connsiteY4" fmla="*/ 612648 h 1466088"/>
              <a:gd name="connsiteX0" fmla="*/ 25435 w 6579870"/>
              <a:gd name="connsiteY0" fmla="*/ 419835 h 1466088"/>
              <a:gd name="connsiteX1" fmla="*/ 6579870 w 6579870"/>
              <a:gd name="connsiteY1" fmla="*/ 0 h 1466088"/>
              <a:gd name="connsiteX2" fmla="*/ 6579870 w 6579870"/>
              <a:gd name="connsiteY2" fmla="*/ 1466088 h 1466088"/>
              <a:gd name="connsiteX3" fmla="*/ 0 w 6579870"/>
              <a:gd name="connsiteY3" fmla="*/ 1462278 h 1466088"/>
              <a:gd name="connsiteX4" fmla="*/ 25435 w 6579870"/>
              <a:gd name="connsiteY4" fmla="*/ 419835 h 1466088"/>
              <a:gd name="connsiteX0" fmla="*/ 35 w 6579870"/>
              <a:gd name="connsiteY0" fmla="*/ 419835 h 1466088"/>
              <a:gd name="connsiteX1" fmla="*/ 6579870 w 6579870"/>
              <a:gd name="connsiteY1" fmla="*/ 0 h 1466088"/>
              <a:gd name="connsiteX2" fmla="*/ 6579870 w 6579870"/>
              <a:gd name="connsiteY2" fmla="*/ 1466088 h 1466088"/>
              <a:gd name="connsiteX3" fmla="*/ 0 w 6579870"/>
              <a:gd name="connsiteY3" fmla="*/ 1462278 h 1466088"/>
              <a:gd name="connsiteX4" fmla="*/ 35 w 6579870"/>
              <a:gd name="connsiteY4" fmla="*/ 419835 h 1466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9870" h="1466088">
                <a:moveTo>
                  <a:pt x="35" y="419835"/>
                </a:moveTo>
                <a:lnTo>
                  <a:pt x="6579870" y="0"/>
                </a:lnTo>
                <a:lnTo>
                  <a:pt x="6579870" y="1466088"/>
                </a:lnTo>
                <a:lnTo>
                  <a:pt x="0" y="1462278"/>
                </a:lnTo>
                <a:cubicBezTo>
                  <a:pt x="12" y="1114797"/>
                  <a:pt x="23" y="767316"/>
                  <a:pt x="35" y="419835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26D014D-79C0-4C2C-B820-EF0FFEAE8A1E}"/>
              </a:ext>
            </a:extLst>
          </p:cNvPr>
          <p:cNvSpPr/>
          <p:nvPr/>
        </p:nvSpPr>
        <p:spPr>
          <a:xfrm>
            <a:off x="803758" y="1989441"/>
            <a:ext cx="6577584" cy="2112238"/>
          </a:xfrm>
          <a:custGeom>
            <a:avLst/>
            <a:gdLst>
              <a:gd name="connsiteX0" fmla="*/ 0 w 6568440"/>
              <a:gd name="connsiteY0" fmla="*/ 0 h 1490446"/>
              <a:gd name="connsiteX1" fmla="*/ 6568440 w 6568440"/>
              <a:gd name="connsiteY1" fmla="*/ 0 h 1490446"/>
              <a:gd name="connsiteX2" fmla="*/ 6568440 w 6568440"/>
              <a:gd name="connsiteY2" fmla="*/ 1490446 h 1490446"/>
              <a:gd name="connsiteX3" fmla="*/ 0 w 6568440"/>
              <a:gd name="connsiteY3" fmla="*/ 1490446 h 1490446"/>
              <a:gd name="connsiteX4" fmla="*/ 0 w 6568440"/>
              <a:gd name="connsiteY4" fmla="*/ 0 h 1490446"/>
              <a:gd name="connsiteX0" fmla="*/ 9144 w 6577584"/>
              <a:gd name="connsiteY0" fmla="*/ 0 h 2112238"/>
              <a:gd name="connsiteX1" fmla="*/ 6577584 w 6577584"/>
              <a:gd name="connsiteY1" fmla="*/ 0 h 2112238"/>
              <a:gd name="connsiteX2" fmla="*/ 6577584 w 6577584"/>
              <a:gd name="connsiteY2" fmla="*/ 1490446 h 2112238"/>
              <a:gd name="connsiteX3" fmla="*/ 0 w 6577584"/>
              <a:gd name="connsiteY3" fmla="*/ 2112238 h 2112238"/>
              <a:gd name="connsiteX4" fmla="*/ 9144 w 6577584"/>
              <a:gd name="connsiteY4" fmla="*/ 0 h 2112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7584" h="2112238">
                <a:moveTo>
                  <a:pt x="9144" y="0"/>
                </a:moveTo>
                <a:lnTo>
                  <a:pt x="6577584" y="0"/>
                </a:lnTo>
                <a:lnTo>
                  <a:pt x="6577584" y="1490446"/>
                </a:lnTo>
                <a:lnTo>
                  <a:pt x="0" y="2112238"/>
                </a:lnTo>
                <a:lnTo>
                  <a:pt x="9144" y="0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文本框 66">
            <a:extLst>
              <a:ext uri="{FF2B5EF4-FFF2-40B4-BE49-F238E27FC236}">
                <a16:creationId xmlns:a16="http://schemas.microsoft.com/office/drawing/2014/main" id="{A43B1CCE-8D16-4861-98B6-EB77AD34B4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5767" y="2212088"/>
            <a:ext cx="5844489" cy="17950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+mn-lt"/>
              </a:rPr>
              <a:t>点击添加相关标题文字，点击添加相关标题文字，点击添加相关标题文字，点击添加相关标题文字。点击添加相关标题文字，点击添加相关标题文字，点击添加相关标题文字，点击添加相关标题文字。点击添加相关标题文字，点击添加相关标题文字，点击添加相关标题文字，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+mn-lt"/>
              </a:rPr>
              <a:t>点击添加相关标题文字。</a:t>
            </a:r>
            <a:endParaRPr lang="en-GB" altLang="zh-CN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endParaRPr lang="en-GB" altLang="zh-CN" sz="10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文本框 66">
            <a:extLst>
              <a:ext uri="{FF2B5EF4-FFF2-40B4-BE49-F238E27FC236}">
                <a16:creationId xmlns:a16="http://schemas.microsoft.com/office/drawing/2014/main" id="{43ED708E-0EF4-4D8F-99D4-D4F41057C5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9351" y="4158358"/>
            <a:ext cx="5797319" cy="1494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+mn-lt"/>
              </a:rPr>
              <a:t>                                          点击添加相关标题文字，点击添加相关标题文字。点击添加相关标题文字，点击添加相关标题文字，点击添加相关标题文字，点击添加相关标题文字。点击添加相关标题文字，点击添加相关标题文字，点击添加相关标题文字，点击添加相关标题文字。</a:t>
            </a:r>
            <a:endParaRPr lang="en-GB" altLang="zh-CN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endParaRPr lang="en-GB" altLang="zh-CN" sz="1000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20234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65B7EAD-3BE3-4E27-8F09-877214B1CB2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2"/>
            <a:ext cx="12192000" cy="6858001"/>
          </a:xfrm>
          <a:prstGeom prst="rect">
            <a:avLst/>
          </a:prstGeom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32000F5B-88E9-4BFB-8CF1-CFC65BB65FB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60000"/>
              <a:lumOff val="40000"/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FD23392-7CA5-446D-A26E-E5C972E11BF6}"/>
              </a:ext>
            </a:extLst>
          </p:cNvPr>
          <p:cNvSpPr/>
          <p:nvPr/>
        </p:nvSpPr>
        <p:spPr>
          <a:xfrm>
            <a:off x="2074756" y="731519"/>
            <a:ext cx="8042485" cy="5394960"/>
          </a:xfrm>
          <a:custGeom>
            <a:avLst/>
            <a:gdLst>
              <a:gd name="connsiteX0" fmla="*/ 0 w 8042485"/>
              <a:gd name="connsiteY0" fmla="*/ 0 h 5394960"/>
              <a:gd name="connsiteX1" fmla="*/ 8042485 w 8042485"/>
              <a:gd name="connsiteY1" fmla="*/ 0 h 5394960"/>
              <a:gd name="connsiteX2" fmla="*/ 8042485 w 8042485"/>
              <a:gd name="connsiteY2" fmla="*/ 5394960 h 5394960"/>
              <a:gd name="connsiteX3" fmla="*/ 0 w 8042485"/>
              <a:gd name="connsiteY3" fmla="*/ 5394960 h 5394960"/>
              <a:gd name="connsiteX4" fmla="*/ 0 w 8042485"/>
              <a:gd name="connsiteY4" fmla="*/ 0 h 5394960"/>
              <a:gd name="connsiteX0" fmla="*/ 0 w 8501805"/>
              <a:gd name="connsiteY0" fmla="*/ 68894 h 5463854"/>
              <a:gd name="connsiteX1" fmla="*/ 8042485 w 8501805"/>
              <a:gd name="connsiteY1" fmla="*/ 68894 h 5463854"/>
              <a:gd name="connsiteX2" fmla="*/ 8501803 w 8501805"/>
              <a:gd name="connsiteY2" fmla="*/ 56703 h 5463854"/>
              <a:gd name="connsiteX3" fmla="*/ 8042485 w 8501805"/>
              <a:gd name="connsiteY3" fmla="*/ 5463854 h 5463854"/>
              <a:gd name="connsiteX4" fmla="*/ 0 w 8501805"/>
              <a:gd name="connsiteY4" fmla="*/ 5463854 h 5463854"/>
              <a:gd name="connsiteX5" fmla="*/ 0 w 8501805"/>
              <a:gd name="connsiteY5" fmla="*/ 68894 h 5463854"/>
              <a:gd name="connsiteX0" fmla="*/ 0 w 8489613"/>
              <a:gd name="connsiteY0" fmla="*/ 31338 h 5426298"/>
              <a:gd name="connsiteX1" fmla="*/ 8042485 w 8489613"/>
              <a:gd name="connsiteY1" fmla="*/ 31338 h 5426298"/>
              <a:gd name="connsiteX2" fmla="*/ 8489611 w 8489613"/>
              <a:gd name="connsiteY2" fmla="*/ 61819 h 5426298"/>
              <a:gd name="connsiteX3" fmla="*/ 8042485 w 8489613"/>
              <a:gd name="connsiteY3" fmla="*/ 5426298 h 5426298"/>
              <a:gd name="connsiteX4" fmla="*/ 0 w 8489613"/>
              <a:gd name="connsiteY4" fmla="*/ 5426298 h 5426298"/>
              <a:gd name="connsiteX5" fmla="*/ 0 w 8489613"/>
              <a:gd name="connsiteY5" fmla="*/ 31338 h 5426298"/>
              <a:gd name="connsiteX0" fmla="*/ 0 w 8245777"/>
              <a:gd name="connsiteY0" fmla="*/ 0 h 5394960"/>
              <a:gd name="connsiteX1" fmla="*/ 8042485 w 8245777"/>
              <a:gd name="connsiteY1" fmla="*/ 0 h 5394960"/>
              <a:gd name="connsiteX2" fmla="*/ 8245771 w 8245777"/>
              <a:gd name="connsiteY2" fmla="*/ 438913 h 5394960"/>
              <a:gd name="connsiteX3" fmla="*/ 8042485 w 8245777"/>
              <a:gd name="connsiteY3" fmla="*/ 5394960 h 5394960"/>
              <a:gd name="connsiteX4" fmla="*/ 0 w 8245777"/>
              <a:gd name="connsiteY4" fmla="*/ 5394960 h 5394960"/>
              <a:gd name="connsiteX5" fmla="*/ 0 w 8245777"/>
              <a:gd name="connsiteY5" fmla="*/ 0 h 5394960"/>
              <a:gd name="connsiteX0" fmla="*/ 0 w 8245772"/>
              <a:gd name="connsiteY0" fmla="*/ 0 h 5394960"/>
              <a:gd name="connsiteX1" fmla="*/ 7140277 w 8245772"/>
              <a:gd name="connsiteY1" fmla="*/ 0 h 5394960"/>
              <a:gd name="connsiteX2" fmla="*/ 8245771 w 8245772"/>
              <a:gd name="connsiteY2" fmla="*/ 438913 h 5394960"/>
              <a:gd name="connsiteX3" fmla="*/ 8042485 w 8245772"/>
              <a:gd name="connsiteY3" fmla="*/ 5394960 h 5394960"/>
              <a:gd name="connsiteX4" fmla="*/ 0 w 8245772"/>
              <a:gd name="connsiteY4" fmla="*/ 5394960 h 5394960"/>
              <a:gd name="connsiteX5" fmla="*/ 0 w 8245772"/>
              <a:gd name="connsiteY5" fmla="*/ 0 h 5394960"/>
              <a:gd name="connsiteX0" fmla="*/ 0 w 8042485"/>
              <a:gd name="connsiteY0" fmla="*/ 0 h 5394960"/>
              <a:gd name="connsiteX1" fmla="*/ 7140277 w 8042485"/>
              <a:gd name="connsiteY1" fmla="*/ 0 h 5394960"/>
              <a:gd name="connsiteX2" fmla="*/ 8026315 w 8042485"/>
              <a:gd name="connsiteY2" fmla="*/ 646177 h 5394960"/>
              <a:gd name="connsiteX3" fmla="*/ 8042485 w 8042485"/>
              <a:gd name="connsiteY3" fmla="*/ 5394960 h 5394960"/>
              <a:gd name="connsiteX4" fmla="*/ 0 w 8042485"/>
              <a:gd name="connsiteY4" fmla="*/ 5394960 h 5394960"/>
              <a:gd name="connsiteX5" fmla="*/ 0 w 8042485"/>
              <a:gd name="connsiteY5" fmla="*/ 0 h 5394960"/>
              <a:gd name="connsiteX0" fmla="*/ 0 w 8042485"/>
              <a:gd name="connsiteY0" fmla="*/ 0 h 5394960"/>
              <a:gd name="connsiteX1" fmla="*/ 7140277 w 8042485"/>
              <a:gd name="connsiteY1" fmla="*/ 0 h 5394960"/>
              <a:gd name="connsiteX2" fmla="*/ 8026315 w 8042485"/>
              <a:gd name="connsiteY2" fmla="*/ 646177 h 5394960"/>
              <a:gd name="connsiteX3" fmla="*/ 8042485 w 8042485"/>
              <a:gd name="connsiteY3" fmla="*/ 5394960 h 5394960"/>
              <a:gd name="connsiteX4" fmla="*/ 0 w 8042485"/>
              <a:gd name="connsiteY4" fmla="*/ 5394960 h 5394960"/>
              <a:gd name="connsiteX5" fmla="*/ 0 w 8042485"/>
              <a:gd name="connsiteY5" fmla="*/ 0 h 5394960"/>
              <a:gd name="connsiteX0" fmla="*/ 0 w 8042485"/>
              <a:gd name="connsiteY0" fmla="*/ 0 h 5394960"/>
              <a:gd name="connsiteX1" fmla="*/ 7140277 w 8042485"/>
              <a:gd name="connsiteY1" fmla="*/ 0 h 5394960"/>
              <a:gd name="connsiteX2" fmla="*/ 8026315 w 8042485"/>
              <a:gd name="connsiteY2" fmla="*/ 646177 h 5394960"/>
              <a:gd name="connsiteX3" fmla="*/ 8042485 w 8042485"/>
              <a:gd name="connsiteY3" fmla="*/ 5394960 h 5394960"/>
              <a:gd name="connsiteX4" fmla="*/ 0 w 8042485"/>
              <a:gd name="connsiteY4" fmla="*/ 5394960 h 5394960"/>
              <a:gd name="connsiteX5" fmla="*/ 0 w 8042485"/>
              <a:gd name="connsiteY5" fmla="*/ 0 h 5394960"/>
              <a:gd name="connsiteX0" fmla="*/ 0 w 8042485"/>
              <a:gd name="connsiteY0" fmla="*/ 0 h 5394960"/>
              <a:gd name="connsiteX1" fmla="*/ 7448887 w 8042485"/>
              <a:gd name="connsiteY1" fmla="*/ 0 h 5394960"/>
              <a:gd name="connsiteX2" fmla="*/ 8026315 w 8042485"/>
              <a:gd name="connsiteY2" fmla="*/ 646177 h 5394960"/>
              <a:gd name="connsiteX3" fmla="*/ 8042485 w 8042485"/>
              <a:gd name="connsiteY3" fmla="*/ 5394960 h 5394960"/>
              <a:gd name="connsiteX4" fmla="*/ 0 w 8042485"/>
              <a:gd name="connsiteY4" fmla="*/ 5394960 h 5394960"/>
              <a:gd name="connsiteX5" fmla="*/ 0 w 8042485"/>
              <a:gd name="connsiteY5" fmla="*/ 0 h 5394960"/>
              <a:gd name="connsiteX0" fmla="*/ 0 w 8042485"/>
              <a:gd name="connsiteY0" fmla="*/ 0 h 5394960"/>
              <a:gd name="connsiteX1" fmla="*/ 7448887 w 8042485"/>
              <a:gd name="connsiteY1" fmla="*/ 0 h 5394960"/>
              <a:gd name="connsiteX2" fmla="*/ 8026315 w 8042485"/>
              <a:gd name="connsiteY2" fmla="*/ 646177 h 5394960"/>
              <a:gd name="connsiteX3" fmla="*/ 8042485 w 8042485"/>
              <a:gd name="connsiteY3" fmla="*/ 5394960 h 5394960"/>
              <a:gd name="connsiteX4" fmla="*/ 0 w 8042485"/>
              <a:gd name="connsiteY4" fmla="*/ 5394960 h 5394960"/>
              <a:gd name="connsiteX5" fmla="*/ 0 w 8042485"/>
              <a:gd name="connsiteY5" fmla="*/ 0 h 5394960"/>
              <a:gd name="connsiteX0" fmla="*/ 0 w 8042485"/>
              <a:gd name="connsiteY0" fmla="*/ 0 h 5394960"/>
              <a:gd name="connsiteX1" fmla="*/ 7448887 w 8042485"/>
              <a:gd name="connsiteY1" fmla="*/ 0 h 5394960"/>
              <a:gd name="connsiteX2" fmla="*/ 8026315 w 8042485"/>
              <a:gd name="connsiteY2" fmla="*/ 646177 h 5394960"/>
              <a:gd name="connsiteX3" fmla="*/ 8042485 w 8042485"/>
              <a:gd name="connsiteY3" fmla="*/ 5394960 h 5394960"/>
              <a:gd name="connsiteX4" fmla="*/ 0 w 8042485"/>
              <a:gd name="connsiteY4" fmla="*/ 5394960 h 5394960"/>
              <a:gd name="connsiteX5" fmla="*/ 0 w 8042485"/>
              <a:gd name="connsiteY5" fmla="*/ 0 h 5394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042485" h="5394960">
                <a:moveTo>
                  <a:pt x="0" y="0"/>
                </a:moveTo>
                <a:lnTo>
                  <a:pt x="7448887" y="0"/>
                </a:lnTo>
                <a:cubicBezTo>
                  <a:pt x="8034301" y="646938"/>
                  <a:pt x="7455158" y="-14280"/>
                  <a:pt x="8026315" y="646177"/>
                </a:cubicBezTo>
                <a:lnTo>
                  <a:pt x="8042485" y="5394960"/>
                </a:lnTo>
                <a:lnTo>
                  <a:pt x="0" y="539496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8BC95A36-9AF7-4730-9996-575A81E39A7A}"/>
              </a:ext>
            </a:extLst>
          </p:cNvPr>
          <p:cNvGrpSpPr/>
          <p:nvPr/>
        </p:nvGrpSpPr>
        <p:grpSpPr>
          <a:xfrm>
            <a:off x="4561677" y="1558053"/>
            <a:ext cx="3342985" cy="4211793"/>
            <a:chOff x="4744557" y="1512333"/>
            <a:chExt cx="3342985" cy="4211793"/>
          </a:xfrm>
        </p:grpSpPr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0E3E8EE8-AD4E-4F43-90E4-CCCFEDCCD016}"/>
                </a:ext>
              </a:extLst>
            </p:cNvPr>
            <p:cNvSpPr txBox="1"/>
            <p:nvPr/>
          </p:nvSpPr>
          <p:spPr>
            <a:xfrm>
              <a:off x="5245111" y="1512333"/>
              <a:ext cx="2418070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6000" spc="200" dirty="0">
                  <a:solidFill>
                    <a:schemeClr val="accent1">
                      <a:lumMod val="75000"/>
                    </a:schemeClr>
                  </a:solidFill>
                  <a:latin typeface="方正兰亭特黑简体" panose="02000000000000000000" pitchFamily="2" charset="-122"/>
                  <a:ea typeface="方正兰亭特黑简体" panose="02000000000000000000" pitchFamily="2" charset="-122"/>
                </a:rPr>
                <a:t>谢谢观看</a:t>
              </a:r>
            </a:p>
          </p:txBody>
        </p:sp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E1825E89-1B7C-4956-9513-1258B3ABD17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608326" y="5254227"/>
              <a:ext cx="1691639" cy="469899"/>
            </a:xfrm>
            <a:prstGeom prst="rect">
              <a:avLst/>
            </a:prstGeom>
          </p:spPr>
        </p:pic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23C9ACCB-0E76-4E3A-92CB-E84A2B22981C}"/>
                </a:ext>
              </a:extLst>
            </p:cNvPr>
            <p:cNvSpPr txBox="1"/>
            <p:nvPr/>
          </p:nvSpPr>
          <p:spPr>
            <a:xfrm>
              <a:off x="4744557" y="4211685"/>
              <a:ext cx="33429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accent1">
                      <a:lumMod val="75000"/>
                    </a:schemeClr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汇报人 </a:t>
              </a:r>
              <a:r>
                <a:rPr lang="en-US" altLang="zh-CN" dirty="0">
                  <a:solidFill>
                    <a:schemeClr val="accent1">
                      <a:lumMod val="75000"/>
                    </a:schemeClr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| </a:t>
              </a:r>
              <a:r>
                <a:rPr lang="zh-CN" altLang="en-US" dirty="0">
                  <a:solidFill>
                    <a:schemeClr val="accent1">
                      <a:lumMod val="75000"/>
                    </a:schemeClr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小夏      指导老师 </a:t>
              </a:r>
              <a:r>
                <a:rPr lang="en-US" altLang="zh-CN" dirty="0">
                  <a:solidFill>
                    <a:schemeClr val="accent1">
                      <a:lumMod val="75000"/>
                    </a:schemeClr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| XXX</a:t>
              </a:r>
              <a:endParaRPr lang="zh-CN" altLang="en-US" dirty="0">
                <a:solidFill>
                  <a:schemeClr val="accent1">
                    <a:lumMod val="7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7ECF428A-E66E-405A-B4B4-520274C997DE}"/>
                </a:ext>
              </a:extLst>
            </p:cNvPr>
            <p:cNvCxnSpPr>
              <a:cxnSpLocks/>
            </p:cNvCxnSpPr>
            <p:nvPr/>
          </p:nvCxnSpPr>
          <p:spPr>
            <a:xfrm>
              <a:off x="4831091" y="3770705"/>
              <a:ext cx="3246108" cy="11483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矩形 28">
            <a:extLst>
              <a:ext uri="{FF2B5EF4-FFF2-40B4-BE49-F238E27FC236}">
                <a16:creationId xmlns:a16="http://schemas.microsoft.com/office/drawing/2014/main" id="{54915A96-4E7D-4C55-8258-29D5DC9F189B}"/>
              </a:ext>
            </a:extLst>
          </p:cNvPr>
          <p:cNvSpPr/>
          <p:nvPr/>
        </p:nvSpPr>
        <p:spPr>
          <a:xfrm>
            <a:off x="4648211" y="3490272"/>
            <a:ext cx="324610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100" kern="100" dirty="0">
                <a:solidFill>
                  <a:srgbClr val="29679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THANK YOU </a:t>
            </a:r>
            <a:r>
              <a:rPr lang="en-US" altLang="zh-CN" sz="1100" kern="100">
                <a:solidFill>
                  <a:srgbClr val="29679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FOR WATCHING</a:t>
            </a:r>
            <a:endParaRPr kumimoji="0" lang="en-US" altLang="zh-CN" sz="1100" b="0" i="0" u="none" strike="noStrike" kern="100" cap="none" spc="0" normalizeH="0" baseline="0" noProof="0" dirty="0">
              <a:ln>
                <a:noFill/>
              </a:ln>
              <a:solidFill>
                <a:srgbClr val="29679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3619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446</TotalTime>
  <Words>681</Words>
  <Application>Microsoft Office PowerPoint</Application>
  <PresentationFormat>宽屏</PresentationFormat>
  <Paragraphs>62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5" baseType="lpstr">
      <vt:lpstr>等线 Light</vt:lpstr>
      <vt:lpstr>Century Gothic</vt:lpstr>
      <vt:lpstr>方正兰亭粗黑简体</vt:lpstr>
      <vt:lpstr>Calibri</vt:lpstr>
      <vt:lpstr>Arial</vt:lpstr>
      <vt:lpstr>文悦新青年体 (非商业使用) W8</vt:lpstr>
      <vt:lpstr>思源黑体 CN Bold</vt:lpstr>
      <vt:lpstr>方正兰亭特黑简体</vt:lpstr>
      <vt:lpstr>微软雅黑 Light</vt:lpstr>
      <vt:lpstr>微软雅黑</vt:lpstr>
      <vt:lpstr>Wingdings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Lu Shiying</dc:creator>
  <cp:lastModifiedBy>Lu Shiying</cp:lastModifiedBy>
  <cp:revision>19</cp:revision>
  <dcterms:created xsi:type="dcterms:W3CDTF">2022-03-04T09:40:50Z</dcterms:created>
  <dcterms:modified xsi:type="dcterms:W3CDTF">2022-04-14T01:58:06Z</dcterms:modified>
</cp:coreProperties>
</file>