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4" r:id="rId8"/>
    <p:sldId id="262" r:id="rId9"/>
    <p:sldId id="263" r:id="rId10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79E"/>
    <a:srgbClr val="0034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5" d="100"/>
          <a:sy n="65" d="100"/>
        </p:scale>
        <p:origin x="77" y="5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2022/4/1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2022/4/1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2022/4/1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2022/4/1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2022/4/1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2022/4/1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t>2022/4/1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厦大PPT模板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234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135" y="515620"/>
            <a:ext cx="1536065" cy="153606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396099" y="978575"/>
            <a:ext cx="422376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 Bold" panose="020F0702030404030204" charset="0"/>
              </a:rPr>
              <a:t>厦门大学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 Bold" panose="020F0702030404030204" charset="0"/>
            </a:endParaRPr>
          </a:p>
          <a:p>
            <a:pPr algn="r"/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 Bold" panose="020F0702030404030204" charset="0"/>
              </a:rPr>
              <a:t>PPT</a:t>
            </a: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 Bold" panose="020F0702030404030204" charset="0"/>
              </a:rPr>
              <a:t>模板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 Bold" panose="020F0702030404030204" charset="0"/>
            </a:endParaRPr>
          </a:p>
          <a:p>
            <a:pPr algn="r"/>
            <a:r>
              <a:rPr lang="en-US" altLang="zh-CN" sz="3600" b="1" dirty="0">
                <a:solidFill>
                  <a:schemeClr val="bg1"/>
                </a:solidFill>
                <a:latin typeface="Calibri Bold" panose="020F0702030404030204" charset="0"/>
                <a:ea typeface="黑体" panose="02010609060101010101" charset="-122"/>
                <a:cs typeface="Calibri Bold" panose="020F0702030404030204" charset="0"/>
              </a:rPr>
              <a:t>LIGHT AND SHADOW</a:t>
            </a:r>
            <a:endParaRPr lang="en-US" altLang="zh-CN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Calibri Bold" panose="020F070203040403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9197975" y="4358640"/>
            <a:ext cx="22453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8926830" y="4382770"/>
            <a:ext cx="2516505" cy="10509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US" altLang="zh-CN" sz="1600" b="1">
                <a:solidFill>
                  <a:schemeClr val="accent1">
                    <a:lumMod val="40000"/>
                    <a:lumOff val="6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REPORTER</a:t>
            </a:r>
            <a:r>
              <a:rPr lang="zh-CN" altLang="en-US" sz="1600" b="1">
                <a:solidFill>
                  <a:schemeClr val="accent1">
                    <a:lumMod val="40000"/>
                    <a:lumOff val="6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</a:t>
            </a:r>
            <a:r>
              <a:rPr lang="en-US" altLang="zh-CN" sz="1600" b="1">
                <a:solidFill>
                  <a:schemeClr val="accent1">
                    <a:lumMod val="40000"/>
                    <a:lumOff val="6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XXX</a:t>
            </a:r>
          </a:p>
          <a:p>
            <a:pPr algn="r">
              <a:lnSpc>
                <a:spcPct val="130000"/>
              </a:lnSpc>
            </a:pPr>
            <a:r>
              <a:rPr lang="en-US" altLang="zh-CN" sz="1600" b="1">
                <a:solidFill>
                  <a:schemeClr val="accent1">
                    <a:lumMod val="40000"/>
                    <a:lumOff val="6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DATA</a:t>
            </a:r>
            <a:r>
              <a:rPr lang="zh-CN" altLang="en-US" sz="1600" b="1">
                <a:solidFill>
                  <a:schemeClr val="accent1">
                    <a:lumMod val="40000"/>
                    <a:lumOff val="6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</a:t>
            </a:r>
            <a:r>
              <a:rPr lang="en-US" altLang="zh-CN" sz="1600" b="1">
                <a:solidFill>
                  <a:schemeClr val="accent1">
                    <a:lumMod val="40000"/>
                    <a:lumOff val="6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XXX</a:t>
            </a:r>
            <a:endParaRPr lang="zh-CN" altLang="en-US" sz="1600" b="1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algn="r">
              <a:lnSpc>
                <a:spcPct val="130000"/>
              </a:lnSpc>
            </a:pPr>
            <a:endParaRPr lang="zh-CN" altLang="en-US" sz="1600" b="1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55763" y="3241040"/>
            <a:ext cx="379730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600" dirty="0">
                <a:solidFill>
                  <a:schemeClr val="accent1">
                    <a:lumMod val="40000"/>
                    <a:lumOff val="60000"/>
                  </a:schemeClr>
                </a:solidFill>
                <a:sym typeface="+mn-ea"/>
              </a:rPr>
              <a:t>——Put your text here, pay attention to the short and clear expression of the sentence, and divide the content into several points.</a:t>
            </a:r>
            <a:endParaRPr lang="zh-CN" altLang="en-US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endParaRPr lang="zh-CN" altLang="en-US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画板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635" cy="692658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131945" y="499110"/>
            <a:ext cx="5295900" cy="13220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US" altLang="zh-CN" sz="8000" b="1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Calibri Bold" panose="020F0702030404030204" charset="0"/>
                <a:cs typeface="Calibri Bold" panose="020F0702030404030204" charset="0"/>
              </a:rPr>
              <a:t>CONTENT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578860" y="2384425"/>
            <a:ext cx="52959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chemeClr val="accent1">
                    <a:lumMod val="75000"/>
                  </a:schemeClr>
                </a:solidFill>
                <a:latin typeface="Calibri Bold" panose="020F0702030404030204" charset="0"/>
                <a:cs typeface="Calibri Bold" panose="020F0702030404030204" charset="0"/>
              </a:rPr>
              <a:t>PART1</a:t>
            </a:r>
            <a:r>
              <a:rPr lang="en-US" altLang="zh-CN" sz="3600">
                <a:solidFill>
                  <a:schemeClr val="accent1">
                    <a:lumMod val="75000"/>
                  </a:schemeClr>
                </a:solidFill>
              </a:rPr>
              <a:t>:</a:t>
            </a:r>
            <a:r>
              <a:rPr lang="zh-CN" altLang="en-US" sz="3600">
                <a:solidFill>
                  <a:schemeClr val="accent1">
                    <a:lumMod val="75000"/>
                  </a:schemeClr>
                </a:solidFill>
              </a:rPr>
              <a:t>Put your text here</a:t>
            </a:r>
            <a:r>
              <a:rPr lang="en-US" altLang="zh-CN" sz="360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578860" y="4607560"/>
            <a:ext cx="52959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chemeClr val="accent1">
                    <a:lumMod val="75000"/>
                  </a:schemeClr>
                </a:solidFill>
                <a:latin typeface="Calibri Bold" panose="020F0702030404030204" charset="0"/>
                <a:cs typeface="Calibri Bold" panose="020F0702030404030204" charset="0"/>
              </a:rPr>
              <a:t>PART3</a:t>
            </a:r>
            <a:r>
              <a:rPr lang="en-US" altLang="zh-CN" sz="3600">
                <a:solidFill>
                  <a:schemeClr val="accent1">
                    <a:lumMod val="75000"/>
                  </a:schemeClr>
                </a:solidFill>
              </a:rPr>
              <a:t>:</a:t>
            </a:r>
            <a:r>
              <a:rPr lang="zh-CN" altLang="en-US" sz="3600">
                <a:solidFill>
                  <a:schemeClr val="accent1">
                    <a:lumMod val="75000"/>
                  </a:schemeClr>
                </a:solidFill>
              </a:rPr>
              <a:t>Put your text here</a:t>
            </a:r>
            <a:r>
              <a:rPr lang="en-US" altLang="zh-CN" sz="360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578860" y="3496310"/>
            <a:ext cx="52959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chemeClr val="accent1">
                    <a:lumMod val="75000"/>
                  </a:schemeClr>
                </a:solidFill>
                <a:latin typeface="Calibri Bold" panose="020F0702030404030204" charset="0"/>
                <a:cs typeface="Calibri Bold" panose="020F0702030404030204" charset="0"/>
              </a:rPr>
              <a:t>PART2</a:t>
            </a:r>
            <a:r>
              <a:rPr lang="en-US" altLang="zh-CN" sz="3600">
                <a:solidFill>
                  <a:schemeClr val="accent1">
                    <a:lumMod val="75000"/>
                  </a:schemeClr>
                </a:solidFill>
              </a:rPr>
              <a:t>:</a:t>
            </a:r>
            <a:r>
              <a:rPr lang="zh-CN" altLang="en-US" sz="3600">
                <a:solidFill>
                  <a:schemeClr val="accent1">
                    <a:lumMod val="75000"/>
                  </a:schemeClr>
                </a:solidFill>
              </a:rPr>
              <a:t>Put your text here</a:t>
            </a:r>
            <a:r>
              <a:rPr lang="en-US" altLang="zh-CN" sz="360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画板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86615" cy="697992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309360" y="748665"/>
            <a:ext cx="529590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Calibri Bold" panose="020F0702030404030204" charset="0"/>
                <a:cs typeface="Calibri Bold" panose="020F0702030404030204" charset="0"/>
              </a:rPr>
              <a:t>TITLE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512560" y="2534285"/>
            <a:ext cx="52959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chemeClr val="accent1">
                    <a:lumMod val="75000"/>
                  </a:schemeClr>
                </a:solidFill>
              </a:rPr>
              <a:t>Put your text here, pay attention to the short and clear expression of the sentence, and divide the content into several points.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6623685" y="5911215"/>
            <a:ext cx="3347720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6512560" y="6073775"/>
            <a:ext cx="49002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/>
              <a:t>Note: put your text here, pay attention to the short and clear expression of the sentence, and divide the content into several points.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画板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365" cy="692594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69925" y="316230"/>
            <a:ext cx="688213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>
                <a:solidFill>
                  <a:schemeClr val="accent5">
                    <a:lumMod val="40000"/>
                    <a:lumOff val="60000"/>
                  </a:schemeClr>
                </a:solidFill>
                <a:latin typeface="Calibri Bold" panose="020F0702030404030204" charset="0"/>
                <a:cs typeface="Calibri Bold" panose="020F0702030404030204" charset="0"/>
              </a:rPr>
              <a:t>●</a:t>
            </a:r>
            <a:r>
              <a:rPr lang="en-US" sz="4000" b="1">
                <a:solidFill>
                  <a:schemeClr val="accent5">
                    <a:lumMod val="40000"/>
                    <a:lumOff val="60000"/>
                  </a:schemeClr>
                </a:solidFill>
                <a:latin typeface="Calibri Bold" panose="020F0702030404030204" charset="0"/>
                <a:cs typeface="Calibri Bold" panose="020F0702030404030204" charset="0"/>
              </a:rPr>
              <a:t>PUT YOUR TITLE HERE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475095" y="2460625"/>
            <a:ext cx="439166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solidFill>
                  <a:schemeClr val="accent1">
                    <a:lumMod val="75000"/>
                  </a:schemeClr>
                </a:solidFill>
              </a:rPr>
              <a:t>·</a:t>
            </a:r>
            <a:r>
              <a:rPr lang="zh-CN" altLang="en-US" sz="2400">
                <a:solidFill>
                  <a:schemeClr val="accent1">
                    <a:lumMod val="75000"/>
                  </a:schemeClr>
                </a:solidFill>
              </a:rPr>
              <a:t>Put your text here, pay attention to the short and clear expression of the sentence, and divide the content into several points.</a:t>
            </a:r>
          </a:p>
          <a:p>
            <a:endParaRPr lang="zh-CN" altLang="en-US" sz="240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 sz="2400">
                <a:solidFill>
                  <a:schemeClr val="accent1">
                    <a:lumMod val="75000"/>
                  </a:schemeClr>
                </a:solidFill>
                <a:sym typeface="+mn-ea"/>
              </a:rPr>
              <a:t>·</a:t>
            </a:r>
            <a:r>
              <a:rPr lang="zh-CN" altLang="en-US" sz="2400">
                <a:solidFill>
                  <a:schemeClr val="accent1">
                    <a:lumMod val="75000"/>
                  </a:schemeClr>
                </a:solidFill>
                <a:sym typeface="+mn-ea"/>
              </a:rPr>
              <a:t>Put your text here, pay attention to the short and clear expression of the sentence, and divide the content into several points.</a:t>
            </a:r>
            <a:endParaRPr lang="zh-CN" altLang="en-US" sz="2400">
              <a:solidFill>
                <a:schemeClr val="accent1">
                  <a:lumMod val="75000"/>
                </a:schemeClr>
              </a:solidFill>
            </a:endParaRPr>
          </a:p>
          <a:p>
            <a:endParaRPr lang="zh-CN" altLang="en-US" sz="2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287145" y="2682240"/>
            <a:ext cx="4311015" cy="2616200"/>
          </a:xfrm>
          <a:prstGeom prst="rect">
            <a:avLst/>
          </a:prstGeom>
          <a:gradFill>
            <a:gsLst>
              <a:gs pos="0">
                <a:srgbClr val="53639F"/>
              </a:gs>
              <a:gs pos="100000">
                <a:srgbClr val="1D2E5A"/>
              </a:gs>
            </a:gsLst>
            <a:lin ang="5400000" scaled="1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169670" y="5168900"/>
            <a:ext cx="4545965" cy="6273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89200" y="5298440"/>
            <a:ext cx="38284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5">
                    <a:lumMod val="75000"/>
                  </a:schemeClr>
                </a:solidFill>
                <a:latin typeface="Calibri Bold" panose="020F0702030404030204" charset="0"/>
                <a:cs typeface="Calibri Bold" panose="020F0702030404030204" charset="0"/>
              </a:rPr>
              <a:t>Describe your picture 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厦大PPT模板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8585" y="0"/>
            <a:ext cx="12300585" cy="69856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 rot="360000">
            <a:off x="6579235" y="1301115"/>
            <a:ext cx="4683760" cy="1660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u="sng">
                <a:solidFill>
                  <a:schemeClr val="bg1"/>
                </a:solidFill>
                <a:latin typeface="Calibri Bold" panose="020F0702030404030204" charset="0"/>
                <a:cs typeface="Calibri Bold" panose="020F0702030404030204" charset="0"/>
              </a:rPr>
              <a:t>Analysis of influencing factors  </a:t>
            </a:r>
            <a:r>
              <a:rPr lang="en-US" altLang="zh-CN" sz="2400" b="1" u="sng">
                <a:solidFill>
                  <a:schemeClr val="bg1"/>
                </a:solidFill>
                <a:latin typeface="Calibri Bold" panose="020F0702030404030204" charset="0"/>
                <a:cs typeface="Calibri Bold" panose="020F0702030404030204" charset="0"/>
              </a:rPr>
              <a:t>2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chemeClr val="bg1"/>
                </a:solidFill>
                <a:sym typeface="+mn-ea"/>
              </a:rPr>
              <a:t>Put your text here, pay attention to the short and clear expression of the sentence, and divide the content into several points.</a:t>
            </a:r>
            <a:endParaRPr lang="en-US" altLang="zh-CN">
              <a:solidFill>
                <a:schemeClr val="bg1"/>
              </a:solidFill>
            </a:endParaRPr>
          </a:p>
          <a:p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 rot="300000">
            <a:off x="664845" y="957580"/>
            <a:ext cx="468376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u="sng">
                <a:solidFill>
                  <a:schemeClr val="tx1">
                    <a:lumMod val="65000"/>
                    <a:lumOff val="35000"/>
                  </a:schemeClr>
                </a:solidFill>
                <a:latin typeface="Calibri Bold" panose="020F0702030404030204" charset="0"/>
                <a:cs typeface="Calibri Bold" panose="020F0702030404030204" charset="0"/>
              </a:rPr>
              <a:t>Analysis of influencing factors  </a:t>
            </a:r>
            <a:r>
              <a:rPr lang="en-US" altLang="zh-CN" sz="2400" b="1" u="sng">
                <a:solidFill>
                  <a:schemeClr val="tx1">
                    <a:lumMod val="65000"/>
                    <a:lumOff val="35000"/>
                  </a:schemeClr>
                </a:solidFill>
                <a:latin typeface="Calibri Bold" panose="020F0702030404030204" charset="0"/>
                <a:cs typeface="Calibri Bold" panose="020F0702030404030204" charset="0"/>
              </a:rPr>
              <a:t>1</a:t>
            </a:r>
            <a:endParaRPr lang="en-US" altLang="zh-CN" sz="2400"/>
          </a:p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Put your text here, pay attention to the short and clear expression of the sentence, and divide the content into several points.</a:t>
            </a:r>
            <a:endParaRPr lang="en-US" altLang="zh-CN"/>
          </a:p>
          <a:p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 rot="360000">
            <a:off x="678815" y="4175125"/>
            <a:ext cx="4683760" cy="1660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u="sng">
                <a:solidFill>
                  <a:schemeClr val="bg1"/>
                </a:solidFill>
                <a:latin typeface="Calibri Bold" panose="020F0702030404030204" charset="0"/>
                <a:cs typeface="Calibri Bold" panose="020F0702030404030204" charset="0"/>
              </a:rPr>
              <a:t>Analysis of influencing factors  </a:t>
            </a:r>
            <a:r>
              <a:rPr lang="en-US" altLang="zh-CN" sz="2400" b="1" u="sng">
                <a:solidFill>
                  <a:schemeClr val="bg1"/>
                </a:solidFill>
                <a:latin typeface="Calibri Bold" panose="020F0702030404030204" charset="0"/>
                <a:cs typeface="Calibri Bold" panose="020F0702030404030204" charset="0"/>
              </a:rPr>
              <a:t>3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chemeClr val="bg1"/>
                </a:solidFill>
                <a:sym typeface="+mn-ea"/>
              </a:rPr>
              <a:t>Put your text here, pay attention to the short and clear expression of the sentence, and divide the content into several points.</a:t>
            </a:r>
            <a:endParaRPr lang="en-US" altLang="zh-CN">
              <a:solidFill>
                <a:schemeClr val="bg1"/>
              </a:solidFill>
            </a:endParaRPr>
          </a:p>
          <a:p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 rot="300000">
            <a:off x="6946265" y="4668520"/>
            <a:ext cx="468376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u="sng">
                <a:solidFill>
                  <a:schemeClr val="tx1">
                    <a:lumMod val="65000"/>
                    <a:lumOff val="35000"/>
                  </a:schemeClr>
                </a:solidFill>
                <a:latin typeface="Calibri Bold" panose="020F0702030404030204" charset="0"/>
                <a:cs typeface="Calibri Bold" panose="020F0702030404030204" charset="0"/>
              </a:rPr>
              <a:t>Analysis of influencing factors </a:t>
            </a:r>
            <a:r>
              <a:rPr lang="en-US" sz="2400" b="1" u="sng">
                <a:solidFill>
                  <a:schemeClr val="tx1">
                    <a:lumMod val="65000"/>
                    <a:lumOff val="35000"/>
                  </a:schemeClr>
                </a:solidFill>
                <a:latin typeface="Calibri Bold" panose="020F0702030404030204" charset="0"/>
                <a:cs typeface="Calibri Bold" panose="020F0702030404030204" charset="0"/>
              </a:rPr>
              <a:t>4</a:t>
            </a:r>
            <a:endParaRPr lang="en-US" altLang="zh-CN" sz="2400"/>
          </a:p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Put your text here, pay attention to the short and clear expression of the sentence, and divide the content into several points.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画板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710" y="-60325"/>
            <a:ext cx="12284710" cy="69786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139825" y="3221355"/>
            <a:ext cx="7132320" cy="233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solidFill>
                  <a:schemeClr val="bg1">
                    <a:lumMod val="85000"/>
                  </a:schemeClr>
                </a:solidFill>
                <a:sym typeface="+mn-ea"/>
              </a:rPr>
              <a:t>Put your text here, pay attention to the short and clear expression of the sentence, and divide the content into several points.</a:t>
            </a:r>
            <a:endParaRPr lang="zh-CN" altLang="en-US">
              <a:solidFill>
                <a:schemeClr val="accent1">
                  <a:lumMod val="75000"/>
                </a:schemeClr>
              </a:solidFill>
            </a:endParaRPr>
          </a:p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39825" y="981710"/>
            <a:ext cx="58204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>
                <a:solidFill>
                  <a:schemeClr val="bg1"/>
                </a:solidFill>
                <a:latin typeface="Calibri Bold" panose="020F0702030404030204" charset="0"/>
                <a:cs typeface="Calibri Bold" panose="020F0702030404030204" charset="0"/>
              </a:rPr>
              <a:t>PUT YOUR TITLE HERE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画板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3360" y="-94615"/>
            <a:ext cx="12405360" cy="704723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06070" y="1167765"/>
            <a:ext cx="3365500" cy="4307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5400" dirty="0">
                <a:solidFill>
                  <a:schemeClr val="bg1">
                    <a:lumMod val="75000"/>
                  </a:schemeClr>
                </a:solidFill>
                <a:sym typeface="+mn-ea"/>
              </a:rPr>
              <a:t>A</a:t>
            </a:r>
            <a:endParaRPr lang="zh-CN" altLang="en-US" sz="3200" dirty="0">
              <a:solidFill>
                <a:schemeClr val="bg1">
                  <a:lumMod val="75000"/>
                </a:schemeClr>
              </a:solidFill>
              <a:sym typeface="+mn-ea"/>
            </a:endParaRPr>
          </a:p>
          <a:p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sym typeface="+mn-ea"/>
              </a:rPr>
              <a:t>Put your text here, pay attention to the short and clear expression of the sentence, and divide the content into several points.</a:t>
            </a:r>
            <a:endParaRPr lang="zh-CN" altLang="en-US" sz="2400" dirty="0">
              <a:solidFill>
                <a:schemeClr val="bg1">
                  <a:lumMod val="75000"/>
                </a:schemeClr>
              </a:solidFill>
            </a:endParaRPr>
          </a:p>
          <a:p>
            <a:endParaRPr lang="zh-CN" altLang="en-US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399145" y="1275080"/>
            <a:ext cx="3365500" cy="4307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5400">
                <a:solidFill>
                  <a:schemeClr val="bg1">
                    <a:lumMod val="75000"/>
                  </a:schemeClr>
                </a:solidFill>
                <a:sym typeface="+mn-ea"/>
              </a:rPr>
              <a:t>B</a:t>
            </a:r>
            <a:endParaRPr lang="zh-CN" altLang="en-US" sz="3200">
              <a:solidFill>
                <a:schemeClr val="bg1">
                  <a:lumMod val="75000"/>
                </a:schemeClr>
              </a:solidFill>
              <a:sym typeface="+mn-ea"/>
            </a:endParaRPr>
          </a:p>
          <a:p>
            <a:pPr algn="r"/>
            <a:r>
              <a:rPr lang="zh-CN" altLang="en-US" sz="2800">
                <a:solidFill>
                  <a:schemeClr val="bg1">
                    <a:lumMod val="75000"/>
                  </a:schemeClr>
                </a:solidFill>
                <a:sym typeface="+mn-ea"/>
              </a:rPr>
              <a:t>Put your text here, pay attention to the short and clear expression of the sentence, and divide the content into several points.</a:t>
            </a:r>
            <a:endParaRPr lang="zh-CN" altLang="en-US" sz="2400">
              <a:solidFill>
                <a:schemeClr val="bg1">
                  <a:lumMod val="75000"/>
                </a:schemeClr>
              </a:solidFill>
            </a:endParaRPr>
          </a:p>
          <a:p>
            <a:endParaRPr lang="zh-CN" altLang="en-US" sz="240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画板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3360" y="-94615"/>
            <a:ext cx="12405360" cy="704723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F553F67-7D81-4652-B812-DA24755B9B25}"/>
              </a:ext>
            </a:extLst>
          </p:cNvPr>
          <p:cNvSpPr txBox="1"/>
          <p:nvPr/>
        </p:nvSpPr>
        <p:spPr>
          <a:xfrm>
            <a:off x="2423160" y="2793556"/>
            <a:ext cx="7132320" cy="233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Put your text here, pay attention to the short and clear expression of the sentence, and divide the content into several points.</a:t>
            </a:r>
            <a:endParaRPr lang="zh-CN" alt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algn="ctr"/>
            <a:endParaRPr lang="zh-CN" alt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7B61B9C-A8FD-42FB-9709-E9419E1194E0}"/>
              </a:ext>
            </a:extLst>
          </p:cNvPr>
          <p:cNvSpPr txBox="1"/>
          <p:nvPr/>
        </p:nvSpPr>
        <p:spPr>
          <a:xfrm>
            <a:off x="3185795" y="958025"/>
            <a:ext cx="58204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rgbClr val="003476"/>
                </a:solidFill>
                <a:latin typeface="Calibri Bold" panose="020F0702030404030204" charset="0"/>
                <a:cs typeface="Calibri Bold" panose="020F0702030404030204" charset="0"/>
              </a:rPr>
              <a:t>PUT YOUR TITLE HERE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画板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2912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787525" y="754380"/>
            <a:ext cx="435356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b="1">
                <a:solidFill>
                  <a:schemeClr val="accent1">
                    <a:lumMod val="75000"/>
                  </a:schemeClr>
                </a:solidFill>
                <a:latin typeface="Calibri Bold" panose="020F0702030404030204" charset="0"/>
                <a:cs typeface="Calibri Bold" panose="020F0702030404030204" charset="0"/>
              </a:rPr>
              <a:t>THANK YOU!</a:t>
            </a:r>
          </a:p>
        </p:txBody>
      </p:sp>
      <p:sp>
        <p:nvSpPr>
          <p:cNvPr id="4" name="矩形 3"/>
          <p:cNvSpPr/>
          <p:nvPr/>
        </p:nvSpPr>
        <p:spPr>
          <a:xfrm>
            <a:off x="1263015" y="1058545"/>
            <a:ext cx="324485" cy="19450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1263015" y="4690745"/>
            <a:ext cx="3347720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263015" y="4845050"/>
            <a:ext cx="5071110" cy="1418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200">
                <a:solidFill>
                  <a:schemeClr val="accent1">
                    <a:lumMod val="75000"/>
                  </a:schemeClr>
                </a:solidFill>
              </a:rPr>
              <a:t>[1]</a:t>
            </a:r>
            <a:r>
              <a:rPr lang="zh-CN" altLang="en-US" sz="1200">
                <a:solidFill>
                  <a:schemeClr val="accent1">
                    <a:lumMod val="75000"/>
                  </a:schemeClr>
                </a:solidFill>
              </a:rPr>
              <a:t>Note: put your text here, pay attention to the short and clear expression of the sentence, and divide the content into several points.</a:t>
            </a:r>
          </a:p>
          <a:p>
            <a:pPr>
              <a:lnSpc>
                <a:spcPct val="120000"/>
              </a:lnSpc>
            </a:pPr>
            <a:r>
              <a:rPr lang="en-US" altLang="zh-CN" sz="1200">
                <a:solidFill>
                  <a:schemeClr val="accent1">
                    <a:lumMod val="75000"/>
                  </a:schemeClr>
                </a:solidFill>
                <a:sym typeface="+mn-ea"/>
              </a:rPr>
              <a:t>[2]</a:t>
            </a:r>
            <a:r>
              <a:rPr lang="zh-CN" altLang="en-US" sz="1200">
                <a:solidFill>
                  <a:schemeClr val="accent1">
                    <a:lumMod val="75000"/>
                  </a:schemeClr>
                </a:solidFill>
                <a:sym typeface="+mn-ea"/>
              </a:rPr>
              <a:t>Note: put your text here, pay attention to the short and clear expression of the sentence, and divide the content into several points.</a:t>
            </a:r>
            <a:endParaRPr lang="zh-CN" altLang="en-US" sz="120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1200">
                <a:solidFill>
                  <a:schemeClr val="accent1">
                    <a:lumMod val="75000"/>
                  </a:schemeClr>
                </a:solidFill>
                <a:sym typeface="+mn-ea"/>
              </a:rPr>
              <a:t>[3]</a:t>
            </a:r>
            <a:r>
              <a:rPr lang="zh-CN" altLang="en-US" sz="1200">
                <a:solidFill>
                  <a:schemeClr val="accent1">
                    <a:lumMod val="75000"/>
                  </a:schemeClr>
                </a:solidFill>
                <a:sym typeface="+mn-ea"/>
              </a:rPr>
              <a:t>Note: put your text here, pay attention to the short and clear expression of the sentence, and divide the content into several points.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496</Words>
  <Application>Microsoft Office PowerPoint</Application>
  <PresentationFormat>宽屏</PresentationFormat>
  <Paragraphs>38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黑体</vt:lpstr>
      <vt:lpstr>微软雅黑</vt:lpstr>
      <vt:lpstr>Arial</vt:lpstr>
      <vt:lpstr>Calibri</vt:lpstr>
      <vt:lpstr>Calibri Bold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chenzhonghong</dc:creator>
  <cp:lastModifiedBy>Lu Shiying</cp:lastModifiedBy>
  <cp:revision>10</cp:revision>
  <dcterms:created xsi:type="dcterms:W3CDTF">2022-03-19T11:25:28Z</dcterms:created>
  <dcterms:modified xsi:type="dcterms:W3CDTF">2022-04-01T14:46:29Z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2052-4.0.0.6524</vt:lpwstr>
  </property>
</Properties>
</file>