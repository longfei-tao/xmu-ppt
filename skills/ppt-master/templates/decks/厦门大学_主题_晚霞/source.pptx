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1.xml" ContentType="application/vnd.openxmlformats-officedocument.presentationml.notesSlide+xml"/>
  <Override PartName="/ppt/tags/tag19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9" r:id="rId2"/>
  </p:sldMasterIdLst>
  <p:notesMasterIdLst>
    <p:notesMasterId r:id="rId16"/>
  </p:notesMasterIdLst>
  <p:handoutMasterIdLst>
    <p:handoutMasterId r:id="rId17"/>
  </p:handoutMasterIdLst>
  <p:sldIdLst>
    <p:sldId id="256" r:id="rId3"/>
    <p:sldId id="276" r:id="rId4"/>
    <p:sldId id="257" r:id="rId5"/>
    <p:sldId id="260" r:id="rId6"/>
    <p:sldId id="261" r:id="rId7"/>
    <p:sldId id="262" r:id="rId8"/>
    <p:sldId id="263" r:id="rId9"/>
    <p:sldId id="264" r:id="rId10"/>
    <p:sldId id="265" r:id="rId11"/>
    <p:sldId id="269" r:id="rId12"/>
    <p:sldId id="267" r:id="rId13"/>
    <p:sldId id="274" r:id="rId14"/>
    <p:sldId id="270" r:id="rId15"/>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13">
          <p15:clr>
            <a:srgbClr val="A4A3A4"/>
          </p15:clr>
        </p15:guide>
        <p15:guide id="2" pos="348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阮 幸云" initials="阮"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8AC63"/>
    <a:srgbClr val="C17715"/>
    <a:srgbClr val="FA9355"/>
    <a:srgbClr val="B56A2A"/>
    <a:srgbClr val="A86C40"/>
    <a:srgbClr val="E66914"/>
    <a:srgbClr val="FA8F55"/>
    <a:srgbClr val="FA8855"/>
    <a:srgbClr val="FF7A55"/>
    <a:srgbClr val="F8AC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p:scale>
          <a:sx n="66" d="100"/>
          <a:sy n="66" d="100"/>
        </p:scale>
        <p:origin x="1051" y="562"/>
      </p:cViewPr>
      <p:guideLst>
        <p:guide orient="horz" pos="2413"/>
        <p:guide pos="3484"/>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3" Type="http://schemas.openxmlformats.org/officeDocument/2006/relationships/slide" Target="slides/slide1.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30" Type="http://schemas.openxmlformats.org/officeDocument/2006/relationships/commentAuthors" Target="commentAuthors.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FF4200"/>
            </a:solidFill>
            <a:ln w="19050">
              <a:noFill/>
            </a:ln>
          </c:spPr>
          <c:dPt>
            <c:idx val="0"/>
            <c:bubble3D val="0"/>
            <c:spPr>
              <a:solidFill>
                <a:schemeClr val="accent5"/>
              </a:solidFill>
              <a:ln w="19050">
                <a:noFill/>
              </a:ln>
              <a:effectLst/>
            </c:spPr>
            <c:extLst>
              <c:ext xmlns:c16="http://schemas.microsoft.com/office/drawing/2014/chart" uri="{C3380CC4-5D6E-409C-BE32-E72D297353CC}">
                <c16:uniqueId val="{00000001-BDA8-4835-9D40-5EB9A943BAD3}"/>
              </c:ext>
            </c:extLst>
          </c:dPt>
          <c:dPt>
            <c:idx val="1"/>
            <c:bubble3D val="0"/>
            <c:spPr>
              <a:solidFill>
                <a:srgbClr val="FA8F55"/>
              </a:solidFill>
              <a:ln w="19050">
                <a:noFill/>
              </a:ln>
              <a:effectLst/>
            </c:spPr>
            <c:extLst>
              <c:ext xmlns:c16="http://schemas.microsoft.com/office/drawing/2014/chart" uri="{C3380CC4-5D6E-409C-BE32-E72D297353CC}">
                <c16:uniqueId val="{00000003-BDA8-4835-9D40-5EB9A943BAD3}"/>
              </c:ext>
            </c:extLst>
          </c:dPt>
          <c:dPt>
            <c:idx val="2"/>
            <c:bubble3D val="0"/>
            <c:spPr>
              <a:solidFill>
                <a:schemeClr val="accent6"/>
              </a:solidFill>
              <a:ln w="19050">
                <a:noFill/>
              </a:ln>
              <a:effectLst/>
            </c:spPr>
            <c:extLst>
              <c:ext xmlns:c16="http://schemas.microsoft.com/office/drawing/2014/chart" uri="{C3380CC4-5D6E-409C-BE32-E72D297353CC}">
                <c16:uniqueId val="{00000005-BDA8-4835-9D40-5EB9A943BAD3}"/>
              </c:ext>
            </c:extLst>
          </c:dPt>
          <c:dPt>
            <c:idx val="3"/>
            <c:bubble3D val="0"/>
            <c:spPr>
              <a:solidFill>
                <a:schemeClr val="accent6">
                  <a:lumMod val="75000"/>
                </a:schemeClr>
              </a:solidFill>
              <a:ln w="19050">
                <a:noFill/>
              </a:ln>
              <a:effectLst/>
            </c:spPr>
            <c:extLst>
              <c:ext xmlns:c16="http://schemas.microsoft.com/office/drawing/2014/chart" uri="{C3380CC4-5D6E-409C-BE32-E72D297353CC}">
                <c16:uniqueId val="{00000007-BDA8-4835-9D40-5EB9A943BAD3}"/>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汉仪旗黑-45S" panose="00020600040101010101" pitchFamily="18" charset="-122"/>
                    <a:ea typeface="+mn-ea"/>
                    <a:cs typeface="+mn-cs"/>
                    <a:sym typeface="汉仪旗黑-45S" panose="00020600040101010101" pitchFamily="18" charset="-122"/>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10</c:v>
                </c:pt>
                <c:pt idx="1">
                  <c:v>20</c:v>
                </c:pt>
                <c:pt idx="2">
                  <c:v>30</c:v>
                </c:pt>
                <c:pt idx="3">
                  <c:v>40</c:v>
                </c:pt>
              </c:numCache>
            </c:numRef>
          </c:val>
          <c:extLst>
            <c:ext xmlns:c16="http://schemas.microsoft.com/office/drawing/2014/chart" uri="{C3380CC4-5D6E-409C-BE32-E72D297353CC}">
              <c16:uniqueId val="{00000008-BDA8-4835-9D40-5EB9A943BAD3}"/>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chart>
  <c:spPr>
    <a:noFill/>
    <a:ln>
      <a:noFill/>
    </a:ln>
    <a:effectLst/>
  </c:spPr>
  <c:txPr>
    <a:bodyPr/>
    <a:lstStyle/>
    <a:p>
      <a:pPr>
        <a:defRPr lang="zh-CN">
          <a:latin typeface="汉仪旗黑-45S" panose="00020600040101010101" pitchFamily="18" charset="-122"/>
          <a:sym typeface="汉仪旗黑-45S" panose="00020600040101010101" pitchFamily="18"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1"/>
          <c:order val="1"/>
          <c:tx>
            <c:strRef>
              <c:f>Sheet1!$C$1</c:f>
              <c:strCache>
                <c:ptCount val="1"/>
                <c:pt idx="0">
                  <c:v>系列 2</c:v>
                </c:pt>
              </c:strCache>
            </c:strRef>
          </c:tx>
          <c:spPr>
            <a:pattFill prst="narHorz">
              <a:fgClr>
                <a:srgbClr val="FA8F55"/>
              </a:fgClr>
              <a:bgClr>
                <a:schemeClr val="accent6"/>
              </a:bgClr>
            </a:pattFill>
            <a:ln>
              <a:noFill/>
            </a:ln>
            <a:effectLst>
              <a:innerShdw blurRad="114300">
                <a:schemeClr val="accent2"/>
              </a:innerShdw>
            </a:effectLst>
          </c:spPr>
          <c:cat>
            <c:strRef>
              <c:f>Sheet1!$A$2:$A$6</c:f>
              <c:strCache>
                <c:ptCount val="4"/>
                <c:pt idx="0">
                  <c:v>类别 1</c:v>
                </c:pt>
                <c:pt idx="1">
                  <c:v>类别 2</c:v>
                </c:pt>
                <c:pt idx="2">
                  <c:v>类别 3</c:v>
                </c:pt>
                <c:pt idx="3">
                  <c:v>类别 4</c:v>
                </c:pt>
              </c:strCache>
            </c:strRef>
          </c:cat>
          <c:val>
            <c:numRef>
              <c:f>Sheet1!$C$2:$C$6</c:f>
              <c:numCache>
                <c:formatCode>General</c:formatCode>
                <c:ptCount val="5"/>
                <c:pt idx="0">
                  <c:v>4.3</c:v>
                </c:pt>
                <c:pt idx="1">
                  <c:v>4.0999999999999996</c:v>
                </c:pt>
                <c:pt idx="2">
                  <c:v>3.5</c:v>
                </c:pt>
                <c:pt idx="3">
                  <c:v>4.5</c:v>
                </c:pt>
                <c:pt idx="4">
                  <c:v>4.7</c:v>
                </c:pt>
              </c:numCache>
            </c:numRef>
          </c:val>
          <c:extLst>
            <c:ext xmlns:c16="http://schemas.microsoft.com/office/drawing/2014/chart" uri="{C3380CC4-5D6E-409C-BE32-E72D297353CC}">
              <c16:uniqueId val="{00000000-B682-4273-A14A-BE90F13C41D5}"/>
            </c:ext>
          </c:extLst>
        </c:ser>
        <c:dLbls>
          <c:showLegendKey val="0"/>
          <c:showVal val="0"/>
          <c:showCatName val="0"/>
          <c:showSerName val="0"/>
          <c:showPercent val="0"/>
          <c:showBubbleSize val="0"/>
        </c:dLbls>
        <c:axId val="1716588416"/>
        <c:axId val="1843890784"/>
      </c:areaChart>
      <c:lineChart>
        <c:grouping val="standard"/>
        <c:varyColors val="0"/>
        <c:ser>
          <c:idx val="0"/>
          <c:order val="0"/>
          <c:tx>
            <c:strRef>
              <c:f>Sheet1!$B$1</c:f>
              <c:strCache>
                <c:ptCount val="1"/>
                <c:pt idx="0">
                  <c:v>系列 1</c:v>
                </c:pt>
              </c:strCache>
            </c:strRef>
          </c:tx>
          <c:spPr>
            <a:ln w="28575" cap="rnd">
              <a:solidFill>
                <a:srgbClr val="FF7A55"/>
              </a:solidFill>
              <a:round/>
            </a:ln>
            <a:effectLst/>
          </c:spPr>
          <c:marker>
            <c:symbol val="circle"/>
            <c:size val="6"/>
            <c:spPr>
              <a:solidFill>
                <a:schemeClr val="accent1"/>
              </a:solidFill>
              <a:ln>
                <a:noFill/>
              </a:ln>
              <a:effectLst/>
            </c:spPr>
          </c:marker>
          <c:cat>
            <c:strRef>
              <c:f>Sheet1!$A$2:$A$6</c:f>
              <c:strCache>
                <c:ptCount val="4"/>
                <c:pt idx="0">
                  <c:v>类别 1</c:v>
                </c:pt>
                <c:pt idx="1">
                  <c:v>类别 2</c:v>
                </c:pt>
                <c:pt idx="2">
                  <c:v>类别 3</c:v>
                </c:pt>
                <c:pt idx="3">
                  <c:v>类别 4</c:v>
                </c:pt>
              </c:strCache>
            </c:strRef>
          </c:cat>
          <c:val>
            <c:numRef>
              <c:f>Sheet1!$B$2:$B$6</c:f>
              <c:numCache>
                <c:formatCode>General</c:formatCode>
                <c:ptCount val="5"/>
                <c:pt idx="0">
                  <c:v>4.3</c:v>
                </c:pt>
                <c:pt idx="1">
                  <c:v>4.0999999999999996</c:v>
                </c:pt>
                <c:pt idx="2">
                  <c:v>3.5</c:v>
                </c:pt>
                <c:pt idx="3">
                  <c:v>4.5</c:v>
                </c:pt>
                <c:pt idx="4">
                  <c:v>4.7</c:v>
                </c:pt>
              </c:numCache>
            </c:numRef>
          </c:val>
          <c:smooth val="0"/>
          <c:extLst>
            <c:ext xmlns:c16="http://schemas.microsoft.com/office/drawing/2014/chart" uri="{C3380CC4-5D6E-409C-BE32-E72D297353CC}">
              <c16:uniqueId val="{00000001-B682-4273-A14A-BE90F13C41D5}"/>
            </c:ext>
          </c:extLst>
        </c:ser>
        <c:ser>
          <c:idx val="2"/>
          <c:order val="2"/>
          <c:tx>
            <c:strRef>
              <c:f>Sheet1!$D$1</c:f>
              <c:strCache>
                <c:ptCount val="1"/>
                <c:pt idx="0">
                  <c:v>列1</c:v>
                </c:pt>
              </c:strCache>
            </c:strRef>
          </c:tx>
          <c:spPr>
            <a:ln w="28575" cap="rnd">
              <a:solidFill>
                <a:schemeClr val="accent3"/>
              </a:solidFill>
              <a:round/>
            </a:ln>
            <a:effectLst/>
          </c:spPr>
          <c:marker>
            <c:symbol val="none"/>
          </c:marker>
          <c:cat>
            <c:strRef>
              <c:f>Sheet1!$A$2:$A$6</c:f>
              <c:strCache>
                <c:ptCount val="4"/>
                <c:pt idx="0">
                  <c:v>类别 1</c:v>
                </c:pt>
                <c:pt idx="1">
                  <c:v>类别 2</c:v>
                </c:pt>
                <c:pt idx="2">
                  <c:v>类别 3</c:v>
                </c:pt>
                <c:pt idx="3">
                  <c:v>类别 4</c:v>
                </c:pt>
              </c:strCache>
            </c:strRef>
          </c:cat>
          <c:val>
            <c:numRef>
              <c:f>Sheet1!$D$2:$D$6</c:f>
              <c:numCache>
                <c:formatCode>General</c:formatCode>
                <c:ptCount val="5"/>
              </c:numCache>
            </c:numRef>
          </c:val>
          <c:smooth val="0"/>
          <c:extLst>
            <c:ext xmlns:c16="http://schemas.microsoft.com/office/drawing/2014/chart" uri="{C3380CC4-5D6E-409C-BE32-E72D297353CC}">
              <c16:uniqueId val="{00000002-B682-4273-A14A-BE90F13C41D5}"/>
            </c:ext>
          </c:extLst>
        </c:ser>
        <c:dLbls>
          <c:showLegendKey val="0"/>
          <c:showVal val="0"/>
          <c:showCatName val="0"/>
          <c:showSerName val="0"/>
          <c:showPercent val="0"/>
          <c:showBubbleSize val="0"/>
        </c:dLbls>
        <c:marker val="1"/>
        <c:smooth val="0"/>
        <c:axId val="1716588416"/>
        <c:axId val="1843890784"/>
      </c:lineChart>
      <c:catAx>
        <c:axId val="1716588416"/>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43890784"/>
        <c:crosses val="autoZero"/>
        <c:auto val="1"/>
        <c:lblAlgn val="ctr"/>
        <c:lblOffset val="100"/>
        <c:noMultiLvlLbl val="0"/>
      </c:catAx>
      <c:valAx>
        <c:axId val="1843890784"/>
        <c:scaling>
          <c:orientation val="minMax"/>
        </c:scaling>
        <c:delete val="0"/>
        <c:axPos val="l"/>
        <c:majorGridlines>
          <c:spPr>
            <a:ln>
              <a:solidFill>
                <a:schemeClr val="tx1">
                  <a:lumMod val="15000"/>
                  <a:lumOff val="85000"/>
                </a:schemeClr>
              </a:solidFill>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716588416"/>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2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cap="flat" cmpd="sng" algn="ctr">
        <a:solidFill>
          <a:schemeClr val="tx1">
            <a:lumMod val="65000"/>
            <a:lumOff val="35000"/>
          </a:schemeClr>
        </a:solidFill>
        <a:round/>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15875" cap="flat" cmpd="sng" algn="ctr">
        <a:solidFill>
          <a:schemeClr val="tx1">
            <a:lumMod val="65000"/>
            <a:lumOff val="3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2022/4/8</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2022/4/8</a:t>
            </a:fld>
            <a:endParaRPr lang="zh-CN" altLang="en-US"/>
          </a:p>
        </p:txBody>
      </p:sp>
      <p:sp>
        <p:nvSpPr>
          <p:cNvPr id="4" name="幻灯片图像占位符 3"/>
          <p:cNvSpPr>
            <a:spLocks noGrp="1" noRot="1" noChangeAspect="1"/>
          </p:cNvSpPr>
          <p:nvPr>
            <p:ph type="sldImg" idx="2"/>
          </p:nvPr>
        </p:nvSpPr>
        <p:spPr>
          <a:xfrm>
            <a:off x="481282" y="1279287"/>
            <a:ext cx="6141182"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2037"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18" Type="http://schemas.openxmlformats.org/officeDocument/2006/relationships/image" Target="../media/image1.jpeg"/><Relationship Id="rId3" Type="http://schemas.openxmlformats.org/officeDocument/2006/relationships/tags" Target="../tags/tag9.xml"/><Relationship Id="rId21" Type="http://schemas.openxmlformats.org/officeDocument/2006/relationships/image" Target="../media/image4.png"/><Relationship Id="rId7" Type="http://schemas.openxmlformats.org/officeDocument/2006/relationships/tags" Target="../tags/tag13.xml"/><Relationship Id="rId12" Type="http://schemas.openxmlformats.org/officeDocument/2006/relationships/tags" Target="../tags/tag18.xml"/><Relationship Id="rId17" Type="http://schemas.openxmlformats.org/officeDocument/2006/relationships/slideMaster" Target="../slideMasters/slideMaster2.xml"/><Relationship Id="rId2" Type="http://schemas.openxmlformats.org/officeDocument/2006/relationships/tags" Target="../tags/tag8.xml"/><Relationship Id="rId16" Type="http://schemas.openxmlformats.org/officeDocument/2006/relationships/tags" Target="../tags/tag22.xml"/><Relationship Id="rId20" Type="http://schemas.openxmlformats.org/officeDocument/2006/relationships/image" Target="../media/image3.png"/><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5" Type="http://schemas.openxmlformats.org/officeDocument/2006/relationships/tags" Target="../tags/tag21.xml"/><Relationship Id="rId23" Type="http://schemas.openxmlformats.org/officeDocument/2006/relationships/image" Target="../media/image6.png"/><Relationship Id="rId10" Type="http://schemas.openxmlformats.org/officeDocument/2006/relationships/tags" Target="../tags/tag16.xml"/><Relationship Id="rId19" Type="http://schemas.openxmlformats.org/officeDocument/2006/relationships/image" Target="../media/image2.png"/><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tags" Target="../tags/tag20.xml"/><Relationship Id="rId2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Master" Target="../slideMasters/slideMaster2.xml"/><Relationship Id="rId5" Type="http://schemas.openxmlformats.org/officeDocument/2006/relationships/tags" Target="../tags/tag27.xml"/><Relationship Id="rId4" Type="http://schemas.openxmlformats.org/officeDocument/2006/relationships/tags" Target="../tags/tag26.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image" Target="../media/image7.png"/><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image" Target="../media/image1.jpeg"/><Relationship Id="rId2" Type="http://schemas.openxmlformats.org/officeDocument/2006/relationships/tags" Target="../tags/tag29.xml"/><Relationship Id="rId16" Type="http://schemas.openxmlformats.org/officeDocument/2006/relationships/slideMaster" Target="../slideMasters/slideMaster2.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5" Type="http://schemas.openxmlformats.org/officeDocument/2006/relationships/tags" Target="../tags/tag42.xml"/><Relationship Id="rId10" Type="http://schemas.openxmlformats.org/officeDocument/2006/relationships/tags" Target="../tags/tag37.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56.xml"/><Relationship Id="rId3" Type="http://schemas.openxmlformats.org/officeDocument/2006/relationships/tags" Target="../tags/tag51.xml"/><Relationship Id="rId7" Type="http://schemas.openxmlformats.org/officeDocument/2006/relationships/tags" Target="../tags/tag55.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9"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59.xml"/><Relationship Id="rId7"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slideMaster" Target="../slideMasters/slideMaster2.xml"/><Relationship Id="rId5" Type="http://schemas.openxmlformats.org/officeDocument/2006/relationships/tags" Target="../tags/tag76.xml"/><Relationship Id="rId4" Type="http://schemas.openxmlformats.org/officeDocument/2006/relationships/tags" Target="../tags/tag75.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slideMaster" Target="../slideMasters/slideMaster2.xml"/><Relationship Id="rId4" Type="http://schemas.openxmlformats.org/officeDocument/2006/relationships/tags" Target="../tags/tag80.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tags" Target="../tags/tag93.xml"/><Relationship Id="rId18" Type="http://schemas.openxmlformats.org/officeDocument/2006/relationships/image" Target="../media/image4.png"/><Relationship Id="rId3" Type="http://schemas.openxmlformats.org/officeDocument/2006/relationships/tags" Target="../tags/tag83.xml"/><Relationship Id="rId21" Type="http://schemas.openxmlformats.org/officeDocument/2006/relationships/image" Target="../media/image2.png"/><Relationship Id="rId7" Type="http://schemas.openxmlformats.org/officeDocument/2006/relationships/tags" Target="../tags/tag87.xml"/><Relationship Id="rId12" Type="http://schemas.openxmlformats.org/officeDocument/2006/relationships/tags" Target="../tags/tag92.xml"/><Relationship Id="rId17" Type="http://schemas.openxmlformats.org/officeDocument/2006/relationships/image" Target="../media/image1.jpeg"/><Relationship Id="rId2" Type="http://schemas.openxmlformats.org/officeDocument/2006/relationships/tags" Target="../tags/tag82.xml"/><Relationship Id="rId16" Type="http://schemas.openxmlformats.org/officeDocument/2006/relationships/slideMaster" Target="../slideMasters/slideMaster2.xml"/><Relationship Id="rId20" Type="http://schemas.openxmlformats.org/officeDocument/2006/relationships/image" Target="../media/image8.png"/><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tags" Target="../tags/tag91.xml"/><Relationship Id="rId5" Type="http://schemas.openxmlformats.org/officeDocument/2006/relationships/tags" Target="../tags/tag85.xml"/><Relationship Id="rId15" Type="http://schemas.openxmlformats.org/officeDocument/2006/relationships/tags" Target="../tags/tag95.xml"/><Relationship Id="rId10" Type="http://schemas.openxmlformats.org/officeDocument/2006/relationships/tags" Target="../tags/tag90.xml"/><Relationship Id="rId19" Type="http://schemas.openxmlformats.org/officeDocument/2006/relationships/image" Target="../media/image5.png"/><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tags" Target="../tags/tag94.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98.xml"/><Relationship Id="rId7"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s>
</file>

<file path=ppt/slideLayouts/_rels/slideLayout23.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04.xml"/><Relationship Id="rId7" Type="http://schemas.openxmlformats.org/officeDocument/2006/relationships/tags" Target="../tags/tag108.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9"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116.xml"/><Relationship Id="rId3" Type="http://schemas.openxmlformats.org/officeDocument/2006/relationships/tags" Target="../tags/tag111.xml"/><Relationship Id="rId7" Type="http://schemas.openxmlformats.org/officeDocument/2006/relationships/tags" Target="../tags/tag115.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5" Type="http://schemas.openxmlformats.org/officeDocument/2006/relationships/tags" Target="../tags/tag113.xml"/><Relationship Id="rId10" Type="http://schemas.openxmlformats.org/officeDocument/2006/relationships/image" Target="../media/image10.png"/><Relationship Id="rId4" Type="http://schemas.openxmlformats.org/officeDocument/2006/relationships/tags" Target="../tags/tag112.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24.xml"/><Relationship Id="rId3" Type="http://schemas.openxmlformats.org/officeDocument/2006/relationships/tags" Target="../tags/tag119.xml"/><Relationship Id="rId7" Type="http://schemas.openxmlformats.org/officeDocument/2006/relationships/tags" Target="../tags/tag123.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5" Type="http://schemas.openxmlformats.org/officeDocument/2006/relationships/tags" Target="../tags/tag121.xml"/><Relationship Id="rId10" Type="http://schemas.openxmlformats.org/officeDocument/2006/relationships/image" Target="../media/image11.png"/><Relationship Id="rId4" Type="http://schemas.openxmlformats.org/officeDocument/2006/relationships/tags" Target="../tags/tag120.xml"/><Relationship Id="rId9"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32.xml"/><Relationship Id="rId3" Type="http://schemas.openxmlformats.org/officeDocument/2006/relationships/tags" Target="../tags/tag127.xml"/><Relationship Id="rId7" Type="http://schemas.openxmlformats.org/officeDocument/2006/relationships/tags" Target="../tags/tag131.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5" Type="http://schemas.openxmlformats.org/officeDocument/2006/relationships/tags" Target="../tags/tag129.xml"/><Relationship Id="rId10" Type="http://schemas.openxmlformats.org/officeDocument/2006/relationships/image" Target="../media/image12.png"/><Relationship Id="rId4" Type="http://schemas.openxmlformats.org/officeDocument/2006/relationships/tags" Target="../tags/tag128.xml"/><Relationship Id="rId9"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40.xm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image" Target="../media/image13.png"/><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slideMaster" Target="../slideMasters/slideMaster2.xml"/><Relationship Id="rId5" Type="http://schemas.openxmlformats.org/officeDocument/2006/relationships/tags" Target="../tags/tag137.xml"/><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50.xml"/><Relationship Id="rId13" Type="http://schemas.openxmlformats.org/officeDocument/2006/relationships/image" Target="../media/image14.png"/><Relationship Id="rId3" Type="http://schemas.openxmlformats.org/officeDocument/2006/relationships/tags" Target="../tags/tag145.xml"/><Relationship Id="rId7" Type="http://schemas.openxmlformats.org/officeDocument/2006/relationships/tags" Target="../tags/tag149.xml"/><Relationship Id="rId12" Type="http://schemas.openxmlformats.org/officeDocument/2006/relationships/image" Target="../media/image3.png"/><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image" Target="../media/image1.jpeg"/><Relationship Id="rId5" Type="http://schemas.openxmlformats.org/officeDocument/2006/relationships/tags" Target="../tags/tag147.xml"/><Relationship Id="rId10" Type="http://schemas.openxmlformats.org/officeDocument/2006/relationships/slideMaster" Target="../slideMasters/slideMaster2.xml"/><Relationship Id="rId4" Type="http://schemas.openxmlformats.org/officeDocument/2006/relationships/tags" Target="../tags/tag146.xml"/><Relationship Id="rId9" Type="http://schemas.openxmlformats.org/officeDocument/2006/relationships/tags" Target="../tags/tag15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150" y="1122363"/>
            <a:ext cx="91449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150" y="3602038"/>
            <a:ext cx="91449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2022/4/8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2022/4/8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932" y="1709738"/>
            <a:ext cx="10516635"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932" y="4589463"/>
            <a:ext cx="1051663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2022/4/8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83" y="1825625"/>
            <a:ext cx="518211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808" y="1825625"/>
            <a:ext cx="518211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2022/4/8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71" y="365125"/>
            <a:ext cx="10516635" cy="1325563"/>
          </a:xfrm>
        </p:spPr>
        <p:txBody>
          <a:bodyPr/>
          <a:lstStyle/>
          <a:p>
            <a:r>
              <a:rPr lang="zh-CN" altLang="en-US"/>
              <a:t>单击此处编辑母版标题样式</a:t>
            </a:r>
          </a:p>
        </p:txBody>
      </p:sp>
      <p:sp>
        <p:nvSpPr>
          <p:cNvPr id="3" name="文本占位符 2"/>
          <p:cNvSpPr>
            <a:spLocks noGrp="1"/>
          </p:cNvSpPr>
          <p:nvPr>
            <p:ph type="body" idx="1"/>
          </p:nvPr>
        </p:nvSpPr>
        <p:spPr>
          <a:xfrm>
            <a:off x="1186891" y="1778438"/>
            <a:ext cx="487405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891" y="2665379"/>
            <a:ext cx="487405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7554" y="1778438"/>
            <a:ext cx="4898058"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7554" y="2665379"/>
            <a:ext cx="4898058"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2022/4/8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2022/4/8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2022/4/8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71" y="457200"/>
            <a:ext cx="416575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698" y="457201"/>
            <a:ext cx="6172808"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871" y="2057400"/>
            <a:ext cx="416575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2022/4/8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5759" y="365125"/>
            <a:ext cx="2629159"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83" y="365125"/>
            <a:ext cx="7735062"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2022/4/8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83" y="365125"/>
            <a:ext cx="10516635"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2022/4/8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2"/>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rotWithShape="1">
          <a:blip r:embed="rId18" cstate="screen"/>
          <a:srcRect/>
          <a:stretch>
            <a:fillRect/>
          </a:stretch>
        </p:blipFill>
        <p:spPr>
          <a:xfrm>
            <a:off x="0" y="-944"/>
            <a:ext cx="12193201" cy="6858944"/>
          </a:xfrm>
          <a:prstGeom prst="rect">
            <a:avLst/>
          </a:prstGeom>
        </p:spPr>
      </p:pic>
      <p:sp>
        <p:nvSpPr>
          <p:cNvPr id="8" name="矩形 7"/>
          <p:cNvSpPr/>
          <p:nvPr userDrawn="1">
            <p:custDataLst>
              <p:tags r:id="rId2"/>
            </p:custDataLst>
          </p:nvPr>
        </p:nvSpPr>
        <p:spPr>
          <a:xfrm>
            <a:off x="0" y="0"/>
            <a:ext cx="12193201" cy="6858944"/>
          </a:xfrm>
          <a:prstGeom prst="rect">
            <a:avLst/>
          </a:prstGeom>
          <a:gradFill>
            <a:gsLst>
              <a:gs pos="0">
                <a:srgbClr val="C60101">
                  <a:alpha val="0"/>
                </a:srgbClr>
              </a:gs>
              <a:gs pos="100000">
                <a:srgbClr val="C6010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0" dirty="0">
              <a:latin typeface="Arial" panose="020B0604020202090204" pitchFamily="34" charset="0"/>
            </a:endParaRPr>
          </a:p>
        </p:txBody>
      </p:sp>
      <p:pic>
        <p:nvPicPr>
          <p:cNvPr id="22" name="图片 21"/>
          <p:cNvPicPr>
            <a:picLocks noChangeAspect="1"/>
          </p:cNvPicPr>
          <p:nvPr userDrawn="1">
            <p:custDataLst>
              <p:tags r:id="rId3"/>
            </p:custDataLst>
          </p:nvPr>
        </p:nvPicPr>
        <p:blipFill>
          <a:blip r:embed="rId19"/>
          <a:stretch>
            <a:fillRect/>
          </a:stretch>
        </p:blipFill>
        <p:spPr>
          <a:xfrm>
            <a:off x="7102576" y="-1335221"/>
            <a:ext cx="5090624" cy="5090123"/>
          </a:xfrm>
          <a:prstGeom prst="rect">
            <a:avLst/>
          </a:prstGeom>
        </p:spPr>
      </p:pic>
      <p:pic>
        <p:nvPicPr>
          <p:cNvPr id="23" name="图片 22"/>
          <p:cNvPicPr>
            <a:picLocks noChangeAspect="1"/>
          </p:cNvPicPr>
          <p:nvPr userDrawn="1">
            <p:custDataLst>
              <p:tags r:id="rId4"/>
            </p:custDataLst>
          </p:nvPr>
        </p:nvPicPr>
        <p:blipFill rotWithShape="1">
          <a:blip r:embed="rId20" cstate="screen"/>
          <a:srcRect/>
          <a:stretch>
            <a:fillRect/>
          </a:stretch>
        </p:blipFill>
        <p:spPr>
          <a:xfrm>
            <a:off x="0" y="2784119"/>
            <a:ext cx="12193201" cy="4074516"/>
          </a:xfrm>
          <a:prstGeom prst="rect">
            <a:avLst/>
          </a:prstGeom>
        </p:spPr>
      </p:pic>
      <p:sp>
        <p:nvSpPr>
          <p:cNvPr id="2" name="标题 1"/>
          <p:cNvSpPr>
            <a:spLocks noGrp="1"/>
          </p:cNvSpPr>
          <p:nvPr>
            <p:ph type="ctrTitle" hasCustomPrompt="1"/>
            <p:custDataLst>
              <p:tags r:id="rId5"/>
            </p:custDataLst>
          </p:nvPr>
        </p:nvSpPr>
        <p:spPr>
          <a:xfrm>
            <a:off x="1389672" y="1465943"/>
            <a:ext cx="9413858" cy="1499147"/>
          </a:xfrm>
        </p:spPr>
        <p:txBody>
          <a:bodyPr wrap="square" lIns="91440" tIns="45720" rIns="91440" bIns="45720" anchor="b" anchorCtr="0">
            <a:normAutofit/>
          </a:bodyPr>
          <a:lstStyle>
            <a:lvl1pPr algn="ctr">
              <a:defRPr sz="6600" b="0" spc="600" baseline="0">
                <a:solidFill>
                  <a:schemeClr val="bg1"/>
                </a:solidFill>
                <a:latin typeface="Arial" panose="020B0604020202090204" pitchFamily="34" charset="0"/>
                <a:ea typeface="汉仪尚巍手书W" panose="00020600040101010101" pitchFamily="18" charset="-122"/>
              </a:defRPr>
            </a:lvl1pPr>
          </a:lstStyle>
          <a:p>
            <a:r>
              <a:rPr lang="zh-CN" altLang="en-US" dirty="0"/>
              <a:t>单击此处编辑标题</a:t>
            </a:r>
          </a:p>
        </p:txBody>
      </p:sp>
      <p:sp>
        <p:nvSpPr>
          <p:cNvPr id="16" name="日期占位符 15"/>
          <p:cNvSpPr>
            <a:spLocks noGrp="1"/>
          </p:cNvSpPr>
          <p:nvPr>
            <p:ph type="dt" sz="half" idx="10"/>
            <p:custDataLst>
              <p:tags r:id="rId6"/>
            </p:custDataLst>
          </p:nvPr>
        </p:nvSpPr>
        <p:spPr/>
        <p:txBody>
          <a:bodyPr>
            <a:normAutofit/>
          </a:bodyPr>
          <a:lstStyle>
            <a:lvl1pPr>
              <a:defRPr baseline="0">
                <a:solidFill>
                  <a:schemeClr val="tx1">
                    <a:lumMod val="85000"/>
                    <a:lumOff val="15000"/>
                  </a:schemeClr>
                </a:solidFill>
                <a:latin typeface="Arial" panose="020B0604020202090204" pitchFamily="34" charset="0"/>
              </a:defRPr>
            </a:lvl1pPr>
          </a:lstStyle>
          <a:p>
            <a:fld id="{760FBDFE-C587-4B4C-A407-44438C67B59E}" type="datetimeFigureOut">
              <a:rPr lang="zh-CN" altLang="en-US" smtClean="0"/>
              <a:t>2022/4/8</a:t>
            </a:fld>
            <a:endParaRPr lang="zh-CN" altLang="en-US"/>
          </a:p>
        </p:txBody>
      </p:sp>
      <p:sp>
        <p:nvSpPr>
          <p:cNvPr id="17" name="页脚占位符 16"/>
          <p:cNvSpPr>
            <a:spLocks noGrp="1"/>
          </p:cNvSpPr>
          <p:nvPr>
            <p:ph type="ftr" sz="quarter" idx="11"/>
            <p:custDataLst>
              <p:tags r:id="rId7"/>
            </p:custDataLst>
          </p:nvPr>
        </p:nvSpPr>
        <p:spPr/>
        <p:txBody>
          <a:bodyPr>
            <a:normAutofit/>
          </a:bodyPr>
          <a:lstStyle>
            <a:lvl1pPr>
              <a:defRPr baseline="0">
                <a:solidFill>
                  <a:schemeClr val="tx1">
                    <a:lumMod val="85000"/>
                    <a:lumOff val="15000"/>
                  </a:schemeClr>
                </a:solidFill>
                <a:latin typeface="Arial" panose="020B0604020202090204" pitchFamily="34" charset="0"/>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normAutofit/>
          </a:bodyPr>
          <a:lstStyle>
            <a:lvl1pPr>
              <a:defRPr baseline="0">
                <a:solidFill>
                  <a:schemeClr val="tx1">
                    <a:lumMod val="85000"/>
                    <a:lumOff val="15000"/>
                  </a:schemeClr>
                </a:solidFill>
                <a:latin typeface="Arial" panose="020B0604020202090204" pitchFamily="34" charset="0"/>
              </a:defRPr>
            </a:lvl1pPr>
          </a:lstStyle>
          <a:p>
            <a:fld id="{49AE70B2-8BF9-45C0-BB95-33D1B9D3A854}" type="slidenum">
              <a:rPr lang="zh-CN" altLang="en-US" smtClean="0"/>
              <a:t>‹#›</a:t>
            </a:fld>
            <a:endParaRPr lang="zh-CN" altLang="en-US" dirty="0"/>
          </a:p>
        </p:txBody>
      </p:sp>
      <p:sp>
        <p:nvSpPr>
          <p:cNvPr id="3" name="副标题 2"/>
          <p:cNvSpPr>
            <a:spLocks noGrp="1"/>
          </p:cNvSpPr>
          <p:nvPr>
            <p:ph type="subTitle" idx="1" hasCustomPrompt="1"/>
            <p:custDataLst>
              <p:tags r:id="rId9"/>
            </p:custDataLst>
          </p:nvPr>
        </p:nvSpPr>
        <p:spPr>
          <a:xfrm>
            <a:off x="1389672" y="3043801"/>
            <a:ext cx="9413858" cy="496181"/>
          </a:xfrm>
        </p:spPr>
        <p:txBody>
          <a:bodyPr wrap="square" lIns="91440" tIns="45720" rIns="91440" bIns="45720">
            <a:normAutofit/>
          </a:bodyPr>
          <a:lstStyle>
            <a:lvl1pPr marL="0" indent="0" algn="ctr" eaLnBrk="1" fontAlgn="auto" latinLnBrk="0" hangingPunct="1">
              <a:lnSpc>
                <a:spcPct val="100000"/>
              </a:lnSpc>
              <a:buNone/>
              <a:defRPr sz="2400" u="none" strike="noStrike" kern="1200" cap="none" spc="200" normalizeH="0" baseline="0">
                <a:solidFill>
                  <a:schemeClr val="bg1"/>
                </a:solidFill>
                <a:uFillTx/>
                <a:latin typeface="Arial" panose="020B0604020202090204" pitchFamily="34" charset="0"/>
                <a:ea typeface="楷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cxnSp>
        <p:nvCxnSpPr>
          <p:cNvPr id="11" name="直接连接符 10"/>
          <p:cNvCxnSpPr/>
          <p:nvPr userDrawn="1">
            <p:custDataLst>
              <p:tags r:id="rId10"/>
            </p:custDataLst>
          </p:nvPr>
        </p:nvCxnSpPr>
        <p:spPr>
          <a:xfrm>
            <a:off x="3563671" y="3014520"/>
            <a:ext cx="6522233"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12" name="椭圆 11"/>
          <p:cNvSpPr/>
          <p:nvPr userDrawn="1">
            <p:custDataLst>
              <p:tags r:id="rId11"/>
            </p:custDataLst>
          </p:nvPr>
        </p:nvSpPr>
        <p:spPr>
          <a:xfrm flipV="1">
            <a:off x="10166612" y="2937148"/>
            <a:ext cx="164174" cy="154744"/>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0">
              <a:latin typeface="Arial" panose="020B0604020202090204" pitchFamily="34" charset="0"/>
            </a:endParaRPr>
          </a:p>
        </p:txBody>
      </p:sp>
      <p:pic>
        <p:nvPicPr>
          <p:cNvPr id="13" name="图片 12"/>
          <p:cNvPicPr>
            <a:picLocks noChangeAspect="1"/>
          </p:cNvPicPr>
          <p:nvPr userDrawn="1">
            <p:custDataLst>
              <p:tags r:id="rId12"/>
            </p:custDataLst>
          </p:nvPr>
        </p:nvPicPr>
        <p:blipFill>
          <a:blip r:embed="rId21"/>
          <a:stretch>
            <a:fillRect/>
          </a:stretch>
        </p:blipFill>
        <p:spPr>
          <a:xfrm>
            <a:off x="9895120" y="2690012"/>
            <a:ext cx="688568" cy="649015"/>
          </a:xfrm>
          <a:prstGeom prst="rect">
            <a:avLst/>
          </a:prstGeom>
        </p:spPr>
      </p:pic>
      <p:cxnSp>
        <p:nvCxnSpPr>
          <p:cNvPr id="15" name="直接连接符 14"/>
          <p:cNvCxnSpPr/>
          <p:nvPr userDrawn="1">
            <p:custDataLst>
              <p:tags r:id="rId13"/>
            </p:custDataLst>
          </p:nvPr>
        </p:nvCxnSpPr>
        <p:spPr>
          <a:xfrm flipH="1">
            <a:off x="2091518" y="3621028"/>
            <a:ext cx="6795564"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19" name="椭圆 18"/>
          <p:cNvSpPr/>
          <p:nvPr userDrawn="1">
            <p:custDataLst>
              <p:tags r:id="rId14"/>
            </p:custDataLst>
          </p:nvPr>
        </p:nvSpPr>
        <p:spPr>
          <a:xfrm flipH="1" flipV="1">
            <a:off x="1982047" y="3543656"/>
            <a:ext cx="171055" cy="154744"/>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0">
              <a:latin typeface="Arial" panose="020B0604020202090204" pitchFamily="34" charset="0"/>
            </a:endParaRPr>
          </a:p>
        </p:txBody>
      </p:sp>
      <p:pic>
        <p:nvPicPr>
          <p:cNvPr id="20" name="图片 19"/>
          <p:cNvPicPr>
            <a:picLocks noChangeAspect="1"/>
          </p:cNvPicPr>
          <p:nvPr userDrawn="1">
            <p:custDataLst>
              <p:tags r:id="rId15"/>
            </p:custDataLst>
          </p:nvPr>
        </p:nvPicPr>
        <p:blipFill>
          <a:blip r:embed="rId22"/>
          <a:stretch>
            <a:fillRect/>
          </a:stretch>
        </p:blipFill>
        <p:spPr>
          <a:xfrm flipH="1">
            <a:off x="1708862" y="3322935"/>
            <a:ext cx="717424" cy="649015"/>
          </a:xfrm>
          <a:prstGeom prst="rect">
            <a:avLst/>
          </a:prstGeom>
        </p:spPr>
      </p:pic>
      <p:pic>
        <p:nvPicPr>
          <p:cNvPr id="4" name="图片 3"/>
          <p:cNvPicPr>
            <a:picLocks noChangeAspect="1"/>
          </p:cNvPicPr>
          <p:nvPr userDrawn="1">
            <p:custDataLst>
              <p:tags r:id="rId16"/>
            </p:custDataLst>
          </p:nvPr>
        </p:nvPicPr>
        <p:blipFill rotWithShape="1">
          <a:blip r:embed="rId23"/>
          <a:srcRect/>
          <a:stretch>
            <a:fillRect/>
          </a:stretch>
        </p:blipFill>
        <p:spPr>
          <a:xfrm>
            <a:off x="9526" y="5781040"/>
            <a:ext cx="2427209" cy="106489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48" y="443234"/>
            <a:ext cx="10853306" cy="441964"/>
          </a:xfrm>
        </p:spPr>
        <p:txBody>
          <a:bodyPr vert="horz" lIns="101600" tIns="38100" rIns="76200" bIns="3810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948" y="952508"/>
            <a:ext cx="10853306"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fld id="{760FBDFE-C587-4B4C-A407-44438C67B59E}" type="datetimeFigureOut">
              <a:rPr lang="zh-CN" altLang="en-US" smtClean="0"/>
              <a:t>2022/4/8</a:t>
            </a:fld>
            <a:endParaRPr lang="zh-CN" altLang="en-US"/>
          </a:p>
        </p:txBody>
      </p:sp>
      <p:sp>
        <p:nvSpPr>
          <p:cNvPr id="5" name="页脚占位符 4"/>
          <p:cNvSpPr>
            <a:spLocks noGrp="1"/>
          </p:cNvSpPr>
          <p:nvPr>
            <p:ph type="ftr" sz="quarter" idx="11"/>
            <p:custDataLst>
              <p:tags r:id="rId4"/>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endParaRPr lang="zh-CN" altLang="en-US"/>
          </a:p>
        </p:txBody>
      </p:sp>
      <p:sp>
        <p:nvSpPr>
          <p:cNvPr id="6" name="灯片编号占位符 5"/>
          <p:cNvSpPr>
            <a:spLocks noGrp="1"/>
          </p:cNvSpPr>
          <p:nvPr>
            <p:ph type="sldNum" sz="quarter" idx="12"/>
            <p:custDataLst>
              <p:tags r:id="rId5"/>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rotWithShape="1">
          <a:blip r:embed="rId17" cstate="screen"/>
          <a:srcRect/>
          <a:stretch>
            <a:fillRect/>
          </a:stretch>
        </p:blipFill>
        <p:spPr>
          <a:xfrm>
            <a:off x="0" y="-944"/>
            <a:ext cx="12193201" cy="6858944"/>
          </a:xfrm>
          <a:prstGeom prst="rect">
            <a:avLst/>
          </a:prstGeom>
        </p:spPr>
      </p:pic>
      <p:sp>
        <p:nvSpPr>
          <p:cNvPr id="8" name="矩形 7"/>
          <p:cNvSpPr/>
          <p:nvPr userDrawn="1">
            <p:custDataLst>
              <p:tags r:id="rId2"/>
            </p:custDataLst>
          </p:nvPr>
        </p:nvSpPr>
        <p:spPr>
          <a:xfrm>
            <a:off x="0" y="-944"/>
            <a:ext cx="12193201" cy="6858944"/>
          </a:xfrm>
          <a:prstGeom prst="rect">
            <a:avLst/>
          </a:prstGeom>
          <a:gradFill>
            <a:gsLst>
              <a:gs pos="0">
                <a:srgbClr val="C60101">
                  <a:alpha val="0"/>
                </a:srgbClr>
              </a:gs>
              <a:gs pos="100000">
                <a:srgbClr val="C6010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grpSp>
        <p:nvGrpSpPr>
          <p:cNvPr id="9" name="组合 8"/>
          <p:cNvGrpSpPr/>
          <p:nvPr userDrawn="1">
            <p:custDataLst>
              <p:tags r:id="rId3"/>
            </p:custDataLst>
          </p:nvPr>
        </p:nvGrpSpPr>
        <p:grpSpPr>
          <a:xfrm flipH="1">
            <a:off x="7466113" y="4540754"/>
            <a:ext cx="2609475" cy="611854"/>
            <a:chOff x="7054321" y="2707848"/>
            <a:chExt cx="2039715" cy="528670"/>
          </a:xfrm>
        </p:grpSpPr>
        <p:cxnSp>
          <p:nvCxnSpPr>
            <p:cNvPr id="10" name="直接连接符 9"/>
            <p:cNvCxnSpPr/>
            <p:nvPr>
              <p:custDataLst>
                <p:tags r:id="rId13"/>
              </p:custDataLst>
            </p:nvPr>
          </p:nvCxnSpPr>
          <p:spPr>
            <a:xfrm>
              <a:off x="7054321" y="2982351"/>
              <a:ext cx="1611376"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custDataLst>
                <p:tags r:id="rId14"/>
              </p:custDataLst>
            </p:nvPr>
          </p:nvSpPr>
          <p:spPr>
            <a:xfrm flipV="1">
              <a:off x="8665698" y="2904979"/>
              <a:ext cx="154744" cy="154744"/>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2" name="图片 11"/>
            <p:cNvPicPr>
              <a:picLocks noChangeAspect="1"/>
            </p:cNvPicPr>
            <p:nvPr>
              <p:custDataLst>
                <p:tags r:id="rId15"/>
              </p:custDataLst>
            </p:nvPr>
          </p:nvPicPr>
          <p:blipFill>
            <a:blip r:embed="rId18"/>
            <a:stretch>
              <a:fillRect/>
            </a:stretch>
          </p:blipFill>
          <p:spPr>
            <a:xfrm>
              <a:off x="8565367" y="2707848"/>
              <a:ext cx="528669" cy="528670"/>
            </a:xfrm>
            <a:prstGeom prst="rect">
              <a:avLst/>
            </a:prstGeom>
          </p:spPr>
        </p:pic>
      </p:grpSp>
      <p:grpSp>
        <p:nvGrpSpPr>
          <p:cNvPr id="13" name="组合 12"/>
          <p:cNvGrpSpPr/>
          <p:nvPr userDrawn="1">
            <p:custDataLst>
              <p:tags r:id="rId4"/>
            </p:custDataLst>
          </p:nvPr>
        </p:nvGrpSpPr>
        <p:grpSpPr>
          <a:xfrm>
            <a:off x="8345892" y="2949071"/>
            <a:ext cx="2585781" cy="611854"/>
            <a:chOff x="7054321" y="2707848"/>
            <a:chExt cx="2021195" cy="528670"/>
          </a:xfrm>
        </p:grpSpPr>
        <p:cxnSp>
          <p:nvCxnSpPr>
            <p:cNvPr id="14" name="直接连接符 13"/>
            <p:cNvCxnSpPr/>
            <p:nvPr>
              <p:custDataLst>
                <p:tags r:id="rId10"/>
              </p:custDataLst>
            </p:nvPr>
          </p:nvCxnSpPr>
          <p:spPr>
            <a:xfrm>
              <a:off x="7054321" y="2982351"/>
              <a:ext cx="1611376"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11"/>
              </p:custDataLst>
            </p:nvPr>
          </p:nvSpPr>
          <p:spPr>
            <a:xfrm flipV="1">
              <a:off x="8665698" y="2904979"/>
              <a:ext cx="154744" cy="154744"/>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6" name="图片 15"/>
            <p:cNvPicPr>
              <a:picLocks noChangeAspect="1"/>
            </p:cNvPicPr>
            <p:nvPr>
              <p:custDataLst>
                <p:tags r:id="rId12"/>
              </p:custDataLst>
            </p:nvPr>
          </p:nvPicPr>
          <p:blipFill>
            <a:blip r:embed="rId18"/>
            <a:stretch>
              <a:fillRect/>
            </a:stretch>
          </p:blipFill>
          <p:spPr>
            <a:xfrm>
              <a:off x="8546847" y="2707848"/>
              <a:ext cx="528669" cy="528670"/>
            </a:xfrm>
            <a:prstGeom prst="rect">
              <a:avLst/>
            </a:prstGeom>
          </p:spPr>
        </p:pic>
      </p:grpSp>
      <p:sp>
        <p:nvSpPr>
          <p:cNvPr id="2" name="标题 1"/>
          <p:cNvSpPr>
            <a:spLocks noGrp="1"/>
          </p:cNvSpPr>
          <p:nvPr>
            <p:ph type="title" hasCustomPrompt="1"/>
            <p:custDataLst>
              <p:tags r:id="rId5"/>
            </p:custDataLst>
          </p:nvPr>
        </p:nvSpPr>
        <p:spPr>
          <a:xfrm>
            <a:off x="7617964" y="3343529"/>
            <a:ext cx="3459025" cy="738077"/>
          </a:xfrm>
        </p:spPr>
        <p:txBody>
          <a:bodyPr lIns="91440" tIns="45720" rIns="91440" bIns="45720" anchor="b" anchorCtr="0">
            <a:normAutofit/>
          </a:bodyPr>
          <a:lstStyle>
            <a:lvl1pPr algn="ctr">
              <a:defRPr sz="3600" b="0" u="none" strike="noStrike" kern="1200" cap="none" spc="300" normalizeH="0" baseline="0">
                <a:solidFill>
                  <a:schemeClr val="bg1"/>
                </a:solidFill>
                <a:uFillTx/>
                <a:latin typeface="Arial" panose="020B0604020202090204" pitchFamily="34" charset="0"/>
                <a:ea typeface="汉仪尚巍手书W" panose="00020600040101010101" pitchFamily="18" charset="-122"/>
              </a:defRPr>
            </a:lvl1pPr>
          </a:lstStyle>
          <a:p>
            <a:r>
              <a:rPr lang="zh-CN" altLang="en-US" dirty="0"/>
              <a:t>编辑标题</a:t>
            </a:r>
          </a:p>
        </p:txBody>
      </p:sp>
      <p:sp>
        <p:nvSpPr>
          <p:cNvPr id="3" name="文本占位符 2"/>
          <p:cNvSpPr>
            <a:spLocks noGrp="1"/>
          </p:cNvSpPr>
          <p:nvPr>
            <p:ph type="body" idx="1" hasCustomPrompt="1"/>
            <p:custDataLst>
              <p:tags r:id="rId6"/>
            </p:custDataLst>
          </p:nvPr>
        </p:nvSpPr>
        <p:spPr>
          <a:xfrm>
            <a:off x="7617959" y="4159707"/>
            <a:ext cx="3459025" cy="611854"/>
          </a:xfrm>
        </p:spPr>
        <p:txBody>
          <a:bodyPr lIns="91440" tIns="45720" rIns="91440" bIns="45720">
            <a:normAutofit/>
          </a:bodyPr>
          <a:lstStyle>
            <a:lvl1pPr marL="0" indent="0" algn="ctr" eaLnBrk="1" fontAlgn="auto" latinLnBrk="0" hangingPunct="1">
              <a:lnSpc>
                <a:spcPct val="100000"/>
              </a:lnSpc>
              <a:spcAft>
                <a:spcPts val="0"/>
              </a:spcAft>
              <a:buNone/>
              <a:defRPr kumimoji="0" lang="zh-CN" altLang="en-US" sz="2400" b="0" i="1" u="none" strike="noStrike" kern="1200" cap="none" spc="150" normalizeH="0" baseline="0" noProof="1">
                <a:solidFill>
                  <a:schemeClr val="bg1"/>
                </a:solidFill>
                <a:uFillTx/>
                <a:latin typeface="楷体" panose="02010609060101010101" pitchFamily="49" charset="-122"/>
                <a:ea typeface="楷体" panose="02010609060101010101" pitchFamily="49"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7"/>
            </p:custDataLst>
          </p:nvPr>
        </p:nvSpPr>
        <p:spPr/>
        <p:txBody>
          <a:bodyPr>
            <a:normAutofit/>
          </a:bodyPr>
          <a:lstStyle>
            <a:lvl1pPr>
              <a:defRPr baseline="0">
                <a:solidFill>
                  <a:schemeClr val="tx1">
                    <a:lumMod val="85000"/>
                    <a:lumOff val="15000"/>
                  </a:schemeClr>
                </a:solidFill>
                <a:latin typeface="楷体" panose="02010609060101010101" pitchFamily="49" charset="-122"/>
                <a:ea typeface="楷体" panose="02010609060101010101" pitchFamily="49" charset="-122"/>
              </a:defRPr>
            </a:lvl1pPr>
          </a:lstStyle>
          <a:p>
            <a:fld id="{760FBDFE-C587-4B4C-A407-44438C67B59E}" type="datetimeFigureOut">
              <a:rPr lang="zh-CN" altLang="en-US" smtClean="0"/>
              <a:t>2022/4/8</a:t>
            </a:fld>
            <a:endParaRPr lang="zh-CN" altLang="en-US"/>
          </a:p>
        </p:txBody>
      </p:sp>
      <p:sp>
        <p:nvSpPr>
          <p:cNvPr id="5" name="页脚占位符 4"/>
          <p:cNvSpPr>
            <a:spLocks noGrp="1"/>
          </p:cNvSpPr>
          <p:nvPr>
            <p:ph type="ftr" sz="quarter" idx="11"/>
            <p:custDataLst>
              <p:tags r:id="rId8"/>
            </p:custDataLst>
          </p:nvPr>
        </p:nvSpPr>
        <p:spPr/>
        <p:txBody>
          <a:bodyPr>
            <a:normAutofit/>
          </a:bodyPr>
          <a:lstStyle>
            <a:lvl1pPr>
              <a:defRPr baseline="0">
                <a:solidFill>
                  <a:schemeClr val="tx1">
                    <a:lumMod val="85000"/>
                    <a:lumOff val="15000"/>
                  </a:schemeClr>
                </a:solidFill>
                <a:latin typeface="楷体" panose="02010609060101010101" pitchFamily="49" charset="-122"/>
                <a:ea typeface="楷体" panose="02010609060101010101" pitchFamily="49" charset="-122"/>
              </a:defRPr>
            </a:lvl1pPr>
          </a:lstStyle>
          <a:p>
            <a:endParaRPr lang="zh-CN" altLang="en-US"/>
          </a:p>
        </p:txBody>
      </p:sp>
      <p:sp>
        <p:nvSpPr>
          <p:cNvPr id="6" name="灯片编号占位符 5"/>
          <p:cNvSpPr>
            <a:spLocks noGrp="1"/>
          </p:cNvSpPr>
          <p:nvPr>
            <p:ph type="sldNum" sz="quarter" idx="12"/>
            <p:custDataLst>
              <p:tags r:id="rId9"/>
            </p:custDataLst>
          </p:nvPr>
        </p:nvSpPr>
        <p:spPr/>
        <p:txBody>
          <a:bodyPr>
            <a:normAutofit/>
          </a:bodyPr>
          <a:lstStyle>
            <a:lvl1pPr>
              <a:defRPr baseline="0">
                <a:solidFill>
                  <a:schemeClr val="tx1">
                    <a:lumMod val="85000"/>
                    <a:lumOff val="15000"/>
                  </a:schemeClr>
                </a:solidFill>
                <a:latin typeface="楷体" panose="02010609060101010101" pitchFamily="49" charset="-122"/>
                <a:ea typeface="楷体" panose="020106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48" y="443234"/>
            <a:ext cx="10853306"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楷体" panose="02010609060101010101" pitchFamily="49"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2"/>
            </p:custDataLst>
          </p:nvPr>
        </p:nvSpPr>
        <p:spPr>
          <a:xfrm>
            <a:off x="669996" y="952508"/>
            <a:ext cx="528376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9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楷体" panose="02010609060101010101" pitchFamily="49"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39491" y="952508"/>
            <a:ext cx="5283762" cy="5388907"/>
          </a:xfrm>
        </p:spPr>
        <p:txBody>
          <a:bodyPr>
            <a:normAutofit/>
          </a:bodyPr>
          <a:lstStyle>
            <a:lvl1pPr>
              <a:defRPr sz="1600" baseline="0">
                <a:latin typeface="Arial" panose="020B0604020202090204" pitchFamily="34" charset="0"/>
                <a:ea typeface="楷体" panose="02010609060101010101" pitchFamily="49" charset="-122"/>
              </a:defRPr>
            </a:lvl1pPr>
            <a:lvl2pPr>
              <a:defRPr sz="1600" baseline="0">
                <a:latin typeface="Arial" panose="020B0604020202090204" pitchFamily="34" charset="0"/>
                <a:ea typeface="楷体" panose="02010609060101010101" pitchFamily="49" charset="-122"/>
              </a:defRPr>
            </a:lvl2pPr>
            <a:lvl3pPr>
              <a:defRPr sz="1600" baseline="0">
                <a:latin typeface="Arial" panose="020B0604020202090204" pitchFamily="34" charset="0"/>
                <a:ea typeface="楷体" panose="02010609060101010101" pitchFamily="49" charset="-122"/>
              </a:defRPr>
            </a:lvl3pPr>
            <a:lvl4pPr>
              <a:defRPr sz="1600" baseline="0">
                <a:latin typeface="Arial" panose="020B0604020202090204" pitchFamily="34" charset="0"/>
                <a:ea typeface="楷体" panose="02010609060101010101" pitchFamily="49" charset="-122"/>
              </a:defRPr>
            </a:lvl4pPr>
            <a:lvl5pPr>
              <a:defRPr sz="1600" baseline="0">
                <a:latin typeface="Arial" panose="020B0604020202090204" pitchFamily="34" charset="0"/>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normAutofit/>
          </a:bodyPr>
          <a:lstStyle>
            <a:lvl1pPr>
              <a:defRPr baseline="0">
                <a:latin typeface="Arial" panose="020B0604020202090204" pitchFamily="34" charset="0"/>
                <a:ea typeface="楷体" panose="02010609060101010101" pitchFamily="49" charset="-122"/>
              </a:defRPr>
            </a:lvl1pPr>
          </a:lstStyle>
          <a:p>
            <a:fld id="{760FBDFE-C587-4B4C-A407-44438C67B59E}" type="datetimeFigureOut">
              <a:rPr lang="zh-CN" altLang="en-US" smtClean="0"/>
              <a:t>2022/4/8</a:t>
            </a:fld>
            <a:endParaRPr lang="zh-CN" altLang="en-US"/>
          </a:p>
        </p:txBody>
      </p:sp>
      <p:sp>
        <p:nvSpPr>
          <p:cNvPr id="6" name="页脚占位符 5"/>
          <p:cNvSpPr>
            <a:spLocks noGrp="1"/>
          </p:cNvSpPr>
          <p:nvPr>
            <p:ph type="ftr" sz="quarter" idx="11"/>
            <p:custDataLst>
              <p:tags r:id="rId5"/>
            </p:custDataLst>
          </p:nvPr>
        </p:nvSpPr>
        <p:spPr/>
        <p:txBody>
          <a:bodyPr>
            <a:normAutofit/>
          </a:bodyPr>
          <a:lstStyle>
            <a:lvl1pPr>
              <a:defRPr baseline="0">
                <a:latin typeface="Arial" panose="020B0604020202090204" pitchFamily="34" charset="0"/>
                <a:ea typeface="楷体" panose="02010609060101010101" pitchFamily="49" charset="-122"/>
              </a:defRPr>
            </a:lvl1pPr>
          </a:lstStyle>
          <a:p>
            <a:endParaRPr lang="zh-CN" altLang="en-US"/>
          </a:p>
        </p:txBody>
      </p:sp>
      <p:sp>
        <p:nvSpPr>
          <p:cNvPr id="7" name="灯片编号占位符 6"/>
          <p:cNvSpPr>
            <a:spLocks noGrp="1"/>
          </p:cNvSpPr>
          <p:nvPr>
            <p:ph type="sldNum" sz="quarter" idx="12"/>
            <p:custDataLst>
              <p:tags r:id="rId6"/>
            </p:custDataLst>
          </p:nvPr>
        </p:nvSpPr>
        <p:spPr/>
        <p:txBody>
          <a:bodyPr>
            <a:normAutofit/>
          </a:bodyPr>
          <a:lstStyle>
            <a:lvl1pPr>
              <a:defRPr baseline="0">
                <a:latin typeface="Arial" panose="020B0604020202090204" pitchFamily="34" charset="0"/>
                <a:ea typeface="楷体" panose="020106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48" y="443234"/>
            <a:ext cx="10853306"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96" y="952508"/>
            <a:ext cx="5283762" cy="381003"/>
          </a:xfrm>
        </p:spPr>
        <p:txBody>
          <a:bodyPr lIns="101600" tIns="38100" rIns="76200" bIns="3810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90204" pitchFamily="34" charset="0"/>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91" y="1406525"/>
            <a:ext cx="5283720" cy="4934752"/>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6364" y="952508"/>
            <a:ext cx="5283762" cy="381003"/>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6364" y="1406525"/>
            <a:ext cx="5283762" cy="4934752"/>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fld id="{760FBDFE-C587-4B4C-A407-44438C67B59E}" type="datetimeFigureOut">
              <a:rPr lang="zh-CN" altLang="en-US" smtClean="0"/>
              <a:t>2022/4/8</a:t>
            </a:fld>
            <a:endParaRPr lang="zh-CN" altLang="en-US"/>
          </a:p>
        </p:txBody>
      </p:sp>
      <p:sp>
        <p:nvSpPr>
          <p:cNvPr id="8" name="页脚占位符 7"/>
          <p:cNvSpPr>
            <a:spLocks noGrp="1"/>
          </p:cNvSpPr>
          <p:nvPr>
            <p:ph type="ftr" sz="quarter" idx="11"/>
            <p:custDataLst>
              <p:tags r:id="rId7"/>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endParaRPr lang="zh-CN" altLang="en-US"/>
          </a:p>
        </p:txBody>
      </p:sp>
      <p:sp>
        <p:nvSpPr>
          <p:cNvPr id="9" name="灯片编号占位符 8"/>
          <p:cNvSpPr>
            <a:spLocks noGrp="1"/>
          </p:cNvSpPr>
          <p:nvPr>
            <p:ph type="sldNum" sz="quarter" idx="12"/>
            <p:custDataLst>
              <p:tags r:id="rId8"/>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custDataLst>
              <p:tags r:id="rId1"/>
            </p:custDataLst>
          </p:nvPr>
        </p:nvPicPr>
        <p:blipFill rotWithShape="1">
          <a:blip r:embed="rId8" cstate="screen"/>
          <a:srcRect/>
          <a:stretch>
            <a:fillRect/>
          </a:stretch>
        </p:blipFill>
        <p:spPr>
          <a:xfrm>
            <a:off x="0" y="-944"/>
            <a:ext cx="12193201" cy="6858944"/>
          </a:xfrm>
          <a:prstGeom prst="rect">
            <a:avLst/>
          </a:prstGeom>
        </p:spPr>
      </p:pic>
      <p:sp>
        <p:nvSpPr>
          <p:cNvPr id="7" name="矩形 6"/>
          <p:cNvSpPr/>
          <p:nvPr userDrawn="1">
            <p:custDataLst>
              <p:tags r:id="rId2"/>
            </p:custDataLst>
          </p:nvPr>
        </p:nvSpPr>
        <p:spPr>
          <a:xfrm>
            <a:off x="0" y="-944"/>
            <a:ext cx="12193201" cy="6858944"/>
          </a:xfrm>
          <a:prstGeom prst="rect">
            <a:avLst/>
          </a:prstGeom>
          <a:gradFill>
            <a:gsLst>
              <a:gs pos="0">
                <a:srgbClr val="C60101">
                  <a:alpha val="0"/>
                </a:srgbClr>
              </a:gs>
              <a:gs pos="100000">
                <a:srgbClr val="C6010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0" dirty="0">
              <a:latin typeface="楷体" panose="02010609060101010101" pitchFamily="49" charset="-122"/>
              <a:ea typeface="楷体" panose="02010609060101010101" pitchFamily="49" charset="-122"/>
            </a:endParaRPr>
          </a:p>
        </p:txBody>
      </p:sp>
      <p:sp>
        <p:nvSpPr>
          <p:cNvPr id="2" name="标题 1"/>
          <p:cNvSpPr>
            <a:spLocks noGrp="1"/>
          </p:cNvSpPr>
          <p:nvPr>
            <p:ph type="title"/>
            <p:custDataLst>
              <p:tags r:id="rId3"/>
            </p:custDataLst>
          </p:nvPr>
        </p:nvSpPr>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楷体" panose="02010609060101010101" pitchFamily="49" charset="-122"/>
                <a:ea typeface="楷体" panose="02010609060101010101" pitchFamily="49"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4"/>
            </p:custDataLst>
          </p:nvPr>
        </p:nvSpPr>
        <p:spPr/>
        <p:txBody>
          <a:bodyPr>
            <a:normAutofit/>
          </a:bodyPr>
          <a:lstStyle>
            <a:lvl1pPr>
              <a:defRPr baseline="0">
                <a:solidFill>
                  <a:schemeClr val="tx1">
                    <a:lumMod val="85000"/>
                    <a:lumOff val="15000"/>
                  </a:schemeClr>
                </a:solidFill>
                <a:latin typeface="楷体" panose="02010609060101010101" pitchFamily="49" charset="-122"/>
                <a:ea typeface="楷体" panose="02010609060101010101" pitchFamily="49" charset="-122"/>
              </a:defRPr>
            </a:lvl1pPr>
          </a:lstStyle>
          <a:p>
            <a:fld id="{760FBDFE-C587-4B4C-A407-44438C67B59E}" type="datetimeFigureOut">
              <a:rPr lang="zh-CN" altLang="en-US" smtClean="0"/>
              <a:t>2022/4/8</a:t>
            </a:fld>
            <a:endParaRPr lang="zh-CN" altLang="en-US"/>
          </a:p>
        </p:txBody>
      </p:sp>
      <p:sp>
        <p:nvSpPr>
          <p:cNvPr id="4" name="页脚占位符 3"/>
          <p:cNvSpPr>
            <a:spLocks noGrp="1"/>
          </p:cNvSpPr>
          <p:nvPr>
            <p:ph type="ftr" sz="quarter" idx="11"/>
            <p:custDataLst>
              <p:tags r:id="rId5"/>
            </p:custDataLst>
          </p:nvPr>
        </p:nvSpPr>
        <p:spPr/>
        <p:txBody>
          <a:bodyPr>
            <a:normAutofit/>
          </a:bodyPr>
          <a:lstStyle>
            <a:lvl1pPr>
              <a:defRPr baseline="0">
                <a:solidFill>
                  <a:schemeClr val="tx1">
                    <a:lumMod val="85000"/>
                    <a:lumOff val="15000"/>
                  </a:schemeClr>
                </a:solidFill>
                <a:latin typeface="楷体" panose="02010609060101010101" pitchFamily="49" charset="-122"/>
                <a:ea typeface="楷体" panose="02010609060101010101" pitchFamily="49"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normAutofit/>
          </a:bodyPr>
          <a:lstStyle>
            <a:lvl1pPr>
              <a:defRPr baseline="0">
                <a:solidFill>
                  <a:schemeClr val="tx1">
                    <a:lumMod val="85000"/>
                    <a:lumOff val="15000"/>
                  </a:schemeClr>
                </a:solidFill>
                <a:latin typeface="楷体" panose="02010609060101010101" pitchFamily="49" charset="-122"/>
                <a:ea typeface="楷体" panose="020106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baseline="0">
                <a:solidFill>
                  <a:schemeClr val="tx1">
                    <a:lumMod val="85000"/>
                    <a:lumOff val="15000"/>
                  </a:schemeClr>
                </a:solidFill>
              </a:defRPr>
            </a:lvl1pPr>
          </a:lstStyle>
          <a:p>
            <a:fld id="{760FBDFE-C587-4B4C-A407-44438C67B59E}" type="datetimeFigureOut">
              <a:rPr lang="zh-CN" altLang="en-US" smtClean="0"/>
              <a:t>2022/4/8</a:t>
            </a:fld>
            <a:endParaRPr lang="zh-CN" altLang="en-US"/>
          </a:p>
        </p:txBody>
      </p:sp>
      <p:sp>
        <p:nvSpPr>
          <p:cNvPr id="3" name="页脚占位符 2"/>
          <p:cNvSpPr>
            <a:spLocks noGrp="1"/>
          </p:cNvSpPr>
          <p:nvPr>
            <p:ph type="ftr" sz="quarter" idx="11"/>
            <p:custDataLst>
              <p:tags r:id="rId2"/>
            </p:custDataLst>
          </p:nvPr>
        </p:nvSpPr>
        <p:spPr/>
        <p:txBody>
          <a:bodyPr/>
          <a:lstStyle>
            <a:lvl1pPr>
              <a:defRPr baseline="0">
                <a:solidFill>
                  <a:schemeClr val="tx1">
                    <a:lumMod val="85000"/>
                    <a:lumOff val="15000"/>
                  </a:schemeClr>
                </a:solidFill>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baseline="0">
                <a:solidFill>
                  <a:schemeClr val="tx1">
                    <a:lumMod val="85000"/>
                    <a:lumOff val="15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96" y="443234"/>
            <a:ext cx="10853306"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96" y="952508"/>
            <a:ext cx="5283762" cy="5388907"/>
          </a:xfrm>
        </p:spPr>
        <p:txBody>
          <a:bodyPr vert="horz" lIns="101600" tIns="0" rIns="82550" bIns="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9539" y="952508"/>
            <a:ext cx="528376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fld id="{9EFD9D74-47D9-4702-A33C-335B63B48DBF}" type="datetimeFigureOut">
              <a:rPr lang="zh-CN" altLang="en-US" smtClean="0"/>
              <a:t>2022/4/8</a:t>
            </a:fld>
            <a:endParaRPr lang="zh-CN" altLang="en-US" dirty="0"/>
          </a:p>
        </p:txBody>
      </p:sp>
      <p:sp>
        <p:nvSpPr>
          <p:cNvPr id="6" name="页脚占位符 5"/>
          <p:cNvSpPr>
            <a:spLocks noGrp="1"/>
          </p:cNvSpPr>
          <p:nvPr>
            <p:ph type="ftr" sz="quarter" idx="11"/>
            <p:custDataLst>
              <p:tags r:id="rId5"/>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custDataLst>
              <p:tags r:id="rId6"/>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2176" y="952508"/>
            <a:ext cx="951078" cy="5388907"/>
          </a:xfrm>
        </p:spPr>
        <p:txBody>
          <a:bodyPr vert="eaVert" lIns="101600" tIns="38100" rIns="76200" bIns="3810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楷体" panose="02010609060101010101" pitchFamily="49"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91" y="952500"/>
            <a:ext cx="9829069" cy="5388907"/>
          </a:xfrm>
        </p:spPr>
        <p:txBody>
          <a:bodyPr vert="eaVert">
            <a:normAutofit/>
          </a:bodyPr>
          <a:lstStyle>
            <a:lvl1pPr indent="0" eaLnBrk="1" fontAlgn="auto" latinLnBrk="0" hangingPunct="1">
              <a:defRPr baseline="0">
                <a:solidFill>
                  <a:schemeClr val="tx1">
                    <a:lumMod val="85000"/>
                    <a:lumOff val="15000"/>
                  </a:schemeClr>
                </a:solidFill>
                <a:latin typeface="Arial" panose="020B0604020202090204" pitchFamily="34" charset="0"/>
                <a:ea typeface="楷体" panose="02010609060101010101" pitchFamily="49" charset="-122"/>
              </a:defRPr>
            </a:lvl1pPr>
            <a:lvl2pPr indent="0" eaLnBrk="1" fontAlgn="auto" latinLnBrk="0" hangingPunct="1">
              <a:defRPr baseline="0">
                <a:solidFill>
                  <a:schemeClr val="tx1">
                    <a:lumMod val="85000"/>
                    <a:lumOff val="15000"/>
                  </a:schemeClr>
                </a:solidFill>
                <a:latin typeface="Arial" panose="020B0604020202090204" pitchFamily="34" charset="0"/>
                <a:ea typeface="楷体" panose="02010609060101010101" pitchFamily="49" charset="-122"/>
              </a:defRPr>
            </a:lvl2pPr>
            <a:lvl3pPr indent="0" eaLnBrk="1" fontAlgn="auto" latinLnBrk="0" hangingPunct="1">
              <a:defRPr baseline="0">
                <a:solidFill>
                  <a:schemeClr val="tx1">
                    <a:lumMod val="85000"/>
                    <a:lumOff val="15000"/>
                  </a:schemeClr>
                </a:solidFill>
                <a:latin typeface="Arial" panose="020B0604020202090204" pitchFamily="34" charset="0"/>
                <a:ea typeface="楷体" panose="02010609060101010101" pitchFamily="49" charset="-122"/>
              </a:defRPr>
            </a:lvl3pPr>
            <a:lvl4pPr indent="0" eaLnBrk="1" fontAlgn="auto" latinLnBrk="0" hangingPunct="1">
              <a:defRPr baseline="0">
                <a:solidFill>
                  <a:schemeClr val="tx1">
                    <a:lumMod val="85000"/>
                    <a:lumOff val="15000"/>
                  </a:schemeClr>
                </a:solidFill>
                <a:latin typeface="Arial" panose="020B0604020202090204" pitchFamily="34" charset="0"/>
                <a:ea typeface="楷体" panose="02010609060101010101" pitchFamily="49" charset="-122"/>
              </a:defRPr>
            </a:lvl4pPr>
            <a:lvl5pPr indent="0" eaLnBrk="1" fontAlgn="auto" latinLnBrk="0" hangingPunct="1">
              <a:defRPr baseline="0">
                <a:solidFill>
                  <a:schemeClr val="tx1">
                    <a:lumMod val="85000"/>
                    <a:lumOff val="15000"/>
                  </a:schemeClr>
                </a:solidFill>
                <a:latin typeface="Arial" panose="020B0604020202090204" pitchFamily="34" charset="0"/>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fld id="{760FBDFE-C587-4B4C-A407-44438C67B59E}" type="datetimeFigureOut">
              <a:rPr lang="zh-CN" altLang="en-US" smtClean="0"/>
              <a:t>2022/4/8</a:t>
            </a:fld>
            <a:endParaRPr lang="zh-CN" altLang="en-US"/>
          </a:p>
        </p:txBody>
      </p:sp>
      <p:sp>
        <p:nvSpPr>
          <p:cNvPr id="5" name="页脚占位符 4"/>
          <p:cNvSpPr>
            <a:spLocks noGrp="1"/>
          </p:cNvSpPr>
          <p:nvPr>
            <p:ph type="ftr" sz="quarter" idx="11"/>
            <p:custDataLst>
              <p:tags r:id="rId4"/>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endParaRPr lang="zh-CN" altLang="en-US"/>
          </a:p>
        </p:txBody>
      </p:sp>
      <p:sp>
        <p:nvSpPr>
          <p:cNvPr id="6" name="灯片编号占位符 5"/>
          <p:cNvSpPr>
            <a:spLocks noGrp="1"/>
          </p:cNvSpPr>
          <p:nvPr>
            <p:ph type="sldNum" sz="quarter" idx="12"/>
            <p:custDataLst>
              <p:tags r:id="rId5"/>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lvl1pPr>
              <a:defRPr baseline="0">
                <a:solidFill>
                  <a:schemeClr val="tx1">
                    <a:lumMod val="85000"/>
                    <a:lumOff val="15000"/>
                  </a:schemeClr>
                </a:solidFill>
              </a:defRPr>
            </a:lvl1pPr>
          </a:lstStyle>
          <a:p>
            <a:fld id="{760FBDFE-C587-4B4C-A407-44438C67B59E}" type="datetimeFigureOut">
              <a:rPr lang="zh-CN" altLang="en-US" smtClean="0"/>
              <a:t>2022/4/8</a:t>
            </a:fld>
            <a:endParaRPr lang="zh-CN" altLang="en-US"/>
          </a:p>
        </p:txBody>
      </p:sp>
      <p:sp>
        <p:nvSpPr>
          <p:cNvPr id="4" name="页脚占位符 3"/>
          <p:cNvSpPr>
            <a:spLocks noGrp="1"/>
          </p:cNvSpPr>
          <p:nvPr>
            <p:ph type="ftr" sz="quarter" idx="11"/>
            <p:custDataLst>
              <p:tags r:id="rId2"/>
            </p:custDataLst>
          </p:nvPr>
        </p:nvSpPr>
        <p:spPr/>
        <p:txBody>
          <a:bodyPr/>
          <a:lstStyle>
            <a:lvl1pPr>
              <a:defRPr baseline="0">
                <a:solidFill>
                  <a:schemeClr val="tx1">
                    <a:lumMod val="85000"/>
                    <a:lumOff val="15000"/>
                  </a:schemeClr>
                </a:solidFill>
              </a:defRPr>
            </a:lvl1pPr>
          </a:lstStyle>
          <a:p>
            <a:endParaRPr lang="zh-CN" altLang="en-US"/>
          </a:p>
        </p:txBody>
      </p:sp>
      <p:sp>
        <p:nvSpPr>
          <p:cNvPr id="5" name="灯片编号占位符 4"/>
          <p:cNvSpPr>
            <a:spLocks noGrp="1"/>
          </p:cNvSpPr>
          <p:nvPr>
            <p:ph type="sldNum" sz="quarter" idx="12"/>
            <p:custDataLst>
              <p:tags r:id="rId3"/>
            </p:custDataLst>
          </p:nvPr>
        </p:nvSpPr>
        <p:spPr/>
        <p:txBody>
          <a:bodyPr/>
          <a:lstStyle>
            <a:lvl1pPr>
              <a:defRPr baseline="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96" y="952508"/>
            <a:ext cx="10853306" cy="5388907"/>
          </a:xfrm>
        </p:spPr>
        <p:txBody>
          <a:bodyPr/>
          <a:lstStyle>
            <a:lvl1pPr>
              <a:defRPr baseline="0">
                <a:solidFill>
                  <a:schemeClr val="tx1">
                    <a:lumMod val="85000"/>
                    <a:lumOff val="15000"/>
                  </a:schemeClr>
                </a:solidFill>
              </a:defRPr>
            </a:lvl1pPr>
            <a:lvl2pPr>
              <a:defRPr baseline="0">
                <a:solidFill>
                  <a:schemeClr val="tx1">
                    <a:lumMod val="85000"/>
                    <a:lumOff val="15000"/>
                  </a:schemeClr>
                </a:solidFill>
              </a:defRPr>
            </a:lvl2pPr>
            <a:lvl3pPr>
              <a:defRPr baseline="0">
                <a:solidFill>
                  <a:schemeClr val="tx1">
                    <a:lumMod val="85000"/>
                    <a:lumOff val="15000"/>
                  </a:schemeClr>
                </a:solidFill>
              </a:defRPr>
            </a:lvl3pPr>
            <a:lvl4pPr>
              <a:defRPr baseline="0">
                <a:solidFill>
                  <a:schemeClr val="tx1">
                    <a:lumMod val="85000"/>
                    <a:lumOff val="15000"/>
                  </a:schemeClr>
                </a:solidFill>
              </a:defRPr>
            </a:lvl4pPr>
            <a:lvl5pPr>
              <a:defRPr baseline="0">
                <a:solidFill>
                  <a:schemeClr val="tx1">
                    <a:lumMod val="85000"/>
                    <a:lumOff val="1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custDataLst>
              <p:tags r:id="rId1"/>
            </p:custDataLst>
          </p:nvPr>
        </p:nvPicPr>
        <p:blipFill rotWithShape="1">
          <a:blip r:embed="rId17" cstate="screen"/>
          <a:srcRect/>
          <a:stretch>
            <a:fillRect/>
          </a:stretch>
        </p:blipFill>
        <p:spPr>
          <a:xfrm>
            <a:off x="0" y="-944"/>
            <a:ext cx="12193201" cy="6858944"/>
          </a:xfrm>
          <a:prstGeom prst="rect">
            <a:avLst/>
          </a:prstGeom>
        </p:spPr>
      </p:pic>
      <p:sp>
        <p:nvSpPr>
          <p:cNvPr id="7" name="矩形 6"/>
          <p:cNvSpPr/>
          <p:nvPr userDrawn="1">
            <p:custDataLst>
              <p:tags r:id="rId2"/>
            </p:custDataLst>
          </p:nvPr>
        </p:nvSpPr>
        <p:spPr>
          <a:xfrm>
            <a:off x="0" y="0"/>
            <a:ext cx="12193201" cy="6858944"/>
          </a:xfrm>
          <a:prstGeom prst="rect">
            <a:avLst/>
          </a:prstGeom>
          <a:gradFill>
            <a:gsLst>
              <a:gs pos="0">
                <a:srgbClr val="C60101">
                  <a:alpha val="0"/>
                </a:srgbClr>
              </a:gs>
              <a:gs pos="100000">
                <a:srgbClr val="C6010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0" dirty="0">
              <a:latin typeface="Arial" panose="020B0604020202090204" pitchFamily="34" charset="0"/>
            </a:endParaRPr>
          </a:p>
        </p:txBody>
      </p:sp>
      <p:cxnSp>
        <p:nvCxnSpPr>
          <p:cNvPr id="10" name="直接连接符 9"/>
          <p:cNvCxnSpPr/>
          <p:nvPr userDrawn="1">
            <p:custDataLst>
              <p:tags r:id="rId3"/>
            </p:custDataLst>
          </p:nvPr>
        </p:nvCxnSpPr>
        <p:spPr>
          <a:xfrm>
            <a:off x="3053381" y="3612515"/>
            <a:ext cx="6522092"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userDrawn="1">
            <p:custDataLst>
              <p:tags r:id="rId4"/>
            </p:custDataLst>
          </p:nvPr>
        </p:nvSpPr>
        <p:spPr>
          <a:xfrm flipV="1">
            <a:off x="9575473" y="3535045"/>
            <a:ext cx="164481" cy="154940"/>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0">
              <a:latin typeface="Arial" panose="020B0604020202090204" pitchFamily="34" charset="0"/>
            </a:endParaRPr>
          </a:p>
        </p:txBody>
      </p:sp>
      <p:pic>
        <p:nvPicPr>
          <p:cNvPr id="12" name="图片 11"/>
          <p:cNvPicPr>
            <a:picLocks noChangeAspect="1"/>
          </p:cNvPicPr>
          <p:nvPr userDrawn="1">
            <p:custDataLst>
              <p:tags r:id="rId5"/>
            </p:custDataLst>
          </p:nvPr>
        </p:nvPicPr>
        <p:blipFill>
          <a:blip r:embed="rId18"/>
          <a:stretch>
            <a:fillRect/>
          </a:stretch>
        </p:blipFill>
        <p:spPr>
          <a:xfrm>
            <a:off x="9395115" y="3288030"/>
            <a:ext cx="688408" cy="648970"/>
          </a:xfrm>
          <a:prstGeom prst="rect">
            <a:avLst/>
          </a:prstGeom>
        </p:spPr>
      </p:pic>
      <p:cxnSp>
        <p:nvCxnSpPr>
          <p:cNvPr id="14" name="直接连接符 13"/>
          <p:cNvCxnSpPr/>
          <p:nvPr userDrawn="1">
            <p:custDataLst>
              <p:tags r:id="rId6"/>
            </p:custDataLst>
          </p:nvPr>
        </p:nvCxnSpPr>
        <p:spPr>
          <a:xfrm flipH="1">
            <a:off x="2639320" y="4194175"/>
            <a:ext cx="6795804"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userDrawn="1">
            <p:custDataLst>
              <p:tags r:id="rId7"/>
            </p:custDataLst>
          </p:nvPr>
        </p:nvSpPr>
        <p:spPr>
          <a:xfrm flipH="1" flipV="1">
            <a:off x="2467853" y="4116705"/>
            <a:ext cx="170832" cy="154940"/>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0">
              <a:latin typeface="Arial" panose="020B0604020202090204" pitchFamily="34" charset="0"/>
            </a:endParaRPr>
          </a:p>
        </p:txBody>
      </p:sp>
      <p:pic>
        <p:nvPicPr>
          <p:cNvPr id="16" name="图片 15"/>
          <p:cNvPicPr>
            <a:picLocks noChangeAspect="1"/>
          </p:cNvPicPr>
          <p:nvPr userDrawn="1">
            <p:custDataLst>
              <p:tags r:id="rId8"/>
            </p:custDataLst>
          </p:nvPr>
        </p:nvPicPr>
        <p:blipFill>
          <a:blip r:embed="rId19"/>
          <a:stretch>
            <a:fillRect/>
          </a:stretch>
        </p:blipFill>
        <p:spPr>
          <a:xfrm flipH="1">
            <a:off x="2109678" y="3869690"/>
            <a:ext cx="717621" cy="648970"/>
          </a:xfrm>
          <a:prstGeom prst="rect">
            <a:avLst/>
          </a:prstGeom>
        </p:spPr>
      </p:pic>
      <p:pic>
        <p:nvPicPr>
          <p:cNvPr id="18" name="图片 17"/>
          <p:cNvPicPr>
            <a:picLocks noChangeAspect="1"/>
          </p:cNvPicPr>
          <p:nvPr userDrawn="1">
            <p:custDataLst>
              <p:tags r:id="rId9"/>
            </p:custDataLst>
          </p:nvPr>
        </p:nvPicPr>
        <p:blipFill>
          <a:blip r:embed="rId20" cstate="screen"/>
          <a:stretch>
            <a:fillRect/>
          </a:stretch>
        </p:blipFill>
        <p:spPr>
          <a:xfrm>
            <a:off x="0" y="4280398"/>
            <a:ext cx="12193201" cy="2577602"/>
          </a:xfrm>
          <a:prstGeom prst="rect">
            <a:avLst/>
          </a:prstGeom>
        </p:spPr>
      </p:pic>
      <p:pic>
        <p:nvPicPr>
          <p:cNvPr id="19" name="图片 18"/>
          <p:cNvPicPr>
            <a:picLocks noChangeAspect="1"/>
          </p:cNvPicPr>
          <p:nvPr userDrawn="1">
            <p:custDataLst>
              <p:tags r:id="rId10"/>
            </p:custDataLst>
          </p:nvPr>
        </p:nvPicPr>
        <p:blipFill>
          <a:blip r:embed="rId21"/>
          <a:stretch>
            <a:fillRect/>
          </a:stretch>
        </p:blipFill>
        <p:spPr>
          <a:xfrm>
            <a:off x="7102576" y="-1335221"/>
            <a:ext cx="5090624" cy="5090123"/>
          </a:xfrm>
          <a:prstGeom prst="rect">
            <a:avLst/>
          </a:prstGeom>
        </p:spPr>
      </p:pic>
      <p:sp>
        <p:nvSpPr>
          <p:cNvPr id="2" name="标题 1"/>
          <p:cNvSpPr>
            <a:spLocks noGrp="1"/>
          </p:cNvSpPr>
          <p:nvPr>
            <p:ph type="title" hasCustomPrompt="1"/>
            <p:custDataLst>
              <p:tags r:id="rId11"/>
            </p:custDataLst>
          </p:nvPr>
        </p:nvSpPr>
        <p:spPr>
          <a:xfrm>
            <a:off x="1758255" y="2138727"/>
            <a:ext cx="8676691" cy="1424253"/>
          </a:xfrm>
        </p:spPr>
        <p:txBody>
          <a:bodyPr vert="horz" lIns="91440" tIns="45720" rIns="91440" bIns="45720" rtlCol="0" anchor="b" anchorCtr="0">
            <a:normAutofit/>
          </a:bodyPr>
          <a:lstStyle>
            <a:lvl1pPr marL="0" marR="0" algn="ctr" defTabSz="914400" rtl="0" eaLnBrk="1" fontAlgn="auto" latinLnBrk="0" hangingPunct="1">
              <a:lnSpc>
                <a:spcPct val="100000"/>
              </a:lnSpc>
              <a:buNone/>
              <a:defRPr kumimoji="0" lang="zh-CN" altLang="en-US" sz="6600" b="0" i="0" u="none" strike="noStrike" kern="1200" cap="none" spc="600" normalizeH="0" baseline="0" noProof="1" dirty="0">
                <a:solidFill>
                  <a:schemeClr val="bg1"/>
                </a:solidFill>
                <a:uFillTx/>
                <a:latin typeface="Arial" panose="020B0604020202090204" pitchFamily="34" charset="0"/>
                <a:ea typeface="汉仪尚巍手书W" panose="00020600040101010101" pitchFamily="18" charset="-122"/>
                <a:cs typeface="+mj-cs"/>
                <a:sym typeface="+mn-ea"/>
              </a:defRPr>
            </a:lvl1pPr>
          </a:lstStyle>
          <a:p>
            <a:pPr lvl="0"/>
            <a:r>
              <a:rPr dirty="0">
                <a:sym typeface="+mn-ea"/>
              </a:rPr>
              <a:t>单击此处编辑标题</a:t>
            </a:r>
          </a:p>
        </p:txBody>
      </p:sp>
      <p:sp>
        <p:nvSpPr>
          <p:cNvPr id="3" name="日期占位符 2"/>
          <p:cNvSpPr>
            <a:spLocks noGrp="1"/>
          </p:cNvSpPr>
          <p:nvPr>
            <p:ph type="dt" sz="half" idx="10"/>
            <p:custDataLst>
              <p:tags r:id="rId12"/>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fld id="{760FBDFE-C587-4B4C-A407-44438C67B59E}" type="datetimeFigureOut">
              <a:rPr lang="zh-CN" altLang="en-US" smtClean="0"/>
              <a:t>2022/4/8</a:t>
            </a:fld>
            <a:endParaRPr lang="zh-CN" altLang="en-US"/>
          </a:p>
        </p:txBody>
      </p:sp>
      <p:sp>
        <p:nvSpPr>
          <p:cNvPr id="4" name="页脚占位符 3"/>
          <p:cNvSpPr>
            <a:spLocks noGrp="1"/>
          </p:cNvSpPr>
          <p:nvPr>
            <p:ph type="ftr" sz="quarter" idx="11"/>
            <p:custDataLst>
              <p:tags r:id="rId13"/>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endParaRPr lang="zh-CN" altLang="en-US"/>
          </a:p>
        </p:txBody>
      </p:sp>
      <p:sp>
        <p:nvSpPr>
          <p:cNvPr id="5" name="灯片编号占位符 4"/>
          <p:cNvSpPr>
            <a:spLocks noGrp="1"/>
          </p:cNvSpPr>
          <p:nvPr>
            <p:ph type="sldNum" sz="quarter" idx="12"/>
            <p:custDataLst>
              <p:tags r:id="rId14"/>
            </p:custDataLst>
          </p:nvPr>
        </p:nvSpPr>
        <p:spPr/>
        <p:txBody>
          <a:bodyPr>
            <a:normAutofit/>
          </a:bodyPr>
          <a:lstStyle>
            <a:lvl1pPr>
              <a:defRPr baseline="0">
                <a:solidFill>
                  <a:schemeClr val="tx1">
                    <a:lumMod val="85000"/>
                    <a:lumOff val="15000"/>
                  </a:schemeClr>
                </a:solidFill>
                <a:latin typeface="Arial" panose="020B0604020202090204" pitchFamily="34" charset="0"/>
                <a:ea typeface="楷体" panose="02010609060101010101" pitchFamily="49" charset="-122"/>
              </a:defRPr>
            </a:lvl1pPr>
          </a:lstStyle>
          <a:p>
            <a:fld id="{49AE70B2-8BF9-45C0-BB95-33D1B9D3A854}" type="slidenum">
              <a:rPr lang="zh-CN" altLang="en-US" smtClean="0"/>
              <a:t>‹#›</a:t>
            </a:fld>
            <a:endParaRPr lang="zh-CN" altLang="en-US"/>
          </a:p>
        </p:txBody>
      </p:sp>
      <p:sp>
        <p:nvSpPr>
          <p:cNvPr id="21" name="文本占位符 20"/>
          <p:cNvSpPr>
            <a:spLocks noGrp="1"/>
          </p:cNvSpPr>
          <p:nvPr>
            <p:ph type="body" sz="quarter" idx="13" hasCustomPrompt="1"/>
            <p:custDataLst>
              <p:tags r:id="rId15"/>
            </p:custDataLst>
          </p:nvPr>
        </p:nvSpPr>
        <p:spPr>
          <a:xfrm>
            <a:off x="1758255" y="3669868"/>
            <a:ext cx="8676691" cy="481876"/>
          </a:xfrm>
        </p:spPr>
        <p:txBody>
          <a:bodyPr lIns="91440" tIns="45720" rIns="91440" bIns="45720">
            <a:normAutofit/>
          </a:bodyPr>
          <a:lstStyle>
            <a:lvl1pPr marL="0" indent="0" algn="ctr">
              <a:buNone/>
              <a:defRPr sz="2000" baseline="0">
                <a:solidFill>
                  <a:schemeClr val="bg1"/>
                </a:solidFill>
                <a:latin typeface="Arial" panose="020B0604020202090204" pitchFamily="34" charset="0"/>
                <a:ea typeface="楷体" panose="02010609060101010101" pitchFamily="49" charset="-122"/>
              </a:defRPr>
            </a:lvl1pPr>
          </a:lstStyle>
          <a:p>
            <a:pPr lvl="0"/>
            <a:r>
              <a:rPr lang="zh-CN" altLang="en-US" dirty="0"/>
              <a:t>单击此处编辑文本</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18" name="图片 17"/>
          <p:cNvPicPr>
            <a:picLocks noChangeAspect="1"/>
          </p:cNvPicPr>
          <p:nvPr userDrawn="1">
            <p:custDataLst>
              <p:tags r:id="rId1"/>
            </p:custDataLst>
          </p:nvPr>
        </p:nvPicPr>
        <p:blipFill>
          <a:blip r:embed="rId8" cstate="screen"/>
          <a:stretch>
            <a:fillRect/>
          </a:stretch>
        </p:blipFill>
        <p:spPr>
          <a:xfrm>
            <a:off x="0" y="4280398"/>
            <a:ext cx="12193201" cy="2577602"/>
          </a:xfrm>
          <a:prstGeom prst="rect">
            <a:avLst/>
          </a:prstGeom>
        </p:spPr>
      </p:pic>
      <p:sp>
        <p:nvSpPr>
          <p:cNvPr id="6" name="矩形 5"/>
          <p:cNvSpPr/>
          <p:nvPr userDrawn="1">
            <p:custDataLst>
              <p:tags r:id="rId2"/>
            </p:custDataLst>
          </p:nvPr>
        </p:nvSpPr>
        <p:spPr>
          <a:xfrm>
            <a:off x="0" y="360045"/>
            <a:ext cx="12193201" cy="608377"/>
          </a:xfrm>
          <a:prstGeom prst="rect">
            <a:avLst/>
          </a:prstGeom>
          <a:gradFill>
            <a:gsLst>
              <a:gs pos="0">
                <a:schemeClr val="accent1"/>
              </a:gs>
              <a:gs pos="46000">
                <a:schemeClr val="accent1">
                  <a:lumMod val="60000"/>
                  <a:lumOff val="40000"/>
                </a:schemeClr>
              </a:gs>
              <a:gs pos="83000">
                <a:schemeClr val="accent1"/>
              </a:gs>
              <a:gs pos="10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dirty="0">
              <a:latin typeface="Arial" panose="020B0604020202090204" pitchFamily="34" charset="0"/>
              <a:ea typeface="楷体" panose="02010609060101010101" pitchFamily="49" charset="-122"/>
              <a:sym typeface="Arial" panose="020B0604020202090204" pitchFamily="34" charset="0"/>
            </a:endParaRPr>
          </a:p>
        </p:txBody>
      </p:sp>
      <p:sp>
        <p:nvSpPr>
          <p:cNvPr id="2" name="标题 1"/>
          <p:cNvSpPr>
            <a:spLocks noGrp="1"/>
          </p:cNvSpPr>
          <p:nvPr>
            <p:ph type="title"/>
            <p:custDataLst>
              <p:tags r:id="rId3"/>
            </p:custDataLst>
          </p:nvPr>
        </p:nvSpPr>
        <p:spPr/>
        <p:txBody>
          <a:bodyPr/>
          <a:lstStyle>
            <a:lvl1pPr>
              <a:defRPr baseline="0">
                <a:latin typeface="Arial" panose="020B0604020202090204" pitchFamily="34" charset="0"/>
                <a:ea typeface="微软雅黑"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2022/4/8</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92829" y="304200"/>
            <a:ext cx="11607543"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userDrawn="1">
            <p:custDataLst>
              <p:tags r:id="rId2"/>
            </p:custDataLst>
          </p:nvPr>
        </p:nvPicPr>
        <p:blipFill>
          <a:blip r:embed="rId9"/>
          <a:stretch>
            <a:fillRect/>
          </a:stretch>
        </p:blipFill>
        <p:spPr>
          <a:xfrm>
            <a:off x="9392575" y="-432435"/>
            <a:ext cx="2507862" cy="2507615"/>
          </a:xfrm>
          <a:prstGeom prst="rect">
            <a:avLst/>
          </a:prstGeom>
        </p:spPr>
      </p:pic>
      <p:sp>
        <p:nvSpPr>
          <p:cNvPr id="2" name="标题 1"/>
          <p:cNvSpPr>
            <a:spLocks noGrp="1"/>
          </p:cNvSpPr>
          <p:nvPr>
            <p:ph type="title" hasCustomPrompt="1"/>
            <p:custDataLst>
              <p:tags r:id="rId3"/>
            </p:custDataLst>
          </p:nvPr>
        </p:nvSpPr>
        <p:spPr>
          <a:xfrm>
            <a:off x="1281726" y="1249200"/>
            <a:ext cx="9627348" cy="723600"/>
          </a:xfrm>
        </p:spPr>
        <p:txBody>
          <a:bodyPr anchor="ctr"/>
          <a:lstStyle>
            <a:lvl1pPr>
              <a:defRPr sz="3200" baseline="0">
                <a:solidFill>
                  <a:schemeClr val="tx1"/>
                </a:solidFill>
                <a:latin typeface="Arial" panose="020B0604020202090204" pitchFamily="34" charset="0"/>
                <a:ea typeface="微软雅黑"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239" y="2163600"/>
            <a:ext cx="9627548" cy="3445200"/>
          </a:xfrm>
        </p:spPr>
        <p:txBody>
          <a:bodyPr/>
          <a:lstStyle>
            <a:lvl1pPr>
              <a:defRPr baseline="0">
                <a:solidFill>
                  <a:schemeClr val="tx1"/>
                </a:solidFill>
                <a:latin typeface="Arial" panose="020B0604020202090204" pitchFamily="34" charset="0"/>
                <a:ea typeface="微软雅黑" charset="-122"/>
              </a:defRPr>
            </a:lvl1pPr>
            <a:lvl2pPr>
              <a:defRPr baseline="0">
                <a:solidFill>
                  <a:schemeClr val="tx1"/>
                </a:solidFill>
                <a:latin typeface="Arial" panose="020B0604020202090204" pitchFamily="34" charset="0"/>
                <a:ea typeface="微软雅黑" charset="-122"/>
              </a:defRPr>
            </a:lvl2pPr>
            <a:lvl3pPr>
              <a:defRPr baseline="0">
                <a:solidFill>
                  <a:schemeClr val="tx1"/>
                </a:solidFill>
                <a:latin typeface="Arial" panose="020B0604020202090204" pitchFamily="34" charset="0"/>
                <a:ea typeface="微软雅黑" charset="-122"/>
              </a:defRPr>
            </a:lvl3pPr>
            <a:lvl4pPr>
              <a:defRPr baseline="0">
                <a:solidFill>
                  <a:schemeClr val="tx1"/>
                </a:solidFill>
                <a:latin typeface="Arial" panose="020B0604020202090204" pitchFamily="34" charset="0"/>
                <a:ea typeface="微软雅黑" charset="-122"/>
              </a:defRPr>
            </a:lvl4pPr>
            <a:lvl5pPr>
              <a:defRPr baseline="0">
                <a:solidFill>
                  <a:schemeClr val="tx1"/>
                </a:solidFill>
                <a:latin typeface="Arial" panose="020B0604020202090204" pitchFamily="34" charset="0"/>
                <a:ea typeface="微软雅黑"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2022/4/8</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pic>
        <p:nvPicPr>
          <p:cNvPr id="19" name="图片 18"/>
          <p:cNvPicPr>
            <a:picLocks noChangeAspect="1"/>
          </p:cNvPicPr>
          <p:nvPr userDrawn="1">
            <p:custDataLst>
              <p:tags r:id="rId1"/>
            </p:custDataLst>
          </p:nvPr>
        </p:nvPicPr>
        <p:blipFill>
          <a:blip r:embed="rId10"/>
          <a:stretch>
            <a:fillRect/>
          </a:stretch>
        </p:blipFill>
        <p:spPr>
          <a:xfrm>
            <a:off x="9810446" y="-618490"/>
            <a:ext cx="2382755" cy="2382520"/>
          </a:xfrm>
          <a:prstGeom prst="rect">
            <a:avLst/>
          </a:prstGeom>
        </p:spPr>
      </p:pic>
      <p:sp>
        <p:nvSpPr>
          <p:cNvPr id="8" name="矩形 7"/>
          <p:cNvSpPr/>
          <p:nvPr userDrawn="1">
            <p:custDataLst>
              <p:tags r:id="rId2"/>
            </p:custDataLst>
          </p:nvPr>
        </p:nvSpPr>
        <p:spPr>
          <a:xfrm>
            <a:off x="0" y="0"/>
            <a:ext cx="4823935"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hasCustomPrompt="1"/>
            <p:custDataLst>
              <p:tags r:id="rId3"/>
            </p:custDataLst>
          </p:nvPr>
        </p:nvSpPr>
        <p:spPr>
          <a:xfrm>
            <a:off x="583257" y="770400"/>
            <a:ext cx="3960390" cy="882000"/>
          </a:xfrm>
        </p:spPr>
        <p:txBody>
          <a:bodyPr anchor="ctr"/>
          <a:lstStyle>
            <a:lvl1pPr>
              <a:defRPr sz="3600" baseline="0">
                <a:solidFill>
                  <a:schemeClr val="tx1"/>
                </a:solidFill>
                <a:latin typeface="Arial" panose="020B0604020202090204" pitchFamily="34" charset="0"/>
                <a:ea typeface="微软雅黑"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2022/4/8</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58" y="1764000"/>
            <a:ext cx="3956790" cy="4093200"/>
          </a:xfrm>
        </p:spPr>
        <p:txBody>
          <a:bodyPr/>
          <a:lstStyle>
            <a:lvl1pPr>
              <a:defRPr baseline="0">
                <a:solidFill>
                  <a:schemeClr val="tx1"/>
                </a:solidFill>
                <a:latin typeface="Arial" panose="020B0604020202090204" pitchFamily="34" charset="0"/>
                <a:ea typeface="微软雅黑" charset="-122"/>
              </a:defRPr>
            </a:lvl1pPr>
            <a:lvl2pPr>
              <a:defRPr baseline="0">
                <a:solidFill>
                  <a:schemeClr val="tx1"/>
                </a:solidFill>
                <a:latin typeface="Arial" panose="020B0604020202090204" pitchFamily="34" charset="0"/>
                <a:ea typeface="微软雅黑" charset="-122"/>
              </a:defRPr>
            </a:lvl2pPr>
            <a:lvl3pPr>
              <a:defRPr baseline="0">
                <a:solidFill>
                  <a:schemeClr val="tx1"/>
                </a:solidFill>
                <a:latin typeface="Arial" panose="020B0604020202090204" pitchFamily="34" charset="0"/>
                <a:ea typeface="微软雅黑" charset="-122"/>
              </a:defRPr>
            </a:lvl3pPr>
            <a:lvl4pPr>
              <a:defRPr baseline="0">
                <a:solidFill>
                  <a:schemeClr val="tx1"/>
                </a:solidFill>
                <a:latin typeface="Arial" panose="020B0604020202090204" pitchFamily="34" charset="0"/>
                <a:ea typeface="微软雅黑" charset="-122"/>
              </a:defRPr>
            </a:lvl4pPr>
            <a:lvl5pPr>
              <a:defRPr baseline="0">
                <a:solidFill>
                  <a:schemeClr val="tx1"/>
                </a:solidFill>
                <a:latin typeface="Arial" panose="020B0604020202090204" pitchFamily="34" charset="0"/>
                <a:ea typeface="微软雅黑"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702" y="769938"/>
            <a:ext cx="6480638" cy="5087937"/>
          </a:xfrm>
        </p:spPr>
        <p:txBody>
          <a:bodyPr/>
          <a:lstStyle>
            <a:lvl1pPr>
              <a:defRPr baseline="0">
                <a:solidFill>
                  <a:schemeClr val="tx1"/>
                </a:solidFill>
                <a:latin typeface="Arial" panose="020B0604020202090204" pitchFamily="34" charset="0"/>
                <a:ea typeface="微软雅黑" charset="-122"/>
              </a:defRPr>
            </a:lvl1pPr>
            <a:lvl2pPr>
              <a:defRPr baseline="0">
                <a:solidFill>
                  <a:schemeClr val="tx1"/>
                </a:solidFill>
                <a:latin typeface="Arial" panose="020B0604020202090204" pitchFamily="34" charset="0"/>
                <a:ea typeface="微软雅黑" charset="-122"/>
              </a:defRPr>
            </a:lvl2pPr>
            <a:lvl3pPr>
              <a:defRPr baseline="0">
                <a:solidFill>
                  <a:schemeClr val="tx1"/>
                </a:solidFill>
                <a:latin typeface="Arial" panose="020B0604020202090204" pitchFamily="34" charset="0"/>
                <a:ea typeface="微软雅黑" charset="-122"/>
              </a:defRPr>
            </a:lvl3pPr>
            <a:lvl4pPr>
              <a:defRPr baseline="0">
                <a:solidFill>
                  <a:schemeClr val="tx1"/>
                </a:solidFill>
                <a:latin typeface="Arial" panose="020B0604020202090204" pitchFamily="34" charset="0"/>
                <a:ea typeface="微软雅黑" charset="-122"/>
              </a:defRPr>
            </a:lvl4pPr>
            <a:lvl5pPr>
              <a:defRPr baseline="0">
                <a:solidFill>
                  <a:schemeClr val="tx1"/>
                </a:solidFill>
                <a:latin typeface="Arial" panose="020B0604020202090204" pitchFamily="34" charset="0"/>
                <a:ea typeface="微软雅黑"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pic>
        <p:nvPicPr>
          <p:cNvPr id="19" name="图片 18"/>
          <p:cNvPicPr>
            <a:picLocks noChangeAspect="1"/>
          </p:cNvPicPr>
          <p:nvPr userDrawn="1">
            <p:custDataLst>
              <p:tags r:id="rId1"/>
            </p:custDataLst>
          </p:nvPr>
        </p:nvPicPr>
        <p:blipFill>
          <a:blip r:embed="rId10"/>
          <a:stretch>
            <a:fillRect/>
          </a:stretch>
        </p:blipFill>
        <p:spPr>
          <a:xfrm>
            <a:off x="9800920" y="5056505"/>
            <a:ext cx="2392281" cy="2392045"/>
          </a:xfrm>
          <a:prstGeom prst="rect">
            <a:avLst/>
          </a:prstGeom>
        </p:spPr>
      </p:pic>
      <p:sp>
        <p:nvSpPr>
          <p:cNvPr id="10" name="矩形 9"/>
          <p:cNvSpPr/>
          <p:nvPr userDrawn="1">
            <p:custDataLst>
              <p:tags r:id="rId2"/>
            </p:custDataLst>
          </p:nvPr>
        </p:nvSpPr>
        <p:spPr>
          <a:xfrm>
            <a:off x="0" y="0"/>
            <a:ext cx="12193201"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612060" y="781200"/>
            <a:ext cx="10977481" cy="626400"/>
          </a:xfrm>
        </p:spPr>
        <p:txBody>
          <a:bodyPr anchor="ctr"/>
          <a:lstStyle>
            <a:lvl1pPr algn="ctr">
              <a:defRPr sz="3600" baseline="0">
                <a:solidFill>
                  <a:schemeClr val="tx1"/>
                </a:solidFill>
                <a:latin typeface="Arial" panose="020B0604020202090204" pitchFamily="34" charset="0"/>
                <a:ea typeface="微软雅黑" charset="-122"/>
              </a:defRPr>
            </a:lvl1pPr>
          </a:lstStyle>
          <a:p>
            <a:r>
              <a:rPr lang="zh-CN" altLang="en-US"/>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2022/4/8</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612060" y="1659600"/>
            <a:ext cx="10977056" cy="828000"/>
          </a:xfrm>
        </p:spPr>
        <p:txBody>
          <a:bodyPr/>
          <a:lstStyle>
            <a:lvl1pPr algn="ctr">
              <a:defRPr baseline="0">
                <a:solidFill>
                  <a:schemeClr val="tx1"/>
                </a:solidFill>
                <a:latin typeface="Arial" panose="020B0604020202090204" pitchFamily="34" charset="0"/>
                <a:ea typeface="微软雅黑" charset="-122"/>
              </a:defRPr>
            </a:lvl1pPr>
          </a:lstStyle>
          <a:p>
            <a:pPr lvl="0"/>
            <a:r>
              <a:rPr lang="zh-CN" altLang="en-US" dirty="0"/>
              <a:t>单击此处编辑母版文本样式</a:t>
            </a:r>
          </a:p>
        </p:txBody>
      </p:sp>
      <p:sp>
        <p:nvSpPr>
          <p:cNvPr id="9" name="内容占位符 8"/>
          <p:cNvSpPr>
            <a:spLocks noGrp="1"/>
          </p:cNvSpPr>
          <p:nvPr>
            <p:ph sz="quarter" idx="14"/>
            <p:custDataLst>
              <p:tags r:id="rId8"/>
            </p:custDataLst>
          </p:nvPr>
        </p:nvSpPr>
        <p:spPr>
          <a:xfrm>
            <a:off x="612835" y="2808000"/>
            <a:ext cx="10966680" cy="3430800"/>
          </a:xfrm>
        </p:spPr>
        <p:txBody>
          <a:bodyPr/>
          <a:lstStyle>
            <a:lvl1pPr>
              <a:defRPr baseline="0">
                <a:solidFill>
                  <a:schemeClr val="tx1"/>
                </a:solidFill>
                <a:latin typeface="Arial" panose="020B0604020202090204" pitchFamily="34" charset="0"/>
                <a:ea typeface="微软雅黑" charset="-122"/>
              </a:defRPr>
            </a:lvl1pPr>
            <a:lvl2pPr>
              <a:defRPr baseline="0">
                <a:solidFill>
                  <a:schemeClr val="tx1"/>
                </a:solidFill>
                <a:latin typeface="Arial" panose="020B0604020202090204" pitchFamily="34" charset="0"/>
                <a:ea typeface="微软雅黑" charset="-122"/>
              </a:defRPr>
            </a:lvl2pPr>
            <a:lvl3pPr>
              <a:defRPr baseline="0">
                <a:solidFill>
                  <a:schemeClr val="tx1"/>
                </a:solidFill>
                <a:latin typeface="Arial" panose="020B0604020202090204" pitchFamily="34" charset="0"/>
                <a:ea typeface="微软雅黑" charset="-122"/>
              </a:defRPr>
            </a:lvl3pPr>
            <a:lvl4pPr>
              <a:defRPr baseline="0">
                <a:solidFill>
                  <a:schemeClr val="tx1"/>
                </a:solidFill>
                <a:latin typeface="Arial" panose="020B0604020202090204" pitchFamily="34" charset="0"/>
                <a:ea typeface="微软雅黑" charset="-122"/>
              </a:defRPr>
            </a:lvl4pPr>
            <a:lvl5pPr>
              <a:defRPr baseline="0">
                <a:solidFill>
                  <a:schemeClr val="tx1"/>
                </a:solidFill>
                <a:latin typeface="Arial" panose="020B0604020202090204" pitchFamily="34" charset="0"/>
                <a:ea typeface="微软雅黑"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9" name="图片 18"/>
          <p:cNvPicPr>
            <a:picLocks noChangeAspect="1"/>
          </p:cNvPicPr>
          <p:nvPr userDrawn="1">
            <p:custDataLst>
              <p:tags r:id="rId1"/>
            </p:custDataLst>
          </p:nvPr>
        </p:nvPicPr>
        <p:blipFill>
          <a:blip r:embed="rId10"/>
          <a:stretch>
            <a:fillRect/>
          </a:stretch>
        </p:blipFill>
        <p:spPr>
          <a:xfrm>
            <a:off x="9823147" y="-528320"/>
            <a:ext cx="2370053" cy="2369820"/>
          </a:xfrm>
          <a:prstGeom prst="rect">
            <a:avLst/>
          </a:prstGeom>
        </p:spPr>
      </p:pic>
      <p:sp>
        <p:nvSpPr>
          <p:cNvPr id="8" name="矩形 7"/>
          <p:cNvSpPr/>
          <p:nvPr userDrawn="1">
            <p:custDataLst>
              <p:tags r:id="rId2"/>
            </p:custDataLst>
          </p:nvPr>
        </p:nvSpPr>
        <p:spPr>
          <a:xfrm>
            <a:off x="0" y="5029201"/>
            <a:ext cx="12193201"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604860" y="669600"/>
            <a:ext cx="10977481" cy="565200"/>
          </a:xfrm>
        </p:spPr>
        <p:txBody>
          <a:bodyPr anchor="ctr"/>
          <a:lstStyle>
            <a:lvl1pPr algn="ctr">
              <a:defRPr sz="3200" baseline="0">
                <a:solidFill>
                  <a:schemeClr val="tx1"/>
                </a:solidFill>
                <a:latin typeface="Arial" panose="020B0604020202090204" pitchFamily="34" charset="0"/>
                <a:ea typeface="微软雅黑"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2022/4/8</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97" y="1681200"/>
            <a:ext cx="10991882" cy="3211200"/>
          </a:xfrm>
        </p:spPr>
        <p:txBody>
          <a:bodyPr/>
          <a:lstStyle>
            <a:lvl1pPr>
              <a:defRPr baseline="0">
                <a:solidFill>
                  <a:schemeClr val="tx1"/>
                </a:solidFill>
                <a:latin typeface="Arial" panose="020B0604020202090204" pitchFamily="34" charset="0"/>
                <a:ea typeface="微软雅黑" charset="-122"/>
              </a:defRPr>
            </a:lvl1pPr>
            <a:lvl2pPr>
              <a:defRPr baseline="0">
                <a:solidFill>
                  <a:schemeClr val="tx1"/>
                </a:solidFill>
                <a:latin typeface="Arial" panose="020B0604020202090204" pitchFamily="34" charset="0"/>
                <a:ea typeface="微软雅黑" charset="-122"/>
              </a:defRPr>
            </a:lvl2pPr>
            <a:lvl3pPr>
              <a:defRPr baseline="0">
                <a:solidFill>
                  <a:schemeClr val="tx1"/>
                </a:solidFill>
                <a:latin typeface="Arial" panose="020B0604020202090204" pitchFamily="34" charset="0"/>
                <a:ea typeface="微软雅黑" charset="-122"/>
              </a:defRPr>
            </a:lvl3pPr>
            <a:lvl4pPr>
              <a:defRPr baseline="0">
                <a:solidFill>
                  <a:schemeClr val="tx1"/>
                </a:solidFill>
                <a:latin typeface="Arial" panose="020B0604020202090204" pitchFamily="34" charset="0"/>
                <a:ea typeface="微软雅黑" charset="-122"/>
              </a:defRPr>
            </a:lvl4pPr>
            <a:lvl5pPr>
              <a:defRPr baseline="0">
                <a:solidFill>
                  <a:schemeClr val="tx1"/>
                </a:solidFill>
                <a:latin typeface="Arial" panose="020B0604020202090204" pitchFamily="34" charset="0"/>
                <a:ea typeface="微软雅黑"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58" y="5180400"/>
            <a:ext cx="11002683" cy="1011600"/>
          </a:xfrm>
        </p:spPr>
        <p:txBody>
          <a:bodyPr/>
          <a:lstStyle>
            <a:lvl1pPr>
              <a:defRPr baseline="0">
                <a:solidFill>
                  <a:schemeClr val="tx1"/>
                </a:solidFill>
                <a:latin typeface="Arial" panose="020B0604020202090204" pitchFamily="34" charset="0"/>
                <a:ea typeface="微软雅黑" charset="-122"/>
              </a:defRPr>
            </a:lvl1pPr>
          </a:lstStyle>
          <a:p>
            <a:pPr lvl="0"/>
            <a:r>
              <a:rPr lang="zh-CN" altLang="en-US" dirty="0"/>
              <a:t>单击此处编辑母版文本样式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2540" y="0"/>
            <a:ext cx="12193201"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2"/>
            </p:custDataLst>
          </p:nvPr>
        </p:nvSpPr>
        <p:spPr>
          <a:xfrm>
            <a:off x="579657" y="237600"/>
            <a:ext cx="11038687" cy="441964"/>
          </a:xfrm>
        </p:spPr>
        <p:txBody>
          <a:bodyPr/>
          <a:lstStyle>
            <a:lvl1pPr>
              <a:defRPr baseline="0">
                <a:solidFill>
                  <a:schemeClr val="tx1"/>
                </a:solidFill>
                <a:latin typeface="Arial" panose="020B0604020202090204" pitchFamily="34" charset="0"/>
                <a:ea typeface="微软雅黑"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2022/4/8</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57" y="1663200"/>
            <a:ext cx="5342926" cy="2894400"/>
          </a:xfrm>
        </p:spPr>
        <p:txBody>
          <a:bodyPr/>
          <a:lstStyle>
            <a:lvl1pPr>
              <a:defRPr baseline="0">
                <a:solidFill>
                  <a:schemeClr val="tx1"/>
                </a:solidFill>
                <a:latin typeface="Arial" panose="020B0604020202090204" pitchFamily="34" charset="0"/>
                <a:ea typeface="微软雅黑" charset="-122"/>
              </a:defRPr>
            </a:lvl1pPr>
            <a:lvl2pPr>
              <a:defRPr baseline="0">
                <a:solidFill>
                  <a:schemeClr val="tx1"/>
                </a:solidFill>
                <a:latin typeface="Arial" panose="020B0604020202090204" pitchFamily="34" charset="0"/>
                <a:ea typeface="微软雅黑" charset="-122"/>
              </a:defRPr>
            </a:lvl2pPr>
            <a:lvl3pPr>
              <a:defRPr baseline="0">
                <a:solidFill>
                  <a:schemeClr val="tx1"/>
                </a:solidFill>
                <a:latin typeface="Arial" panose="020B0604020202090204" pitchFamily="34" charset="0"/>
                <a:ea typeface="微软雅黑" charset="-122"/>
              </a:defRPr>
            </a:lvl3pPr>
            <a:lvl4pPr>
              <a:defRPr baseline="0">
                <a:solidFill>
                  <a:schemeClr val="tx1"/>
                </a:solidFill>
                <a:latin typeface="Arial" panose="020B0604020202090204" pitchFamily="34" charset="0"/>
                <a:ea typeface="微软雅黑" charset="-122"/>
              </a:defRPr>
            </a:lvl4pPr>
            <a:lvl5pPr>
              <a:defRPr baseline="0">
                <a:solidFill>
                  <a:schemeClr val="tx1"/>
                </a:solidFill>
                <a:latin typeface="Arial" panose="020B0604020202090204" pitchFamily="34" charset="0"/>
                <a:ea typeface="微软雅黑"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3015" y="1663200"/>
            <a:ext cx="5368129" cy="2894400"/>
          </a:xfrm>
        </p:spPr>
        <p:txBody>
          <a:bodyPr/>
          <a:lstStyle>
            <a:lvl1pPr>
              <a:defRPr baseline="0">
                <a:solidFill>
                  <a:schemeClr val="tx1"/>
                </a:solidFill>
                <a:latin typeface="Arial" panose="020B0604020202090204" pitchFamily="34" charset="0"/>
                <a:ea typeface="微软雅黑" charset="-122"/>
              </a:defRPr>
            </a:lvl1pPr>
            <a:lvl2pPr>
              <a:defRPr baseline="0">
                <a:solidFill>
                  <a:schemeClr val="tx1"/>
                </a:solidFill>
                <a:latin typeface="Arial" panose="020B0604020202090204" pitchFamily="34" charset="0"/>
                <a:ea typeface="微软雅黑" charset="-122"/>
              </a:defRPr>
            </a:lvl2pPr>
            <a:lvl3pPr>
              <a:defRPr baseline="0">
                <a:solidFill>
                  <a:schemeClr val="tx1"/>
                </a:solidFill>
                <a:latin typeface="Arial" panose="020B0604020202090204" pitchFamily="34" charset="0"/>
                <a:ea typeface="微软雅黑" charset="-122"/>
              </a:defRPr>
            </a:lvl3pPr>
            <a:lvl4pPr>
              <a:defRPr baseline="0">
                <a:solidFill>
                  <a:schemeClr val="tx1"/>
                </a:solidFill>
                <a:latin typeface="Arial" panose="020B0604020202090204" pitchFamily="34" charset="0"/>
                <a:ea typeface="微软雅黑" charset="-122"/>
              </a:defRPr>
            </a:lvl4pPr>
            <a:lvl5pPr>
              <a:defRPr baseline="0">
                <a:solidFill>
                  <a:schemeClr val="tx1"/>
                </a:solidFill>
                <a:latin typeface="Arial" panose="020B0604020202090204" pitchFamily="34" charset="0"/>
                <a:ea typeface="微软雅黑"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56" y="4816800"/>
            <a:ext cx="5342926" cy="781200"/>
          </a:xfrm>
        </p:spPr>
        <p:txBody>
          <a:bodyPr/>
          <a:lstStyle>
            <a:lvl1pPr>
              <a:defRPr baseline="0">
                <a:solidFill>
                  <a:schemeClr val="tx1"/>
                </a:solidFill>
                <a:latin typeface="Arial" panose="020B0604020202090204" pitchFamily="34" charset="0"/>
                <a:ea typeface="微软雅黑"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816" y="4813200"/>
            <a:ext cx="5368129" cy="781200"/>
          </a:xfrm>
        </p:spPr>
        <p:txBody>
          <a:bodyPr/>
          <a:lstStyle>
            <a:lvl1pPr>
              <a:defRPr baseline="0">
                <a:solidFill>
                  <a:schemeClr val="tx1"/>
                </a:solidFill>
                <a:latin typeface="Arial" panose="020B0604020202090204" pitchFamily="34" charset="0"/>
                <a:ea typeface="微软雅黑" charset="-122"/>
              </a:defRPr>
            </a:lvl1pPr>
          </a:lstStyle>
          <a:p>
            <a:pPr lvl="0"/>
            <a:r>
              <a:rPr lang="zh-CN" altLang="en-US" dirty="0"/>
              <a:t>单击此处编辑母版文本样式</a:t>
            </a:r>
          </a:p>
        </p:txBody>
      </p:sp>
      <p:pic>
        <p:nvPicPr>
          <p:cNvPr id="14" name="图片 13"/>
          <p:cNvPicPr>
            <a:picLocks noChangeAspect="1"/>
          </p:cNvPicPr>
          <p:nvPr userDrawn="1">
            <p:custDataLst>
              <p:tags r:id="rId10"/>
            </p:custDataLst>
          </p:nvPr>
        </p:nvPicPr>
        <p:blipFill>
          <a:blip r:embed="rId12"/>
          <a:stretch>
            <a:fillRect/>
          </a:stretch>
        </p:blipFill>
        <p:spPr>
          <a:xfrm>
            <a:off x="4889346" y="1910080"/>
            <a:ext cx="1945197" cy="494792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blipFill rotWithShape="1">
          <a:blip r:embed="rId11"/>
          <a:stretch>
            <a:fillRect/>
          </a:stretch>
        </a:blipFill>
        <a:effectLst/>
      </p:bgPr>
    </p:bg>
    <p:spTree>
      <p:nvGrpSpPr>
        <p:cNvPr id="1" name=""/>
        <p:cNvGrpSpPr/>
        <p:nvPr/>
      </p:nvGrpSpPr>
      <p:grpSpPr>
        <a:xfrm>
          <a:off x="0" y="0"/>
          <a:ext cx="0" cy="0"/>
          <a:chOff x="0" y="0"/>
          <a:chExt cx="0" cy="0"/>
        </a:xfrm>
      </p:grpSpPr>
      <p:sp>
        <p:nvSpPr>
          <p:cNvPr id="12" name="矩形 11"/>
          <p:cNvSpPr/>
          <p:nvPr userDrawn="1">
            <p:custDataLst>
              <p:tags r:id="rId1"/>
            </p:custDataLst>
          </p:nvPr>
        </p:nvSpPr>
        <p:spPr>
          <a:xfrm>
            <a:off x="0" y="0"/>
            <a:ext cx="12193201" cy="6858944"/>
          </a:xfrm>
          <a:prstGeom prst="rect">
            <a:avLst/>
          </a:prstGeom>
          <a:gradFill>
            <a:gsLst>
              <a:gs pos="0">
                <a:srgbClr val="C60101">
                  <a:alpha val="0"/>
                </a:srgbClr>
              </a:gs>
              <a:gs pos="100000">
                <a:srgbClr val="C6010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0" dirty="0">
              <a:latin typeface="Arial" panose="020B0604020202090204" pitchFamily="34" charset="0"/>
            </a:endParaRPr>
          </a:p>
        </p:txBody>
      </p:sp>
      <p:sp>
        <p:nvSpPr>
          <p:cNvPr id="10" name="矩形 9"/>
          <p:cNvSpPr/>
          <p:nvPr userDrawn="1">
            <p:custDataLst>
              <p:tags r:id="rId2"/>
            </p:custDataLst>
          </p:nvPr>
        </p:nvSpPr>
        <p:spPr>
          <a:xfrm>
            <a:off x="0" y="959224"/>
            <a:ext cx="12193201"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pic>
        <p:nvPicPr>
          <p:cNvPr id="14" name="图片 13"/>
          <p:cNvPicPr>
            <a:picLocks noChangeAspect="1"/>
          </p:cNvPicPr>
          <p:nvPr userDrawn="1">
            <p:custDataLst>
              <p:tags r:id="rId3"/>
            </p:custDataLst>
          </p:nvPr>
        </p:nvPicPr>
        <p:blipFill rotWithShape="1">
          <a:blip r:embed="rId12" cstate="screen"/>
          <a:srcRect/>
          <a:stretch>
            <a:fillRect/>
          </a:stretch>
        </p:blipFill>
        <p:spPr>
          <a:xfrm>
            <a:off x="-1270" y="3546475"/>
            <a:ext cx="12193201" cy="3312160"/>
          </a:xfrm>
          <a:prstGeom prst="rect">
            <a:avLst/>
          </a:prstGeom>
        </p:spPr>
      </p:pic>
      <p:sp>
        <p:nvSpPr>
          <p:cNvPr id="2" name="标题 1"/>
          <p:cNvSpPr>
            <a:spLocks noGrp="1"/>
          </p:cNvSpPr>
          <p:nvPr>
            <p:ph type="title" hasCustomPrompt="1"/>
            <p:custDataLst>
              <p:tags r:id="rId4"/>
            </p:custDataLst>
          </p:nvPr>
        </p:nvSpPr>
        <p:spPr>
          <a:xfrm>
            <a:off x="1522950" y="1339200"/>
            <a:ext cx="9144900" cy="2386800"/>
          </a:xfrm>
        </p:spPr>
        <p:txBody>
          <a:bodyPr anchor="b"/>
          <a:lstStyle>
            <a:lvl1pPr algn="ctr">
              <a:defRPr sz="6000" baseline="0">
                <a:solidFill>
                  <a:schemeClr val="tx1"/>
                </a:solidFill>
                <a:latin typeface="Arial" panose="020B0604020202090204" pitchFamily="34" charset="0"/>
                <a:ea typeface="微软雅黑"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2022/4/8</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563" y="3862800"/>
            <a:ext cx="9144900" cy="1656000"/>
          </a:xfrm>
        </p:spPr>
        <p:txBody>
          <a:bodyPr/>
          <a:lstStyle>
            <a:lvl1pPr algn="ctr">
              <a:defRPr baseline="0">
                <a:solidFill>
                  <a:schemeClr val="tx1"/>
                </a:solidFill>
                <a:latin typeface="Arial" panose="020B0604020202090204" pitchFamily="34" charset="0"/>
                <a:ea typeface="微软雅黑" charset="-122"/>
              </a:defRPr>
            </a:lvl1pPr>
          </a:lstStyle>
          <a:p>
            <a:pPr lvl="0"/>
            <a:r>
              <a:rPr lang="zh-CN" altLang="en-US" dirty="0"/>
              <a:t>单击此处编辑母版文本样式</a:t>
            </a:r>
          </a:p>
        </p:txBody>
      </p:sp>
      <p:pic>
        <p:nvPicPr>
          <p:cNvPr id="8" name="图片 7"/>
          <p:cNvPicPr>
            <a:picLocks noChangeAspect="1"/>
          </p:cNvPicPr>
          <p:nvPr userDrawn="1">
            <p:custDataLst>
              <p:tags r:id="rId9"/>
            </p:custDataLst>
          </p:nvPr>
        </p:nvPicPr>
        <p:blipFill>
          <a:blip r:embed="rId13"/>
          <a:stretch>
            <a:fillRect/>
          </a:stretch>
        </p:blipFill>
        <p:spPr>
          <a:xfrm flipH="1">
            <a:off x="0" y="-603250"/>
            <a:ext cx="2563112" cy="256286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tags" Target="../tags/tag6.xml"/><Relationship Id="rId3" Type="http://schemas.openxmlformats.org/officeDocument/2006/relationships/slideLayout" Target="../slideLayouts/slideLayout13.xml"/><Relationship Id="rId21" Type="http://schemas.openxmlformats.org/officeDocument/2006/relationships/tags" Target="../tags/tag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tags" Target="../tags/tag5.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theme" Target="../theme/theme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tags" Target="../tags/tag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tags" Target="../tags/tag3.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83" y="365125"/>
            <a:ext cx="10516635"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83" y="1825625"/>
            <a:ext cx="10516635"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83" y="6356350"/>
            <a:ext cx="274347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2022/4/8</a:t>
            </a:fld>
            <a:endParaRPr lang="zh-CN" altLang="en-US"/>
          </a:p>
        </p:txBody>
      </p:sp>
      <p:sp>
        <p:nvSpPr>
          <p:cNvPr id="5" name="页脚占位符 4"/>
          <p:cNvSpPr>
            <a:spLocks noGrp="1"/>
          </p:cNvSpPr>
          <p:nvPr>
            <p:ph type="ftr" sz="quarter" idx="3"/>
          </p:nvPr>
        </p:nvSpPr>
        <p:spPr>
          <a:xfrm>
            <a:off x="4038998" y="6356350"/>
            <a:ext cx="41152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448" y="6356350"/>
            <a:ext cx="274347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948" y="443230"/>
            <a:ext cx="10853306"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948" y="952508"/>
            <a:ext cx="10853306"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829" y="6349833"/>
            <a:ext cx="2700266" cy="316800"/>
          </a:xfrm>
          <a:prstGeom prst="rect">
            <a:avLst/>
          </a:prstGeom>
        </p:spPr>
        <p:txBody>
          <a:bodyPr vert="horz" lIns="91440" tIns="45720" rIns="91440" bIns="45720" rtlCol="0" anchor="ctr">
            <a:normAutofit/>
          </a:bodyPr>
          <a:lstStyle>
            <a:lvl1pPr algn="l">
              <a:defRPr sz="1200" baseline="0">
                <a:solidFill>
                  <a:schemeClr val="tx1">
                    <a:lumMod val="85000"/>
                    <a:lumOff val="15000"/>
                  </a:schemeClr>
                </a:solidFill>
                <a:latin typeface="Arial" panose="020B0604020202090204" pitchFamily="34" charset="0"/>
                <a:ea typeface="楷体" panose="02010609060101010101" pitchFamily="49" charset="-122"/>
              </a:defRPr>
            </a:lvl1pPr>
          </a:lstStyle>
          <a:p>
            <a:fld id="{760FBDFE-C587-4B4C-A407-44438C67B59E}" type="datetimeFigureOut">
              <a:rPr lang="zh-CN" altLang="en-US" smtClean="0"/>
              <a:t>2022/4/8</a:t>
            </a:fld>
            <a:endParaRPr lang="zh-CN" altLang="en-US"/>
          </a:p>
        </p:txBody>
      </p:sp>
      <p:sp>
        <p:nvSpPr>
          <p:cNvPr id="5" name="页脚占位符 4"/>
          <p:cNvSpPr>
            <a:spLocks noGrp="1"/>
          </p:cNvSpPr>
          <p:nvPr>
            <p:ph type="ftr" sz="quarter" idx="3"/>
            <p:custDataLst>
              <p:tags r:id="rId24"/>
            </p:custDataLst>
          </p:nvPr>
        </p:nvSpPr>
        <p:spPr>
          <a:xfrm>
            <a:off x="4116405" y="6349833"/>
            <a:ext cx="3960390" cy="316800"/>
          </a:xfrm>
          <a:prstGeom prst="rect">
            <a:avLst/>
          </a:prstGeom>
        </p:spPr>
        <p:txBody>
          <a:bodyPr vert="horz" lIns="91440" tIns="45720" rIns="91440" bIns="45720" rtlCol="0" anchor="ctr">
            <a:normAutofit/>
          </a:bodyPr>
          <a:lstStyle>
            <a:lvl1pPr algn="ctr">
              <a:defRPr sz="1200" baseline="0">
                <a:solidFill>
                  <a:schemeClr val="tx1">
                    <a:lumMod val="85000"/>
                    <a:lumOff val="15000"/>
                  </a:schemeClr>
                </a:solidFill>
                <a:latin typeface="Arial" panose="020B0604020202090204" pitchFamily="34" charset="0"/>
                <a:ea typeface="楷体" panose="02010609060101010101" pitchFamily="49" charset="-122"/>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1448" y="6349833"/>
            <a:ext cx="2700266" cy="316800"/>
          </a:xfrm>
          <a:prstGeom prst="rect">
            <a:avLst/>
          </a:prstGeom>
        </p:spPr>
        <p:txBody>
          <a:bodyPr vert="horz" lIns="91440" tIns="45720" rIns="91440" bIns="45720" rtlCol="0" anchor="ctr">
            <a:normAutofit/>
          </a:bodyPr>
          <a:lstStyle>
            <a:lvl1pPr algn="r">
              <a:defRPr sz="1200" baseline="0">
                <a:solidFill>
                  <a:schemeClr val="tx1">
                    <a:lumMod val="85000"/>
                    <a:lumOff val="15000"/>
                  </a:schemeClr>
                </a:solidFill>
                <a:latin typeface="Arial" panose="020B0604020202090204" pitchFamily="34" charset="0"/>
                <a:ea typeface="楷体" panose="02010609060101010101" pitchFamily="49"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90204" pitchFamily="34" charset="0"/>
          <a:ea typeface="楷体" panose="02010609060101010101" pitchFamily="49"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楷体" panose="02010609060101010101" pitchFamily="49"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90204" pitchFamily="34" charset="0"/>
          <a:ea typeface="楷体" panose="02010609060101010101" pitchFamily="49"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楷体" panose="02010609060101010101" pitchFamily="49"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楷体" panose="02010609060101010101" pitchFamily="49"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17.xml"/><Relationship Id="rId1" Type="http://schemas.openxmlformats.org/officeDocument/2006/relationships/tags" Target="../tags/tag152.xml"/></Relationships>
</file>

<file path=ppt/slides/_rels/slide3.xml.rels><?xml version="1.0" encoding="UTF-8" standalone="yes"?>
<Relationships xmlns="http://schemas.openxmlformats.org/package/2006/relationships"><Relationship Id="rId13" Type="http://schemas.openxmlformats.org/officeDocument/2006/relationships/tags" Target="../tags/tag165.xml"/><Relationship Id="rId18" Type="http://schemas.openxmlformats.org/officeDocument/2006/relationships/tags" Target="../tags/tag170.xml"/><Relationship Id="rId26" Type="http://schemas.openxmlformats.org/officeDocument/2006/relationships/tags" Target="../tags/tag178.xml"/><Relationship Id="rId39" Type="http://schemas.openxmlformats.org/officeDocument/2006/relationships/slideLayout" Target="../slideLayouts/slideLayout16.xml"/><Relationship Id="rId21" Type="http://schemas.openxmlformats.org/officeDocument/2006/relationships/tags" Target="../tags/tag173.xml"/><Relationship Id="rId34" Type="http://schemas.openxmlformats.org/officeDocument/2006/relationships/tags" Target="../tags/tag186.xml"/><Relationship Id="rId42" Type="http://schemas.openxmlformats.org/officeDocument/2006/relationships/image" Target="../media/image20.png"/><Relationship Id="rId7" Type="http://schemas.openxmlformats.org/officeDocument/2006/relationships/tags" Target="../tags/tag159.xml"/><Relationship Id="rId2" Type="http://schemas.openxmlformats.org/officeDocument/2006/relationships/tags" Target="../tags/tag154.xml"/><Relationship Id="rId16" Type="http://schemas.openxmlformats.org/officeDocument/2006/relationships/tags" Target="../tags/tag168.xml"/><Relationship Id="rId20" Type="http://schemas.openxmlformats.org/officeDocument/2006/relationships/tags" Target="../tags/tag172.xml"/><Relationship Id="rId29" Type="http://schemas.openxmlformats.org/officeDocument/2006/relationships/tags" Target="../tags/tag181.xml"/><Relationship Id="rId41" Type="http://schemas.openxmlformats.org/officeDocument/2006/relationships/image" Target="../media/image19.png"/><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tags" Target="../tags/tag163.xml"/><Relationship Id="rId24" Type="http://schemas.openxmlformats.org/officeDocument/2006/relationships/tags" Target="../tags/tag176.xml"/><Relationship Id="rId32" Type="http://schemas.openxmlformats.org/officeDocument/2006/relationships/tags" Target="../tags/tag184.xml"/><Relationship Id="rId37" Type="http://schemas.openxmlformats.org/officeDocument/2006/relationships/tags" Target="../tags/tag189.xml"/><Relationship Id="rId40" Type="http://schemas.openxmlformats.org/officeDocument/2006/relationships/image" Target="../media/image18.jpeg"/><Relationship Id="rId5" Type="http://schemas.openxmlformats.org/officeDocument/2006/relationships/tags" Target="../tags/tag157.xml"/><Relationship Id="rId15" Type="http://schemas.openxmlformats.org/officeDocument/2006/relationships/tags" Target="../tags/tag167.xml"/><Relationship Id="rId23" Type="http://schemas.openxmlformats.org/officeDocument/2006/relationships/tags" Target="../tags/tag175.xml"/><Relationship Id="rId28" Type="http://schemas.openxmlformats.org/officeDocument/2006/relationships/tags" Target="../tags/tag180.xml"/><Relationship Id="rId36" Type="http://schemas.openxmlformats.org/officeDocument/2006/relationships/tags" Target="../tags/tag188.xml"/><Relationship Id="rId10" Type="http://schemas.openxmlformats.org/officeDocument/2006/relationships/tags" Target="../tags/tag162.xml"/><Relationship Id="rId19" Type="http://schemas.openxmlformats.org/officeDocument/2006/relationships/tags" Target="../tags/tag171.xml"/><Relationship Id="rId31" Type="http://schemas.openxmlformats.org/officeDocument/2006/relationships/tags" Target="../tags/tag183.xml"/><Relationship Id="rId4" Type="http://schemas.openxmlformats.org/officeDocument/2006/relationships/tags" Target="../tags/tag156.xml"/><Relationship Id="rId9" Type="http://schemas.openxmlformats.org/officeDocument/2006/relationships/tags" Target="../tags/tag161.xml"/><Relationship Id="rId14" Type="http://schemas.openxmlformats.org/officeDocument/2006/relationships/tags" Target="../tags/tag166.xml"/><Relationship Id="rId22" Type="http://schemas.openxmlformats.org/officeDocument/2006/relationships/tags" Target="../tags/tag174.xml"/><Relationship Id="rId27" Type="http://schemas.openxmlformats.org/officeDocument/2006/relationships/tags" Target="../tags/tag179.xml"/><Relationship Id="rId30" Type="http://schemas.openxmlformats.org/officeDocument/2006/relationships/tags" Target="../tags/tag182.xml"/><Relationship Id="rId35" Type="http://schemas.openxmlformats.org/officeDocument/2006/relationships/tags" Target="../tags/tag187.xml"/><Relationship Id="rId8" Type="http://schemas.openxmlformats.org/officeDocument/2006/relationships/tags" Target="../tags/tag160.xml"/><Relationship Id="rId3" Type="http://schemas.openxmlformats.org/officeDocument/2006/relationships/tags" Target="../tags/tag155.xml"/><Relationship Id="rId12" Type="http://schemas.openxmlformats.org/officeDocument/2006/relationships/tags" Target="../tags/tag164.xml"/><Relationship Id="rId17" Type="http://schemas.openxmlformats.org/officeDocument/2006/relationships/tags" Target="../tags/tag169.xml"/><Relationship Id="rId25" Type="http://schemas.openxmlformats.org/officeDocument/2006/relationships/tags" Target="../tags/tag177.xml"/><Relationship Id="rId33" Type="http://schemas.openxmlformats.org/officeDocument/2006/relationships/tags" Target="../tags/tag185.xml"/><Relationship Id="rId38" Type="http://schemas.openxmlformats.org/officeDocument/2006/relationships/tags" Target="../tags/tag190.xml"/></Relationships>
</file>

<file path=ppt/slides/_rels/slide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17.xml"/><Relationship Id="rId1" Type="http://schemas.openxmlformats.org/officeDocument/2006/relationships/tags" Target="../tags/tag191.xml"/></Relationships>
</file>

<file path=ppt/slides/_rels/slide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7.xml"/><Relationship Id="rId1" Type="http://schemas.openxmlformats.org/officeDocument/2006/relationships/tags" Target="../tags/tag192.xml"/><Relationship Id="rId4" Type="http://schemas.openxmlformats.org/officeDocument/2006/relationships/image" Target="../media/image25.jpeg"/></Relationships>
</file>

<file path=ppt/slides/_rels/slide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Layout" Target="../slideLayouts/slideLayout17.xml"/><Relationship Id="rId1" Type="http://schemas.openxmlformats.org/officeDocument/2006/relationships/tags" Target="../tags/tag193.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hart" Target="../charts/chart1.xml"/><Relationship Id="rId1" Type="http://schemas.openxmlformats.org/officeDocument/2006/relationships/slideLayout" Target="../slideLayouts/slideLayout17.xml"/><Relationship Id="rId4" Type="http://schemas.openxmlformats.org/officeDocument/2006/relationships/image" Target="../media/image29.svg"/></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等腰三角形 6"/>
          <p:cNvSpPr/>
          <p:nvPr/>
        </p:nvSpPr>
        <p:spPr>
          <a:xfrm rot="10800000">
            <a:off x="6603330" y="4831715"/>
            <a:ext cx="6969125" cy="5377180"/>
          </a:xfrm>
          <a:prstGeom prst="triangle">
            <a:avLst/>
          </a:prstGeom>
          <a:solidFill>
            <a:srgbClr val="F8AC63">
              <a:alpha val="3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10800000">
            <a:off x="2706970" y="-928370"/>
            <a:ext cx="6419850" cy="4768850"/>
          </a:xfrm>
          <a:prstGeom prst="triangle">
            <a:avLst/>
          </a:prstGeom>
          <a:solidFill>
            <a:srgbClr val="F8AC63">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6972300" y="2273935"/>
            <a:ext cx="5220335" cy="1660525"/>
          </a:xfrm>
          <a:prstGeom prst="rect">
            <a:avLst/>
          </a:prstGeom>
          <a:noFill/>
          <a:effectLst>
            <a:glow rad="127000">
              <a:schemeClr val="accent1">
                <a:alpha val="54000"/>
              </a:schemeClr>
            </a:glow>
            <a:outerShdw blurRad="50800" dist="38100" dir="2700000" algn="tl" rotWithShape="0">
              <a:prstClr val="black">
                <a:alpha val="40000"/>
              </a:prstClr>
            </a:outerShdw>
          </a:effectLst>
        </p:spPr>
        <p:txBody>
          <a:bodyPr wrap="square" rtlCol="0">
            <a:spAutoFit/>
          </a:bodyPr>
          <a:lstStyle/>
          <a:p>
            <a:r>
              <a:rPr lang="zh-CN" altLang="en-US" sz="6600">
                <a:solidFill>
                  <a:schemeClr val="tx1"/>
                </a:solidFill>
                <a:latin typeface="方正锐正黑_GBK" panose="02000900000000000000" charset="-122"/>
                <a:ea typeface="方正锐正黑_GBK" panose="02000900000000000000" charset="-122"/>
              </a:rPr>
              <a:t>厦门大学</a:t>
            </a:r>
          </a:p>
          <a:p>
            <a:r>
              <a:rPr lang="en-US" altLang="zh-CN" sz="3600">
                <a:solidFill>
                  <a:schemeClr val="tx1"/>
                </a:solidFill>
                <a:latin typeface="方正锐正黑_GBK" panose="02000900000000000000" charset="-122"/>
                <a:ea typeface="方正锐正黑_GBK" panose="02000900000000000000" charset="-122"/>
              </a:rPr>
              <a:t>PPT</a:t>
            </a:r>
            <a:r>
              <a:rPr lang="zh-CN" altLang="en-US" sz="3600">
                <a:solidFill>
                  <a:schemeClr val="tx1"/>
                </a:solidFill>
                <a:latin typeface="方正锐正黑_GBK" panose="02000900000000000000" charset="-122"/>
                <a:ea typeface="方正锐正黑_GBK" panose="02000900000000000000" charset="-122"/>
              </a:rPr>
              <a:t>模版</a:t>
            </a:r>
          </a:p>
        </p:txBody>
      </p:sp>
      <p:sp>
        <p:nvSpPr>
          <p:cNvPr id="23" name="矩形 22"/>
          <p:cNvSpPr/>
          <p:nvPr/>
        </p:nvSpPr>
        <p:spPr>
          <a:xfrm>
            <a:off x="1253074" y="4561205"/>
            <a:ext cx="2019300" cy="460375"/>
          </a:xfrm>
          <a:prstGeom prst="rect">
            <a:avLst/>
          </a:prstGeom>
        </p:spPr>
        <p:txBody>
          <a:bodyPr wrap="none">
            <a:spAutoFit/>
          </a:bodyPr>
          <a:lstStyle/>
          <a:p>
            <a:r>
              <a:rPr lang="zh-CN" altLang="en-US" sz="2400" b="1" dirty="0">
                <a:solidFill>
                  <a:srgbClr val="FFFFFF"/>
                </a:solidFill>
                <a:latin typeface="黑体" panose="02010609060101010101" charset="-122"/>
                <a:ea typeface="黑体" panose="02010609060101010101" charset="-122"/>
              </a:rPr>
              <a:t>汇报人：小夏</a:t>
            </a:r>
          </a:p>
        </p:txBody>
      </p:sp>
      <p:pic>
        <p:nvPicPr>
          <p:cNvPr id="24" name="图片 23" descr="xmu-logo"/>
          <p:cNvPicPr>
            <a:picLocks noChangeAspect="1"/>
          </p:cNvPicPr>
          <p:nvPr/>
        </p:nvPicPr>
        <p:blipFill>
          <a:blip r:embed="rId2"/>
          <a:stretch>
            <a:fillRect/>
          </a:stretch>
        </p:blipFill>
        <p:spPr>
          <a:xfrm>
            <a:off x="11000070" y="363855"/>
            <a:ext cx="812165" cy="812165"/>
          </a:xfrm>
          <a:prstGeom prst="rect">
            <a:avLst/>
          </a:prstGeom>
        </p:spPr>
      </p:pic>
      <p:sp>
        <p:nvSpPr>
          <p:cNvPr id="27" name="矩形 26"/>
          <p:cNvSpPr/>
          <p:nvPr/>
        </p:nvSpPr>
        <p:spPr>
          <a:xfrm>
            <a:off x="6972594" y="4003281"/>
            <a:ext cx="5103157" cy="575945"/>
          </a:xfrm>
          <a:prstGeom prst="rect">
            <a:avLst/>
          </a:prstGeom>
        </p:spPr>
        <p:txBody>
          <a:bodyPr wrap="square">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a:ln>
                  <a:noFill/>
                </a:ln>
                <a:solidFill>
                  <a:schemeClr val="tx1">
                    <a:lumMod val="50000"/>
                    <a:lumOff val="50000"/>
                  </a:schemeClr>
                </a:solidFill>
                <a:effectLst/>
                <a:uLnTx/>
                <a:uFillTx/>
                <a:latin typeface="汉仪旗黑-45S" panose="00020600040101010101" pitchFamily="18" charset="-122"/>
                <a:ea typeface="微软雅黑 Light" panose="020B0502040204020203" charset="-122"/>
                <a:cs typeface="Arial" panose="020B0604020202090204" pitchFamily="34" charset="0"/>
                <a:sym typeface="汉仪旗黑-45S" panose="00020600040101010101" pitchFamily="18" charset="-122"/>
              </a:rPr>
              <a:t>Lorem ipsum dolor sit amet, consectetuer adipiscing elit. Aenean commodo ligula eget dolorLorem ipsum dolor sit amet, consectetuer adipiscing elit. </a:t>
            </a:r>
          </a:p>
        </p:txBody>
      </p:sp>
      <p:pic>
        <p:nvPicPr>
          <p:cNvPr id="5" name="图片 4" descr="640-9"/>
          <p:cNvPicPr>
            <a:picLocks noChangeAspect="1"/>
          </p:cNvPicPr>
          <p:nvPr/>
        </p:nvPicPr>
        <p:blipFill>
          <a:blip r:embed="rId3"/>
          <a:stretch>
            <a:fillRect/>
          </a:stretch>
        </p:blipFill>
        <p:spPr>
          <a:xfrm>
            <a:off x="-1540545" y="17780"/>
            <a:ext cx="10058400" cy="7682230"/>
          </a:xfrm>
          <a:prstGeom prst="rect">
            <a:avLst/>
          </a:prstGeom>
        </p:spPr>
      </p:pic>
      <p:sp>
        <p:nvSpPr>
          <p:cNvPr id="15" name="等腰三角形 14"/>
          <p:cNvSpPr/>
          <p:nvPr/>
        </p:nvSpPr>
        <p:spPr>
          <a:xfrm rot="10800000">
            <a:off x="2579970" y="-1220470"/>
            <a:ext cx="6419850" cy="4768850"/>
          </a:xfrm>
          <a:prstGeom prst="triangle">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等腰三角形 13"/>
          <p:cNvSpPr/>
          <p:nvPr/>
        </p:nvSpPr>
        <p:spPr>
          <a:xfrm rot="10800000">
            <a:off x="6765890" y="5033010"/>
            <a:ext cx="6969125" cy="5377180"/>
          </a:xfrm>
          <a:prstGeom prst="triangle">
            <a:avLst/>
          </a:prstGeom>
          <a:solidFill>
            <a:srgbClr val="C1771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640-5"/>
          <p:cNvPicPr>
            <a:picLocks noChangeAspect="1"/>
          </p:cNvPicPr>
          <p:nvPr/>
        </p:nvPicPr>
        <p:blipFill>
          <a:blip r:embed="rId3"/>
          <a:srcRect t="13679" b="10831"/>
          <a:stretch>
            <a:fillRect/>
          </a:stretch>
        </p:blipFill>
        <p:spPr>
          <a:xfrm>
            <a:off x="600" y="-41910"/>
            <a:ext cx="12192000" cy="6899910"/>
          </a:xfrm>
          <a:prstGeom prst="rect">
            <a:avLst/>
          </a:prstGeom>
          <a:solidFill>
            <a:schemeClr val="bg1">
              <a:alpha val="33000"/>
            </a:schemeClr>
          </a:solidFill>
        </p:spPr>
      </p:pic>
      <p:sp>
        <p:nvSpPr>
          <p:cNvPr id="4" name="矩形 3"/>
          <p:cNvSpPr/>
          <p:nvPr/>
        </p:nvSpPr>
        <p:spPr>
          <a:xfrm>
            <a:off x="600" y="-41910"/>
            <a:ext cx="12192000" cy="6858000"/>
          </a:xfrm>
          <a:prstGeom prst="rect">
            <a:avLst/>
          </a:prstGeom>
          <a:solidFill>
            <a:schemeClr val="tx1">
              <a:lumMod val="75000"/>
              <a:lumOff val="25000"/>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5400000">
            <a:off x="-1152560" y="1071245"/>
            <a:ext cx="8017510" cy="4631690"/>
          </a:xfrm>
          <a:prstGeom prst="triangle">
            <a:avLst/>
          </a:prstGeom>
          <a:solidFill>
            <a:srgbClr val="F8AC63">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等腰三角形 14"/>
          <p:cNvSpPr/>
          <p:nvPr/>
        </p:nvSpPr>
        <p:spPr>
          <a:xfrm rot="5400000">
            <a:off x="-1692310" y="1113155"/>
            <a:ext cx="8017510" cy="4631690"/>
          </a:xfrm>
          <a:prstGeom prst="triangle">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862232" y="2357715"/>
            <a:ext cx="1859280" cy="1106805"/>
          </a:xfrm>
          <a:prstGeom prst="rect">
            <a:avLst/>
          </a:prstGeom>
          <a:noFill/>
        </p:spPr>
        <p:txBody>
          <a:bodyPr wrap="none" rtlCol="0">
            <a:spAutoFit/>
          </a:bodyPr>
          <a:lstStyle/>
          <a:p>
            <a:r>
              <a:rPr lang="zh-CN" altLang="en-US" sz="6600" dirty="0">
                <a:solidFill>
                  <a:schemeClr val="bg1"/>
                </a:solidFill>
                <a:latin typeface="方正锐正黑_GBK" panose="02000900000000000000" charset="-122"/>
                <a:ea typeface="方正锐正黑_GBK" panose="02000900000000000000" charset="-122"/>
              </a:rPr>
              <a:t>前言</a:t>
            </a:r>
          </a:p>
        </p:txBody>
      </p:sp>
      <p:sp>
        <p:nvSpPr>
          <p:cNvPr id="7" name="文本框 6"/>
          <p:cNvSpPr txBox="1"/>
          <p:nvPr/>
        </p:nvSpPr>
        <p:spPr>
          <a:xfrm>
            <a:off x="862552" y="3684200"/>
            <a:ext cx="2908300" cy="521970"/>
          </a:xfrm>
          <a:prstGeom prst="rect">
            <a:avLst/>
          </a:prstGeom>
          <a:noFill/>
        </p:spPr>
        <p:txBody>
          <a:bodyPr wrap="none" rtlCol="0">
            <a:spAutoFit/>
          </a:bodyPr>
          <a:lstStyle/>
          <a:p>
            <a:pPr algn="l"/>
            <a:r>
              <a:rPr lang="en-US" altLang="zh-CN" sz="2800" dirty="0">
                <a:solidFill>
                  <a:schemeClr val="bg1"/>
                </a:solidFill>
              </a:rPr>
              <a:t>INTRODUCTION</a:t>
            </a:r>
          </a:p>
        </p:txBody>
      </p:sp>
      <p:sp>
        <p:nvSpPr>
          <p:cNvPr id="27" name="矩形 26"/>
          <p:cNvSpPr/>
          <p:nvPr/>
        </p:nvSpPr>
        <p:spPr>
          <a:xfrm>
            <a:off x="5917189" y="1124826"/>
            <a:ext cx="5103157" cy="3934460"/>
          </a:xfrm>
          <a:prstGeom prst="rect">
            <a:avLst/>
          </a:prstGeom>
        </p:spPr>
        <p:txBody>
          <a:bodyPr wrap="square">
            <a:spAutoFit/>
          </a:bodyPr>
          <a:lstStyle/>
          <a:p>
            <a:pPr marL="0" marR="0" lvl="0" indent="0" defTabSz="914400" rtl="0" eaLnBrk="1" fontAlgn="auto" latinLnBrk="0" hangingPunct="1">
              <a:lnSpc>
                <a:spcPct val="150000"/>
              </a:lnSpc>
              <a:spcBef>
                <a:spcPts val="0"/>
              </a:spcBef>
              <a:spcAft>
                <a:spcPts val="0"/>
              </a:spcAft>
              <a:buClrTx/>
              <a:buSzTx/>
              <a:buFontTx/>
              <a:buNone/>
              <a:defRPr/>
            </a:pPr>
            <a:r>
              <a:rPr lang="zh-CN" altLang="en-US" sz="1200">
                <a:solidFill>
                  <a:schemeClr val="bg1"/>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Lorem ipsum dolor sit amet, consectetur adipiscing elit. Duis a sodales neque. Vivamus sit amet iaculis augue. Aenean a convallis odio. Duis a enim ex. Phasellus sed tellus mauris. Nunc dignissim iaculis auctor. Sed placerat tristique vehicula. Donec placerat faucibus ultrices.</a:t>
            </a:r>
          </a:p>
          <a:p>
            <a:pPr marL="0" marR="0" lvl="0" indent="0" defTabSz="914400" rtl="0" eaLnBrk="1" fontAlgn="auto" latinLnBrk="0" hangingPunct="1">
              <a:lnSpc>
                <a:spcPct val="150000"/>
              </a:lnSpc>
              <a:spcBef>
                <a:spcPts val="0"/>
              </a:spcBef>
              <a:spcAft>
                <a:spcPts val="0"/>
              </a:spcAft>
              <a:buClrTx/>
              <a:buSzTx/>
              <a:buFontTx/>
              <a:buNone/>
              <a:defRPr/>
            </a:pPr>
            <a:endParaRPr lang="zh-CN" altLang="en-US" sz="1200">
              <a:solidFill>
                <a:schemeClr val="bg1"/>
              </a:solidFill>
              <a:latin typeface="思源黑体 CN Light" panose="020B0600000000000000" pitchFamily="34" charset="-122"/>
              <a:ea typeface="思源黑体 CN Light" panose="020B0600000000000000" pitchFamily="34" charset="-122"/>
              <a:cs typeface="思源黑体 CN Light" panose="020B0600000000000000" pitchFamily="34" charset="-122"/>
            </a:endParaRPr>
          </a:p>
          <a:p>
            <a:pPr marL="0" marR="0" lvl="0" indent="0" defTabSz="914400" rtl="0" eaLnBrk="1" fontAlgn="auto" latinLnBrk="0" hangingPunct="1">
              <a:lnSpc>
                <a:spcPct val="150000"/>
              </a:lnSpc>
              <a:spcBef>
                <a:spcPts val="0"/>
              </a:spcBef>
              <a:spcAft>
                <a:spcPts val="0"/>
              </a:spcAft>
              <a:buClrTx/>
              <a:buSzTx/>
              <a:buFontTx/>
              <a:buNone/>
              <a:defRPr/>
            </a:pPr>
            <a:r>
              <a:rPr lang="zh-CN" altLang="en-US" sz="1200">
                <a:solidFill>
                  <a:schemeClr val="bg1"/>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Praesent suscipit justo a felis consectetur, quis vestibulum magna sodales. Integer pretium placerat orci, a bibendum nisi condimentum non. Morbi volutpat a turpis at semper. Fusce nec dolor fermentum, sollicitudin nulla sed, auctor lacus. Maecenas at tristique mi, faucibus vehicula urna. Cras vehicula ex suscipit, tincidunt elit at, volutpat felis. Nam et tortor et nulla pellentesque auctor. Fusce nec euismod nisi. Etiam finibus laoreet elit, at rutrum nisl euismod a. </a:t>
            </a:r>
            <a:endParaRPr lang="zh-CN" altLang="en-US" sz="105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endParaRPr>
          </a:p>
          <a:p>
            <a:pPr marL="0" marR="0" lvl="0" indent="0" defTabSz="914400" rtl="0" eaLnBrk="1" fontAlgn="auto" latinLnBrk="0" hangingPunct="1">
              <a:lnSpc>
                <a:spcPct val="150000"/>
              </a:lnSpc>
              <a:spcBef>
                <a:spcPts val="0"/>
              </a:spcBef>
              <a:spcAft>
                <a:spcPts val="0"/>
              </a:spcAft>
              <a:buClrTx/>
              <a:buSzTx/>
              <a:buFontTx/>
              <a:buNone/>
              <a:defRPr/>
            </a:pPr>
            <a:endParaRPr kumimoji="0" lang="en-US" altLang="zh-CN" sz="1050" b="0" i="0" u="none" strike="noStrike" kern="0" cap="none" spc="0" normalizeH="0" baseline="0" noProof="0">
              <a:ln>
                <a:noFill/>
              </a:ln>
              <a:solidFill>
                <a:schemeClr val="bg1"/>
              </a:solidFill>
              <a:effectLst/>
              <a:uLnTx/>
              <a:uFillTx/>
              <a:latin typeface="汉仪旗黑-45S" panose="00020600040101010101" pitchFamily="18" charset="-122"/>
              <a:ea typeface="微软雅黑 Light" panose="020B0502040204020203" charset="-122"/>
              <a:cs typeface="Arial" panose="020B0604020202090204" pitchFamily="34" charset="0"/>
              <a:sym typeface="汉仪旗黑-45S" panose="00020600040101010101" pitchFamily="18" charset="-122"/>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640-1"/>
          <p:cNvPicPr>
            <a:picLocks noChangeAspect="1"/>
          </p:cNvPicPr>
          <p:nvPr/>
        </p:nvPicPr>
        <p:blipFill>
          <a:blip r:embed="rId40"/>
          <a:srcRect t="7948" b="3675"/>
          <a:stretch>
            <a:fillRect/>
          </a:stretch>
        </p:blipFill>
        <p:spPr>
          <a:xfrm>
            <a:off x="600" y="0"/>
            <a:ext cx="12192000" cy="713105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p:spPr>
      </p:pic>
      <p:sp>
        <p:nvSpPr>
          <p:cNvPr id="15" name="等腰三角形 14"/>
          <p:cNvSpPr/>
          <p:nvPr/>
        </p:nvSpPr>
        <p:spPr>
          <a:xfrm rot="10800000">
            <a:off x="2075145" y="-1259205"/>
            <a:ext cx="8042910" cy="4309110"/>
          </a:xfrm>
          <a:prstGeom prst="triangle">
            <a:avLst/>
          </a:prstGeom>
          <a:solidFill>
            <a:srgbClr val="C17715">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00" y="3223260"/>
            <a:ext cx="12192000" cy="2172970"/>
          </a:xfrm>
          <a:prstGeom prst="rect">
            <a:avLst/>
          </a:prstGeom>
          <a:solidFill>
            <a:srgbClr val="C894B0">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custDataLst>
              <p:tags r:id="rId2"/>
            </p:custDataLst>
          </p:nvPr>
        </p:nvPicPr>
        <p:blipFill>
          <a:blip r:embed="rId41"/>
          <a:stretch>
            <a:fillRect/>
          </a:stretch>
        </p:blipFill>
        <p:spPr>
          <a:xfrm flipH="1">
            <a:off x="2407885" y="4439920"/>
            <a:ext cx="407035" cy="368300"/>
          </a:xfrm>
          <a:prstGeom prst="rect">
            <a:avLst/>
          </a:prstGeom>
        </p:spPr>
      </p:pic>
      <p:pic>
        <p:nvPicPr>
          <p:cNvPr id="5" name="图片 4"/>
          <p:cNvPicPr>
            <a:picLocks noChangeAspect="1"/>
          </p:cNvPicPr>
          <p:nvPr>
            <p:custDataLst>
              <p:tags r:id="rId3"/>
            </p:custDataLst>
          </p:nvPr>
        </p:nvPicPr>
        <p:blipFill>
          <a:blip r:embed="rId41"/>
          <a:stretch>
            <a:fillRect/>
          </a:stretch>
        </p:blipFill>
        <p:spPr>
          <a:xfrm>
            <a:off x="4284945" y="3705860"/>
            <a:ext cx="407035" cy="368300"/>
          </a:xfrm>
          <a:prstGeom prst="rect">
            <a:avLst/>
          </a:prstGeom>
        </p:spPr>
      </p:pic>
      <p:cxnSp>
        <p:nvCxnSpPr>
          <p:cNvPr id="6" name="直接连接符 5"/>
          <p:cNvCxnSpPr/>
          <p:nvPr>
            <p:custDataLst>
              <p:tags r:id="rId4"/>
            </p:custDataLst>
          </p:nvPr>
        </p:nvCxnSpPr>
        <p:spPr>
          <a:xfrm flipH="1">
            <a:off x="2718400" y="4625340"/>
            <a:ext cx="1241425"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7" name="椭圆 6"/>
          <p:cNvSpPr/>
          <p:nvPr>
            <p:custDataLst>
              <p:tags r:id="rId5"/>
            </p:custDataLst>
          </p:nvPr>
        </p:nvSpPr>
        <p:spPr>
          <a:xfrm flipH="1" flipV="1">
            <a:off x="2599020" y="4570730"/>
            <a:ext cx="119380" cy="107950"/>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90204" pitchFamily="34" charset="0"/>
              <a:ea typeface="楷体" panose="02010609060101010101" pitchFamily="49" charset="-122"/>
              <a:sym typeface="Arial" panose="020B0604020202090204" pitchFamily="34" charset="0"/>
            </a:endParaRPr>
          </a:p>
        </p:txBody>
      </p:sp>
      <p:cxnSp>
        <p:nvCxnSpPr>
          <p:cNvPr id="8" name="直接连接符 7"/>
          <p:cNvCxnSpPr/>
          <p:nvPr>
            <p:custDataLst>
              <p:tags r:id="rId6"/>
            </p:custDataLst>
          </p:nvPr>
        </p:nvCxnSpPr>
        <p:spPr>
          <a:xfrm>
            <a:off x="2918425" y="3897630"/>
            <a:ext cx="1241425"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10" name="椭圆 9"/>
          <p:cNvSpPr/>
          <p:nvPr>
            <p:custDataLst>
              <p:tags r:id="rId7"/>
            </p:custDataLst>
          </p:nvPr>
        </p:nvSpPr>
        <p:spPr>
          <a:xfrm flipV="1">
            <a:off x="4159850" y="3843655"/>
            <a:ext cx="119380" cy="107950"/>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90204" pitchFamily="34" charset="0"/>
              <a:ea typeface="楷体" panose="02010609060101010101" pitchFamily="49" charset="-122"/>
              <a:sym typeface="Arial" panose="020B0604020202090204" pitchFamily="34" charset="0"/>
            </a:endParaRPr>
          </a:p>
        </p:txBody>
      </p:sp>
      <p:sp>
        <p:nvSpPr>
          <p:cNvPr id="12" name="文本框 11"/>
          <p:cNvSpPr txBox="1"/>
          <p:nvPr>
            <p:custDataLst>
              <p:tags r:id="rId8"/>
            </p:custDataLst>
          </p:nvPr>
        </p:nvSpPr>
        <p:spPr>
          <a:xfrm>
            <a:off x="2916520" y="3924300"/>
            <a:ext cx="1133475" cy="369570"/>
          </a:xfrm>
          <a:prstGeom prst="rect">
            <a:avLst/>
          </a:prstGeom>
          <a:noFill/>
        </p:spPr>
        <p:txBody>
          <a:bodyPr wrap="square" lIns="91440" tIns="45720" rIns="91440" bIns="45720" rtlCol="0">
            <a:normAutofit fontScale="70000" lnSpcReduction="20000"/>
          </a:bodyPr>
          <a:lstStyle/>
          <a:p>
            <a:pPr algn="ctr"/>
            <a:r>
              <a:rPr lang="zh-CN" altLang="en-US" sz="2400" b="1" dirty="0">
                <a:solidFill>
                  <a:srgbClr val="FFFFFF"/>
                </a:solidFill>
                <a:latin typeface="黑体" panose="02010609060101010101" charset="-122"/>
                <a:ea typeface="黑体" panose="02010609060101010101" charset="-122"/>
                <a:sym typeface="+mn-ea"/>
              </a:rPr>
              <a:t>小夏</a:t>
            </a:r>
            <a:r>
              <a:rPr lang="en-US" altLang="zh-CN" sz="2400" b="1" dirty="0">
                <a:solidFill>
                  <a:srgbClr val="FFFFFF"/>
                </a:solidFill>
                <a:latin typeface="黑体" panose="02010609060101010101" charset="-122"/>
                <a:ea typeface="黑体" panose="02010609060101010101" charset="-122"/>
                <a:sym typeface="+mn-ea"/>
              </a:rPr>
              <a:t>xxxx</a:t>
            </a:r>
            <a:endParaRPr lang="zh-CN" altLang="en-US" sz="2400" b="1" dirty="0">
              <a:solidFill>
                <a:srgbClr val="FFFFFF"/>
              </a:solidFill>
              <a:latin typeface="黑体" panose="02010609060101010101" charset="-122"/>
              <a:ea typeface="黑体" panose="02010609060101010101" charset="-122"/>
            </a:endParaRPr>
          </a:p>
          <a:p>
            <a:pPr algn="ctr"/>
            <a:endParaRPr lang="zh-CN" altLang="en-US" sz="2400" dirty="0">
              <a:solidFill>
                <a:schemeClr val="bg1">
                  <a:alpha val="80000"/>
                </a:schemeClr>
              </a:solidFill>
              <a:latin typeface="Arial" panose="020B0604020202090204" pitchFamily="34" charset="0"/>
              <a:ea typeface="楷体" panose="02010609060101010101" pitchFamily="49" charset="-122"/>
              <a:sym typeface="Arial" panose="020B0604020202090204" pitchFamily="34" charset="0"/>
            </a:endParaRPr>
          </a:p>
        </p:txBody>
      </p:sp>
      <p:sp>
        <p:nvSpPr>
          <p:cNvPr id="13" name="文本框 12"/>
          <p:cNvSpPr txBox="1"/>
          <p:nvPr>
            <p:custDataLst>
              <p:tags r:id="rId9"/>
            </p:custDataLst>
          </p:nvPr>
        </p:nvSpPr>
        <p:spPr>
          <a:xfrm>
            <a:off x="3260690" y="3049905"/>
            <a:ext cx="490220" cy="812800"/>
          </a:xfrm>
          <a:prstGeom prst="rect">
            <a:avLst/>
          </a:prstGeom>
          <a:noFill/>
        </p:spPr>
        <p:txBody>
          <a:bodyPr wrap="square" lIns="91440" tIns="45720" rIns="91440" bIns="45720" rtlCol="0">
            <a:normAutofit fontScale="92500" lnSpcReduction="20000"/>
          </a:bodyPr>
          <a:lstStyle/>
          <a:p>
            <a:r>
              <a:rPr lang="en-US" altLang="zh-CN" sz="6000" b="1" dirty="0">
                <a:solidFill>
                  <a:schemeClr val="bg1"/>
                </a:solidFill>
                <a:latin typeface="Arial Bold" panose="020B0604020202090204" charset="0"/>
                <a:ea typeface="楷体" panose="02010609060101010101" pitchFamily="49" charset="-122"/>
                <a:cs typeface="Arial Bold" panose="020B0604020202090204" charset="0"/>
                <a:sym typeface="Arial" panose="020B0604020202090204" pitchFamily="34" charset="0"/>
              </a:rPr>
              <a:t>1</a:t>
            </a:r>
          </a:p>
        </p:txBody>
      </p:sp>
      <p:pic>
        <p:nvPicPr>
          <p:cNvPr id="14" name="图片 13"/>
          <p:cNvPicPr>
            <a:picLocks noChangeAspect="1"/>
          </p:cNvPicPr>
          <p:nvPr>
            <p:custDataLst>
              <p:tags r:id="rId10"/>
            </p:custDataLst>
          </p:nvPr>
        </p:nvPicPr>
        <p:blipFill>
          <a:blip r:embed="rId42"/>
          <a:stretch>
            <a:fillRect/>
          </a:stretch>
        </p:blipFill>
        <p:spPr>
          <a:xfrm flipH="1">
            <a:off x="3127340" y="3429000"/>
            <a:ext cx="424180" cy="383540"/>
          </a:xfrm>
          <a:prstGeom prst="rect">
            <a:avLst/>
          </a:prstGeom>
        </p:spPr>
      </p:pic>
      <p:pic>
        <p:nvPicPr>
          <p:cNvPr id="17" name="图片 16"/>
          <p:cNvPicPr>
            <a:picLocks noChangeAspect="1"/>
          </p:cNvPicPr>
          <p:nvPr>
            <p:custDataLst>
              <p:tags r:id="rId11"/>
            </p:custDataLst>
          </p:nvPr>
        </p:nvPicPr>
        <p:blipFill>
          <a:blip r:embed="rId41"/>
          <a:stretch>
            <a:fillRect/>
          </a:stretch>
        </p:blipFill>
        <p:spPr>
          <a:xfrm flipH="1">
            <a:off x="4366225" y="4464685"/>
            <a:ext cx="407035" cy="368300"/>
          </a:xfrm>
          <a:prstGeom prst="rect">
            <a:avLst/>
          </a:prstGeom>
        </p:spPr>
      </p:pic>
      <p:pic>
        <p:nvPicPr>
          <p:cNvPr id="18" name="图片 17"/>
          <p:cNvPicPr>
            <a:picLocks noChangeAspect="1"/>
          </p:cNvPicPr>
          <p:nvPr>
            <p:custDataLst>
              <p:tags r:id="rId12"/>
            </p:custDataLst>
          </p:nvPr>
        </p:nvPicPr>
        <p:blipFill>
          <a:blip r:embed="rId41"/>
          <a:stretch>
            <a:fillRect/>
          </a:stretch>
        </p:blipFill>
        <p:spPr>
          <a:xfrm>
            <a:off x="6026115" y="3730625"/>
            <a:ext cx="407035" cy="368300"/>
          </a:xfrm>
          <a:prstGeom prst="rect">
            <a:avLst/>
          </a:prstGeom>
        </p:spPr>
      </p:pic>
      <p:cxnSp>
        <p:nvCxnSpPr>
          <p:cNvPr id="19" name="直接连接符 18"/>
          <p:cNvCxnSpPr/>
          <p:nvPr>
            <p:custDataLst>
              <p:tags r:id="rId13"/>
            </p:custDataLst>
          </p:nvPr>
        </p:nvCxnSpPr>
        <p:spPr>
          <a:xfrm flipH="1">
            <a:off x="4459570" y="4650105"/>
            <a:ext cx="1241425"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20" name="椭圆 19"/>
          <p:cNvSpPr/>
          <p:nvPr>
            <p:custDataLst>
              <p:tags r:id="rId14"/>
            </p:custDataLst>
          </p:nvPr>
        </p:nvSpPr>
        <p:spPr>
          <a:xfrm flipH="1" flipV="1">
            <a:off x="4340190" y="4595495"/>
            <a:ext cx="119380" cy="107950"/>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90204" pitchFamily="34" charset="0"/>
              <a:ea typeface="楷体" panose="02010609060101010101" pitchFamily="49" charset="-122"/>
              <a:sym typeface="Arial" panose="020B0604020202090204" pitchFamily="34" charset="0"/>
            </a:endParaRPr>
          </a:p>
        </p:txBody>
      </p:sp>
      <p:cxnSp>
        <p:nvCxnSpPr>
          <p:cNvPr id="21" name="直接连接符 20"/>
          <p:cNvCxnSpPr/>
          <p:nvPr>
            <p:custDataLst>
              <p:tags r:id="rId15"/>
            </p:custDataLst>
          </p:nvPr>
        </p:nvCxnSpPr>
        <p:spPr>
          <a:xfrm>
            <a:off x="4659595" y="3922395"/>
            <a:ext cx="1241425"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custDataLst>
              <p:tags r:id="rId16"/>
            </p:custDataLst>
          </p:nvPr>
        </p:nvSpPr>
        <p:spPr>
          <a:xfrm flipV="1">
            <a:off x="5901020" y="3868420"/>
            <a:ext cx="119380" cy="107950"/>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90204" pitchFamily="34" charset="0"/>
              <a:ea typeface="楷体" panose="02010609060101010101" pitchFamily="49" charset="-122"/>
              <a:sym typeface="Arial" panose="020B0604020202090204" pitchFamily="34" charset="0"/>
            </a:endParaRPr>
          </a:p>
        </p:txBody>
      </p:sp>
      <p:sp>
        <p:nvSpPr>
          <p:cNvPr id="23" name="文本框 22"/>
          <p:cNvSpPr txBox="1"/>
          <p:nvPr>
            <p:custDataLst>
              <p:tags r:id="rId17"/>
            </p:custDataLst>
          </p:nvPr>
        </p:nvSpPr>
        <p:spPr>
          <a:xfrm>
            <a:off x="4657690" y="3949065"/>
            <a:ext cx="1133475" cy="369570"/>
          </a:xfrm>
          <a:prstGeom prst="rect">
            <a:avLst/>
          </a:prstGeom>
          <a:noFill/>
        </p:spPr>
        <p:txBody>
          <a:bodyPr wrap="square" lIns="91440" tIns="45720" rIns="91440" bIns="45720" rtlCol="0">
            <a:normAutofit fontScale="70000" lnSpcReduction="20000"/>
          </a:bodyPr>
          <a:lstStyle/>
          <a:p>
            <a:pPr algn="ctr"/>
            <a:r>
              <a:rPr lang="zh-CN" altLang="en-US" sz="2400" b="1" dirty="0">
                <a:solidFill>
                  <a:srgbClr val="FFFFFF"/>
                </a:solidFill>
                <a:latin typeface="黑体" panose="02010609060101010101" charset="-122"/>
                <a:ea typeface="黑体" panose="02010609060101010101" charset="-122"/>
                <a:sym typeface="+mn-ea"/>
              </a:rPr>
              <a:t>小夏</a:t>
            </a:r>
            <a:r>
              <a:rPr lang="en-US" altLang="zh-CN" sz="2400" b="1" dirty="0">
                <a:solidFill>
                  <a:srgbClr val="FFFFFF"/>
                </a:solidFill>
                <a:latin typeface="黑体" panose="02010609060101010101" charset="-122"/>
                <a:ea typeface="黑体" panose="02010609060101010101" charset="-122"/>
                <a:sym typeface="+mn-ea"/>
              </a:rPr>
              <a:t>xxxx</a:t>
            </a:r>
            <a:endParaRPr lang="zh-CN" altLang="en-US" sz="2400" b="1" dirty="0">
              <a:solidFill>
                <a:srgbClr val="FFFFFF"/>
              </a:solidFill>
              <a:latin typeface="黑体" panose="02010609060101010101" charset="-122"/>
              <a:ea typeface="黑体" panose="02010609060101010101" charset="-122"/>
            </a:endParaRPr>
          </a:p>
          <a:p>
            <a:pPr algn="ctr"/>
            <a:endParaRPr lang="zh-CN" altLang="en-US" sz="2400" dirty="0">
              <a:solidFill>
                <a:schemeClr val="bg1">
                  <a:alpha val="80000"/>
                </a:schemeClr>
              </a:solidFill>
              <a:latin typeface="Arial" panose="020B0604020202090204" pitchFamily="34" charset="0"/>
              <a:ea typeface="楷体" panose="02010609060101010101" pitchFamily="49" charset="-122"/>
              <a:sym typeface="Arial" panose="020B0604020202090204" pitchFamily="34" charset="0"/>
            </a:endParaRPr>
          </a:p>
        </p:txBody>
      </p:sp>
      <p:sp>
        <p:nvSpPr>
          <p:cNvPr id="34" name="文本框 33"/>
          <p:cNvSpPr txBox="1"/>
          <p:nvPr>
            <p:custDataLst>
              <p:tags r:id="rId18"/>
            </p:custDataLst>
          </p:nvPr>
        </p:nvSpPr>
        <p:spPr>
          <a:xfrm>
            <a:off x="5001860" y="3074670"/>
            <a:ext cx="490220" cy="812800"/>
          </a:xfrm>
          <a:prstGeom prst="rect">
            <a:avLst/>
          </a:prstGeom>
          <a:noFill/>
        </p:spPr>
        <p:txBody>
          <a:bodyPr wrap="square" lIns="91440" tIns="45720" rIns="91440" bIns="45720" rtlCol="0">
            <a:normAutofit fontScale="92500" lnSpcReduction="20000"/>
          </a:bodyPr>
          <a:lstStyle/>
          <a:p>
            <a:r>
              <a:rPr lang="en-US" altLang="zh-CN" sz="6000" b="1" dirty="0">
                <a:solidFill>
                  <a:schemeClr val="bg1"/>
                </a:solidFill>
                <a:latin typeface="Arial Bold" panose="020B0604020202090204" charset="0"/>
                <a:ea typeface="楷体" panose="02010609060101010101" pitchFamily="49" charset="-122"/>
                <a:cs typeface="Arial Bold" panose="020B0604020202090204" charset="0"/>
                <a:sym typeface="Arial" panose="020B0604020202090204" pitchFamily="34" charset="0"/>
              </a:rPr>
              <a:t>2</a:t>
            </a:r>
          </a:p>
        </p:txBody>
      </p:sp>
      <p:pic>
        <p:nvPicPr>
          <p:cNvPr id="35" name="图片 34"/>
          <p:cNvPicPr>
            <a:picLocks noChangeAspect="1"/>
          </p:cNvPicPr>
          <p:nvPr>
            <p:custDataLst>
              <p:tags r:id="rId19"/>
            </p:custDataLst>
          </p:nvPr>
        </p:nvPicPr>
        <p:blipFill>
          <a:blip r:embed="rId42"/>
          <a:stretch>
            <a:fillRect/>
          </a:stretch>
        </p:blipFill>
        <p:spPr>
          <a:xfrm flipH="1">
            <a:off x="4923120" y="3455670"/>
            <a:ext cx="424180" cy="383540"/>
          </a:xfrm>
          <a:prstGeom prst="rect">
            <a:avLst/>
          </a:prstGeom>
        </p:spPr>
      </p:pic>
      <p:pic>
        <p:nvPicPr>
          <p:cNvPr id="47" name="图片 46"/>
          <p:cNvPicPr>
            <a:picLocks noChangeAspect="1"/>
          </p:cNvPicPr>
          <p:nvPr>
            <p:custDataLst>
              <p:tags r:id="rId20"/>
            </p:custDataLst>
          </p:nvPr>
        </p:nvPicPr>
        <p:blipFill>
          <a:blip r:embed="rId41"/>
          <a:stretch>
            <a:fillRect/>
          </a:stretch>
        </p:blipFill>
        <p:spPr>
          <a:xfrm flipH="1">
            <a:off x="6185500" y="4464685"/>
            <a:ext cx="407035" cy="368300"/>
          </a:xfrm>
          <a:prstGeom prst="rect">
            <a:avLst/>
          </a:prstGeom>
        </p:spPr>
      </p:pic>
      <p:pic>
        <p:nvPicPr>
          <p:cNvPr id="49" name="图片 48"/>
          <p:cNvPicPr>
            <a:picLocks noChangeAspect="1"/>
          </p:cNvPicPr>
          <p:nvPr>
            <p:custDataLst>
              <p:tags r:id="rId21"/>
            </p:custDataLst>
          </p:nvPr>
        </p:nvPicPr>
        <p:blipFill>
          <a:blip r:embed="rId41"/>
          <a:stretch>
            <a:fillRect/>
          </a:stretch>
        </p:blipFill>
        <p:spPr>
          <a:xfrm>
            <a:off x="7845390" y="3730625"/>
            <a:ext cx="407035" cy="368300"/>
          </a:xfrm>
          <a:prstGeom prst="rect">
            <a:avLst/>
          </a:prstGeom>
        </p:spPr>
      </p:pic>
      <p:cxnSp>
        <p:nvCxnSpPr>
          <p:cNvPr id="61" name="直接连接符 60"/>
          <p:cNvCxnSpPr/>
          <p:nvPr>
            <p:custDataLst>
              <p:tags r:id="rId22"/>
            </p:custDataLst>
          </p:nvPr>
        </p:nvCxnSpPr>
        <p:spPr>
          <a:xfrm flipH="1">
            <a:off x="6278845" y="4650105"/>
            <a:ext cx="1241425"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62" name="椭圆 61"/>
          <p:cNvSpPr/>
          <p:nvPr>
            <p:custDataLst>
              <p:tags r:id="rId23"/>
            </p:custDataLst>
          </p:nvPr>
        </p:nvSpPr>
        <p:spPr>
          <a:xfrm flipH="1" flipV="1">
            <a:off x="6159465" y="4595495"/>
            <a:ext cx="119380" cy="107950"/>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90204" pitchFamily="34" charset="0"/>
              <a:ea typeface="楷体" panose="02010609060101010101" pitchFamily="49" charset="-122"/>
              <a:sym typeface="Arial" panose="020B0604020202090204" pitchFamily="34" charset="0"/>
            </a:endParaRPr>
          </a:p>
        </p:txBody>
      </p:sp>
      <p:cxnSp>
        <p:nvCxnSpPr>
          <p:cNvPr id="63" name="直接连接符 62"/>
          <p:cNvCxnSpPr/>
          <p:nvPr>
            <p:custDataLst>
              <p:tags r:id="rId24"/>
            </p:custDataLst>
          </p:nvPr>
        </p:nvCxnSpPr>
        <p:spPr>
          <a:xfrm>
            <a:off x="6478870" y="3922395"/>
            <a:ext cx="1241425"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64" name="椭圆 63"/>
          <p:cNvSpPr/>
          <p:nvPr>
            <p:custDataLst>
              <p:tags r:id="rId25"/>
            </p:custDataLst>
          </p:nvPr>
        </p:nvSpPr>
        <p:spPr>
          <a:xfrm flipV="1">
            <a:off x="7720295" y="3868420"/>
            <a:ext cx="119380" cy="107950"/>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90204" pitchFamily="34" charset="0"/>
              <a:ea typeface="楷体" panose="02010609060101010101" pitchFamily="49" charset="-122"/>
              <a:sym typeface="Arial" panose="020B0604020202090204" pitchFamily="34" charset="0"/>
            </a:endParaRPr>
          </a:p>
        </p:txBody>
      </p:sp>
      <p:sp>
        <p:nvSpPr>
          <p:cNvPr id="65" name="文本框 64"/>
          <p:cNvSpPr txBox="1"/>
          <p:nvPr>
            <p:custDataLst>
              <p:tags r:id="rId26"/>
            </p:custDataLst>
          </p:nvPr>
        </p:nvSpPr>
        <p:spPr>
          <a:xfrm>
            <a:off x="6476965" y="3949065"/>
            <a:ext cx="1133475" cy="369570"/>
          </a:xfrm>
          <a:prstGeom prst="rect">
            <a:avLst/>
          </a:prstGeom>
          <a:noFill/>
        </p:spPr>
        <p:txBody>
          <a:bodyPr wrap="square" lIns="91440" tIns="45720" rIns="91440" bIns="45720" rtlCol="0">
            <a:normAutofit fontScale="70000" lnSpcReduction="20000"/>
          </a:bodyPr>
          <a:lstStyle/>
          <a:p>
            <a:pPr algn="ctr"/>
            <a:r>
              <a:rPr lang="zh-CN" altLang="en-US" sz="2400" b="1" dirty="0">
                <a:solidFill>
                  <a:srgbClr val="FFFFFF"/>
                </a:solidFill>
                <a:latin typeface="黑体" panose="02010609060101010101" charset="-122"/>
                <a:ea typeface="黑体" panose="02010609060101010101" charset="-122"/>
                <a:sym typeface="+mn-ea"/>
              </a:rPr>
              <a:t>小夏</a:t>
            </a:r>
            <a:r>
              <a:rPr lang="en-US" altLang="zh-CN" sz="2400" b="1" dirty="0">
                <a:solidFill>
                  <a:srgbClr val="FFFFFF"/>
                </a:solidFill>
                <a:latin typeface="黑体" panose="02010609060101010101" charset="-122"/>
                <a:ea typeface="黑体" panose="02010609060101010101" charset="-122"/>
                <a:sym typeface="+mn-ea"/>
              </a:rPr>
              <a:t>xxxx</a:t>
            </a:r>
            <a:endParaRPr lang="zh-CN" altLang="en-US" sz="2400" b="1" dirty="0">
              <a:solidFill>
                <a:srgbClr val="FFFFFF"/>
              </a:solidFill>
              <a:latin typeface="黑体" panose="02010609060101010101" charset="-122"/>
              <a:ea typeface="黑体" panose="02010609060101010101" charset="-122"/>
            </a:endParaRPr>
          </a:p>
          <a:p>
            <a:pPr algn="ctr"/>
            <a:endParaRPr lang="zh-CN" altLang="en-US" sz="2400" dirty="0">
              <a:solidFill>
                <a:schemeClr val="bg1">
                  <a:alpha val="80000"/>
                </a:schemeClr>
              </a:solidFill>
              <a:latin typeface="Arial" panose="020B0604020202090204" pitchFamily="34" charset="0"/>
              <a:ea typeface="楷体" panose="02010609060101010101" pitchFamily="49" charset="-122"/>
              <a:sym typeface="Arial" panose="020B0604020202090204" pitchFamily="34" charset="0"/>
            </a:endParaRPr>
          </a:p>
        </p:txBody>
      </p:sp>
      <p:sp>
        <p:nvSpPr>
          <p:cNvPr id="66" name="文本框 65"/>
          <p:cNvSpPr txBox="1"/>
          <p:nvPr>
            <p:custDataLst>
              <p:tags r:id="rId27"/>
            </p:custDataLst>
          </p:nvPr>
        </p:nvSpPr>
        <p:spPr>
          <a:xfrm>
            <a:off x="6798910" y="3074670"/>
            <a:ext cx="490220" cy="812800"/>
          </a:xfrm>
          <a:prstGeom prst="rect">
            <a:avLst/>
          </a:prstGeom>
          <a:noFill/>
        </p:spPr>
        <p:txBody>
          <a:bodyPr wrap="square" lIns="91440" tIns="45720" rIns="91440" bIns="45720" rtlCol="0">
            <a:normAutofit fontScale="92500" lnSpcReduction="20000"/>
          </a:bodyPr>
          <a:lstStyle/>
          <a:p>
            <a:r>
              <a:rPr lang="en-US" altLang="zh-CN" sz="6000" b="1" dirty="0">
                <a:solidFill>
                  <a:schemeClr val="bg1"/>
                </a:solidFill>
                <a:latin typeface="Arial Bold" panose="020B0604020202090204" charset="0"/>
                <a:ea typeface="楷体" panose="02010609060101010101" pitchFamily="49" charset="-122"/>
                <a:cs typeface="Arial Bold" panose="020B0604020202090204" charset="0"/>
                <a:sym typeface="Arial" panose="020B0604020202090204" pitchFamily="34" charset="0"/>
              </a:rPr>
              <a:t>3</a:t>
            </a:r>
          </a:p>
        </p:txBody>
      </p:sp>
      <p:pic>
        <p:nvPicPr>
          <p:cNvPr id="67" name="图片 66"/>
          <p:cNvPicPr>
            <a:picLocks noChangeAspect="1"/>
          </p:cNvPicPr>
          <p:nvPr>
            <p:custDataLst>
              <p:tags r:id="rId28"/>
            </p:custDataLst>
          </p:nvPr>
        </p:nvPicPr>
        <p:blipFill>
          <a:blip r:embed="rId42"/>
          <a:stretch>
            <a:fillRect/>
          </a:stretch>
        </p:blipFill>
        <p:spPr>
          <a:xfrm flipH="1">
            <a:off x="6742395" y="3455670"/>
            <a:ext cx="424180" cy="383540"/>
          </a:xfrm>
          <a:prstGeom prst="rect">
            <a:avLst/>
          </a:prstGeom>
        </p:spPr>
      </p:pic>
      <p:pic>
        <p:nvPicPr>
          <p:cNvPr id="69" name="图片 68"/>
          <p:cNvPicPr>
            <a:picLocks noChangeAspect="1"/>
          </p:cNvPicPr>
          <p:nvPr>
            <p:custDataLst>
              <p:tags r:id="rId29"/>
            </p:custDataLst>
          </p:nvPr>
        </p:nvPicPr>
        <p:blipFill>
          <a:blip r:embed="rId41"/>
          <a:stretch>
            <a:fillRect/>
          </a:stretch>
        </p:blipFill>
        <p:spPr>
          <a:xfrm flipH="1">
            <a:off x="7950800" y="4495800"/>
            <a:ext cx="407035" cy="368300"/>
          </a:xfrm>
          <a:prstGeom prst="rect">
            <a:avLst/>
          </a:prstGeom>
        </p:spPr>
      </p:pic>
      <p:pic>
        <p:nvPicPr>
          <p:cNvPr id="71" name="图片 70"/>
          <p:cNvPicPr>
            <a:picLocks noChangeAspect="1"/>
          </p:cNvPicPr>
          <p:nvPr>
            <p:custDataLst>
              <p:tags r:id="rId30"/>
            </p:custDataLst>
          </p:nvPr>
        </p:nvPicPr>
        <p:blipFill>
          <a:blip r:embed="rId41"/>
          <a:stretch>
            <a:fillRect/>
          </a:stretch>
        </p:blipFill>
        <p:spPr>
          <a:xfrm>
            <a:off x="9610690" y="3761740"/>
            <a:ext cx="407035" cy="368300"/>
          </a:xfrm>
          <a:prstGeom prst="rect">
            <a:avLst/>
          </a:prstGeom>
        </p:spPr>
      </p:pic>
      <p:cxnSp>
        <p:nvCxnSpPr>
          <p:cNvPr id="73" name="直接连接符 72"/>
          <p:cNvCxnSpPr/>
          <p:nvPr>
            <p:custDataLst>
              <p:tags r:id="rId31"/>
            </p:custDataLst>
          </p:nvPr>
        </p:nvCxnSpPr>
        <p:spPr>
          <a:xfrm flipH="1">
            <a:off x="8044145" y="4681220"/>
            <a:ext cx="1241425"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74" name="椭圆 73"/>
          <p:cNvSpPr/>
          <p:nvPr>
            <p:custDataLst>
              <p:tags r:id="rId32"/>
            </p:custDataLst>
          </p:nvPr>
        </p:nvSpPr>
        <p:spPr>
          <a:xfrm flipH="1" flipV="1">
            <a:off x="7924765" y="4626610"/>
            <a:ext cx="119380" cy="107950"/>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90204" pitchFamily="34" charset="0"/>
              <a:ea typeface="楷体" panose="02010609060101010101" pitchFamily="49" charset="-122"/>
              <a:sym typeface="Arial" panose="020B0604020202090204" pitchFamily="34" charset="0"/>
            </a:endParaRPr>
          </a:p>
        </p:txBody>
      </p:sp>
      <p:cxnSp>
        <p:nvCxnSpPr>
          <p:cNvPr id="75" name="直接连接符 74"/>
          <p:cNvCxnSpPr/>
          <p:nvPr>
            <p:custDataLst>
              <p:tags r:id="rId33"/>
            </p:custDataLst>
          </p:nvPr>
        </p:nvCxnSpPr>
        <p:spPr>
          <a:xfrm>
            <a:off x="8244170" y="3953510"/>
            <a:ext cx="1241425" cy="0"/>
          </a:xfrm>
          <a:prstGeom prst="line">
            <a:avLst/>
          </a:prstGeom>
          <a:ln>
            <a:solidFill>
              <a:schemeClr val="bg1">
                <a:alpha val="60000"/>
              </a:schemeClr>
            </a:solidFill>
          </a:ln>
        </p:spPr>
        <p:style>
          <a:lnRef idx="1">
            <a:schemeClr val="accent1"/>
          </a:lnRef>
          <a:fillRef idx="0">
            <a:schemeClr val="accent1"/>
          </a:fillRef>
          <a:effectRef idx="0">
            <a:schemeClr val="accent1"/>
          </a:effectRef>
          <a:fontRef idx="minor">
            <a:schemeClr val="tx1"/>
          </a:fontRef>
        </p:style>
      </p:cxnSp>
      <p:sp>
        <p:nvSpPr>
          <p:cNvPr id="76" name="椭圆 75"/>
          <p:cNvSpPr/>
          <p:nvPr>
            <p:custDataLst>
              <p:tags r:id="rId34"/>
            </p:custDataLst>
          </p:nvPr>
        </p:nvSpPr>
        <p:spPr>
          <a:xfrm flipV="1">
            <a:off x="9485595" y="3899535"/>
            <a:ext cx="119380" cy="107950"/>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90204" pitchFamily="34" charset="0"/>
              <a:ea typeface="楷体" panose="02010609060101010101" pitchFamily="49" charset="-122"/>
              <a:sym typeface="Arial" panose="020B0604020202090204" pitchFamily="34" charset="0"/>
            </a:endParaRPr>
          </a:p>
        </p:txBody>
      </p:sp>
      <p:sp>
        <p:nvSpPr>
          <p:cNvPr id="77" name="文本框 76"/>
          <p:cNvSpPr txBox="1"/>
          <p:nvPr>
            <p:custDataLst>
              <p:tags r:id="rId35"/>
            </p:custDataLst>
          </p:nvPr>
        </p:nvSpPr>
        <p:spPr>
          <a:xfrm>
            <a:off x="8242265" y="3980180"/>
            <a:ext cx="1133475" cy="369570"/>
          </a:xfrm>
          <a:prstGeom prst="rect">
            <a:avLst/>
          </a:prstGeom>
          <a:noFill/>
        </p:spPr>
        <p:txBody>
          <a:bodyPr wrap="square" lIns="91440" tIns="45720" rIns="91440" bIns="45720" rtlCol="0">
            <a:normAutofit fontScale="70000" lnSpcReduction="20000"/>
          </a:bodyPr>
          <a:lstStyle/>
          <a:p>
            <a:pPr algn="ctr"/>
            <a:r>
              <a:rPr lang="zh-CN" altLang="en-US" sz="2400" b="1" dirty="0">
                <a:solidFill>
                  <a:srgbClr val="FFFFFF"/>
                </a:solidFill>
                <a:latin typeface="黑体" panose="02010609060101010101" charset="-122"/>
                <a:ea typeface="黑体" panose="02010609060101010101" charset="-122"/>
                <a:sym typeface="+mn-ea"/>
              </a:rPr>
              <a:t>小夏</a:t>
            </a:r>
            <a:r>
              <a:rPr lang="en-US" altLang="zh-CN" sz="2400" b="1" dirty="0">
                <a:solidFill>
                  <a:srgbClr val="FFFFFF"/>
                </a:solidFill>
                <a:latin typeface="黑体" panose="02010609060101010101" charset="-122"/>
                <a:ea typeface="黑体" panose="02010609060101010101" charset="-122"/>
                <a:sym typeface="+mn-ea"/>
              </a:rPr>
              <a:t>xxxx</a:t>
            </a:r>
            <a:endParaRPr lang="zh-CN" altLang="en-US" sz="2400" dirty="0">
              <a:solidFill>
                <a:schemeClr val="bg1">
                  <a:alpha val="80000"/>
                </a:schemeClr>
              </a:solidFill>
              <a:latin typeface="Arial" panose="020B0604020202090204" pitchFamily="34" charset="0"/>
              <a:ea typeface="楷体" panose="02010609060101010101" pitchFamily="49" charset="-122"/>
              <a:sym typeface="Arial" panose="020B0604020202090204" pitchFamily="34" charset="0"/>
            </a:endParaRPr>
          </a:p>
        </p:txBody>
      </p:sp>
      <p:sp>
        <p:nvSpPr>
          <p:cNvPr id="78" name="文本框 77"/>
          <p:cNvSpPr txBox="1"/>
          <p:nvPr>
            <p:custDataLst>
              <p:tags r:id="rId36"/>
            </p:custDataLst>
          </p:nvPr>
        </p:nvSpPr>
        <p:spPr>
          <a:xfrm>
            <a:off x="8586435" y="3105785"/>
            <a:ext cx="490220" cy="812800"/>
          </a:xfrm>
          <a:prstGeom prst="rect">
            <a:avLst/>
          </a:prstGeom>
          <a:noFill/>
        </p:spPr>
        <p:txBody>
          <a:bodyPr wrap="square" lIns="91440" tIns="45720" rIns="91440" bIns="45720" rtlCol="0">
            <a:normAutofit fontScale="92500" lnSpcReduction="20000"/>
          </a:bodyPr>
          <a:lstStyle/>
          <a:p>
            <a:r>
              <a:rPr lang="en-US" altLang="zh-CN" sz="6000" b="1" dirty="0">
                <a:solidFill>
                  <a:schemeClr val="bg1"/>
                </a:solidFill>
                <a:latin typeface="Arial Bold" panose="020B0604020202090204" charset="0"/>
                <a:ea typeface="楷体" panose="02010609060101010101" pitchFamily="49" charset="-122"/>
                <a:cs typeface="Arial Bold" panose="020B0604020202090204" charset="0"/>
                <a:sym typeface="Arial" panose="020B0604020202090204" pitchFamily="34" charset="0"/>
              </a:rPr>
              <a:t>4</a:t>
            </a:r>
          </a:p>
        </p:txBody>
      </p:sp>
      <p:pic>
        <p:nvPicPr>
          <p:cNvPr id="79" name="图片 78"/>
          <p:cNvPicPr>
            <a:picLocks noChangeAspect="1"/>
          </p:cNvPicPr>
          <p:nvPr>
            <p:custDataLst>
              <p:tags r:id="rId37"/>
            </p:custDataLst>
          </p:nvPr>
        </p:nvPicPr>
        <p:blipFill>
          <a:blip r:embed="rId42"/>
          <a:stretch>
            <a:fillRect/>
          </a:stretch>
        </p:blipFill>
        <p:spPr>
          <a:xfrm flipH="1">
            <a:off x="8507695" y="3486785"/>
            <a:ext cx="424180" cy="383540"/>
          </a:xfrm>
          <a:prstGeom prst="rect">
            <a:avLst/>
          </a:prstGeom>
        </p:spPr>
      </p:pic>
      <p:sp>
        <p:nvSpPr>
          <p:cNvPr id="89" name="文本框 88"/>
          <p:cNvSpPr txBox="1"/>
          <p:nvPr>
            <p:custDataLst>
              <p:tags r:id="rId38"/>
            </p:custDataLst>
          </p:nvPr>
        </p:nvSpPr>
        <p:spPr>
          <a:xfrm>
            <a:off x="5234305" y="508000"/>
            <a:ext cx="1723390" cy="2298065"/>
          </a:xfrm>
          <a:prstGeom prst="rect">
            <a:avLst/>
          </a:prstGeom>
          <a:noFill/>
        </p:spPr>
        <p:txBody>
          <a:bodyPr wrap="square" lIns="91440" tIns="45720" rIns="91440" bIns="45720" rtlCol="0">
            <a:noAutofit/>
          </a:bodyPr>
          <a:lstStyle/>
          <a:p>
            <a:pPr algn="ctr"/>
            <a:r>
              <a:rPr lang="zh-CN" altLang="en-US" sz="6600" dirty="0">
                <a:solidFill>
                  <a:schemeClr val="bg1"/>
                </a:solidFill>
                <a:latin typeface="方正锐正黑_GBK" panose="02000900000000000000" charset="-122"/>
                <a:ea typeface="方正锐正黑_GBK" panose="02000900000000000000" charset="-122"/>
                <a:sym typeface="Arial" panose="020B0604020202090204" pitchFamily="34" charset="0"/>
              </a:rPr>
              <a:t>目录</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a072714848be7b370e8ef98a2f0c2580"/>
          <p:cNvPicPr>
            <a:picLocks noChangeAspect="1"/>
          </p:cNvPicPr>
          <p:nvPr/>
        </p:nvPicPr>
        <p:blipFill>
          <a:blip r:embed="rId3"/>
          <a:stretch>
            <a:fillRect/>
          </a:stretch>
        </p:blipFill>
        <p:spPr>
          <a:xfrm>
            <a:off x="450815" y="-995045"/>
            <a:ext cx="19492595" cy="10973435"/>
          </a:xfrm>
          <a:prstGeom prst="rect">
            <a:avLst/>
          </a:prstGeom>
        </p:spPr>
      </p:pic>
      <p:sp>
        <p:nvSpPr>
          <p:cNvPr id="8" name="等腰三角形 7"/>
          <p:cNvSpPr/>
          <p:nvPr/>
        </p:nvSpPr>
        <p:spPr>
          <a:xfrm rot="5400000">
            <a:off x="-995715" y="1092200"/>
            <a:ext cx="8017510" cy="4631690"/>
          </a:xfrm>
          <a:prstGeom prst="triangle">
            <a:avLst/>
          </a:prstGeom>
          <a:solidFill>
            <a:srgbClr val="F8AC63">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6084535" y="2117357"/>
            <a:ext cx="3992880" cy="1014730"/>
          </a:xfrm>
          <a:prstGeom prst="rect">
            <a:avLst/>
          </a:prstGeom>
          <a:noFill/>
        </p:spPr>
        <p:txBody>
          <a:bodyPr wrap="none" rtlCol="0">
            <a:spAutoFit/>
          </a:bodyPr>
          <a:lstStyle/>
          <a:p>
            <a:r>
              <a:rPr lang="zh-CN" altLang="en-US" sz="6000" dirty="0">
                <a:solidFill>
                  <a:schemeClr val="bg1"/>
                </a:solidFill>
                <a:effectLst>
                  <a:outerShdw blurRad="38100" dist="19050" dir="2700000" algn="tl" rotWithShape="0">
                    <a:schemeClr val="dk1">
                      <a:alpha val="40000"/>
                    </a:schemeClr>
                  </a:outerShdw>
                </a:effectLst>
                <a:latin typeface="方正锐正黑_GBK" panose="02000900000000000000" charset="-122"/>
                <a:ea typeface="方正锐正黑_GBK" panose="02000900000000000000" charset="-122"/>
              </a:rPr>
              <a:t>请输入标题</a:t>
            </a:r>
          </a:p>
        </p:txBody>
      </p:sp>
      <p:sp>
        <p:nvSpPr>
          <p:cNvPr id="15" name="等腰三角形 14"/>
          <p:cNvSpPr/>
          <p:nvPr/>
        </p:nvSpPr>
        <p:spPr>
          <a:xfrm rot="5400000">
            <a:off x="-1692310" y="1113155"/>
            <a:ext cx="8017510" cy="4631690"/>
          </a:xfrm>
          <a:prstGeom prst="triangle">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61292" y="2117050"/>
            <a:ext cx="1711960" cy="1568450"/>
          </a:xfrm>
          <a:prstGeom prst="rect">
            <a:avLst/>
          </a:prstGeom>
          <a:noFill/>
        </p:spPr>
        <p:txBody>
          <a:bodyPr wrap="none" rtlCol="0">
            <a:spAutoFit/>
          </a:bodyPr>
          <a:lstStyle/>
          <a:p>
            <a:r>
              <a:rPr lang="en-US" altLang="zh-CN" sz="9600" dirty="0">
                <a:solidFill>
                  <a:schemeClr val="bg1"/>
                </a:solidFill>
                <a:latin typeface="方正锐正黑_GBK" panose="02000900000000000000" charset="-122"/>
                <a:ea typeface="方正锐正黑_GBK" panose="02000900000000000000" charset="-122"/>
              </a:rPr>
              <a:t>01</a:t>
            </a:r>
          </a:p>
        </p:txBody>
      </p:sp>
      <p:sp>
        <p:nvSpPr>
          <p:cNvPr id="7" name="文本框 6"/>
          <p:cNvSpPr txBox="1"/>
          <p:nvPr/>
        </p:nvSpPr>
        <p:spPr>
          <a:xfrm>
            <a:off x="961612" y="3720395"/>
            <a:ext cx="2001520" cy="521970"/>
          </a:xfrm>
          <a:prstGeom prst="rect">
            <a:avLst/>
          </a:prstGeom>
          <a:noFill/>
        </p:spPr>
        <p:txBody>
          <a:bodyPr wrap="none" rtlCol="0">
            <a:spAutoFit/>
          </a:bodyPr>
          <a:lstStyle/>
          <a:p>
            <a:r>
              <a:rPr lang="en-US" altLang="zh-CN" sz="2800" dirty="0">
                <a:solidFill>
                  <a:schemeClr val="bg1"/>
                </a:solidFill>
              </a:rPr>
              <a:t>PART ONE</a:t>
            </a:r>
          </a:p>
        </p:txBody>
      </p:sp>
      <p:sp>
        <p:nvSpPr>
          <p:cNvPr id="27" name="矩形 26"/>
          <p:cNvSpPr/>
          <p:nvPr/>
        </p:nvSpPr>
        <p:spPr>
          <a:xfrm>
            <a:off x="6084829" y="3132061"/>
            <a:ext cx="5103157" cy="575945"/>
          </a:xfrm>
          <a:prstGeom prst="rect">
            <a:avLst/>
          </a:prstGeom>
        </p:spPr>
        <p:txBody>
          <a:bodyPr wrap="square">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a:ln>
                  <a:noFill/>
                </a:ln>
                <a:solidFill>
                  <a:schemeClr val="bg1"/>
                </a:solidFill>
                <a:effectLst/>
                <a:uLnTx/>
                <a:uFillTx/>
                <a:latin typeface="汉仪旗黑-45S" panose="00020600040101010101" pitchFamily="18" charset="-122"/>
                <a:ea typeface="微软雅黑 Light" panose="020B0502040204020203" charset="-122"/>
                <a:cs typeface="Arial" panose="020B0604020202090204" pitchFamily="34" charset="0"/>
                <a:sym typeface="汉仪旗黑-45S" panose="00020600040101010101" pitchFamily="18" charset="-122"/>
              </a:rPr>
              <a:t>Lorem ipsum dolor sit amet, consectetuer adipiscing elit. Aenean commodo ligula eget dolorLorem ipsum dolor sit amet, consectetuer adipiscing elit. </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组合 77"/>
          <p:cNvGrpSpPr/>
          <p:nvPr/>
        </p:nvGrpSpPr>
        <p:grpSpPr>
          <a:xfrm>
            <a:off x="816575" y="1849755"/>
            <a:ext cx="2814320" cy="4263390"/>
            <a:chOff x="1285" y="2913"/>
            <a:chExt cx="4432" cy="6714"/>
          </a:xfrm>
        </p:grpSpPr>
        <p:grpSp>
          <p:nvGrpSpPr>
            <p:cNvPr id="52" name="组合 51"/>
            <p:cNvGrpSpPr/>
            <p:nvPr/>
          </p:nvGrpSpPr>
          <p:grpSpPr>
            <a:xfrm>
              <a:off x="3053" y="2913"/>
              <a:ext cx="488" cy="1238"/>
              <a:chOff x="2887" y="2913"/>
              <a:chExt cx="488" cy="1238"/>
            </a:xfrm>
          </p:grpSpPr>
          <p:sp>
            <p:nvSpPr>
              <p:cNvPr id="3" name="椭圆 2"/>
              <p:cNvSpPr/>
              <p:nvPr/>
            </p:nvSpPr>
            <p:spPr>
              <a:xfrm>
                <a:off x="2887" y="2913"/>
                <a:ext cx="488" cy="488"/>
              </a:xfrm>
              <a:prstGeom prst="ellipse">
                <a:avLst/>
              </a:prstGeom>
              <a:solidFill>
                <a:schemeClr val="bg1">
                  <a:alpha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a:stCxn id="3" idx="4"/>
              </p:cNvCxnSpPr>
              <p:nvPr/>
            </p:nvCxnSpPr>
            <p:spPr>
              <a:xfrm>
                <a:off x="3131" y="3401"/>
                <a:ext cx="0" cy="7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7" name="文本框 36"/>
            <p:cNvSpPr txBox="1"/>
            <p:nvPr/>
          </p:nvSpPr>
          <p:spPr>
            <a:xfrm>
              <a:off x="1470" y="5520"/>
              <a:ext cx="3378" cy="628"/>
            </a:xfrm>
            <a:prstGeom prst="rect">
              <a:avLst/>
            </a:prstGeom>
            <a:noFill/>
          </p:spPr>
          <p:txBody>
            <a:bodyPr wrap="square" rtlCol="0">
              <a:spAutoFit/>
            </a:bodyPr>
            <a:lstStyle/>
            <a:p>
              <a:pPr algn="l"/>
              <a:r>
                <a:rPr lang="zh-CN" altLang="en-US" sz="2000">
                  <a:solidFill>
                    <a:schemeClr val="tx1">
                      <a:lumMod val="65000"/>
                      <a:lumOff val="35000"/>
                    </a:schemeClr>
                  </a:solidFill>
                  <a:latin typeface="方正锐正黑_GBK" panose="02000900000000000000" charset="-122"/>
                  <a:ea typeface="方正锐正黑_GBK" panose="02000900000000000000" charset="-122"/>
                </a:rPr>
                <a:t>这是一个小标题</a:t>
              </a:r>
            </a:p>
          </p:txBody>
        </p:sp>
        <p:sp>
          <p:nvSpPr>
            <p:cNvPr id="77" name="文本框 76"/>
            <p:cNvSpPr txBox="1"/>
            <p:nvPr/>
          </p:nvSpPr>
          <p:spPr>
            <a:xfrm>
              <a:off x="1285" y="6402"/>
              <a:ext cx="4432" cy="3225"/>
            </a:xfrm>
            <a:prstGeom prst="rect">
              <a:avLst/>
            </a:prstGeom>
            <a:noFill/>
          </p:spPr>
          <p:txBody>
            <a:bodyPr wrap="square" rtlCol="0">
              <a:spAutoFit/>
            </a:bodyPr>
            <a:lstStyle/>
            <a:p>
              <a:pPr algn="l">
                <a:lnSpc>
                  <a:spcPct val="130000"/>
                </a:lnSpc>
                <a:spcBef>
                  <a:spcPts val="0"/>
                </a:spcBef>
                <a:spcAft>
                  <a:spcPts val="0"/>
                </a:spcAft>
              </a:pPr>
              <a:r>
                <a:rPr lang="zh-CN" altLang="en-US" sz="14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Lorem ipsum dolor sit amet, consectetur adipiscing elit. Duis a sodales neque. Vivamus sit amet iaculis augue. Aenean a convallis odio. Duis a enim ex. Phasellus sed tellus mauris. Nunc dignissim iaculis auctor. </a:t>
              </a:r>
            </a:p>
          </p:txBody>
        </p:sp>
      </p:grpSp>
      <p:grpSp>
        <p:nvGrpSpPr>
          <p:cNvPr id="75" name="组合 74"/>
          <p:cNvGrpSpPr/>
          <p:nvPr/>
        </p:nvGrpSpPr>
        <p:grpSpPr>
          <a:xfrm>
            <a:off x="4667215" y="1849755"/>
            <a:ext cx="2814320" cy="4263390"/>
            <a:chOff x="7710" y="2913"/>
            <a:chExt cx="4432" cy="6714"/>
          </a:xfrm>
        </p:grpSpPr>
        <p:sp>
          <p:nvSpPr>
            <p:cNvPr id="38" name="文本框 37"/>
            <p:cNvSpPr txBox="1"/>
            <p:nvPr/>
          </p:nvSpPr>
          <p:spPr>
            <a:xfrm>
              <a:off x="7826" y="5520"/>
              <a:ext cx="3088" cy="628"/>
            </a:xfrm>
            <a:prstGeom prst="rect">
              <a:avLst/>
            </a:prstGeom>
            <a:noFill/>
          </p:spPr>
          <p:txBody>
            <a:bodyPr wrap="none" rtlCol="0">
              <a:spAutoFit/>
            </a:bodyPr>
            <a:lstStyle/>
            <a:p>
              <a:pPr algn="l"/>
              <a:r>
                <a:rPr lang="zh-CN" altLang="en-US" sz="2000">
                  <a:solidFill>
                    <a:schemeClr val="tx1">
                      <a:lumMod val="65000"/>
                      <a:lumOff val="35000"/>
                    </a:schemeClr>
                  </a:solidFill>
                  <a:latin typeface="方正锐正黑_GBK" panose="02000900000000000000" charset="-122"/>
                  <a:ea typeface="方正锐正黑_GBK" panose="02000900000000000000" charset="-122"/>
                  <a:sym typeface="+mn-ea"/>
                </a:rPr>
                <a:t>这是一个小标题</a:t>
              </a:r>
              <a:endParaRPr lang="zh-CN" altLang="en-US" sz="2000">
                <a:solidFill>
                  <a:schemeClr val="tx1">
                    <a:lumMod val="65000"/>
                    <a:lumOff val="35000"/>
                  </a:schemeClr>
                </a:solidFill>
                <a:latin typeface="方正锐正黑_GBK" panose="02000900000000000000" charset="-122"/>
                <a:ea typeface="方正锐正黑_GBK" panose="02000900000000000000" charset="-122"/>
              </a:endParaRPr>
            </a:p>
          </p:txBody>
        </p:sp>
        <p:sp>
          <p:nvSpPr>
            <p:cNvPr id="47" name="文本框 46"/>
            <p:cNvSpPr txBox="1"/>
            <p:nvPr/>
          </p:nvSpPr>
          <p:spPr>
            <a:xfrm>
              <a:off x="7710" y="6402"/>
              <a:ext cx="4432" cy="3225"/>
            </a:xfrm>
            <a:prstGeom prst="rect">
              <a:avLst/>
            </a:prstGeom>
            <a:noFill/>
          </p:spPr>
          <p:txBody>
            <a:bodyPr wrap="square" rtlCol="0">
              <a:spAutoFit/>
            </a:bodyPr>
            <a:lstStyle/>
            <a:p>
              <a:pPr algn="l">
                <a:lnSpc>
                  <a:spcPct val="130000"/>
                </a:lnSpc>
                <a:spcBef>
                  <a:spcPts val="0"/>
                </a:spcBef>
                <a:spcAft>
                  <a:spcPts val="0"/>
                </a:spcAft>
              </a:pPr>
              <a:r>
                <a:rPr lang="zh-CN" altLang="en-US" sz="14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Lorem ipsum dolor sit amet, consectetur adipiscing elit. Duis a sodales neque. Vivamus sit amet iaculis augue. Aenean a convallis odio. Duis a enim ex. Phasellus sed tellus mauris. Nunc dignissim iaculis auctor. </a:t>
              </a:r>
            </a:p>
          </p:txBody>
        </p:sp>
        <p:grpSp>
          <p:nvGrpSpPr>
            <p:cNvPr id="7" name="组合 6"/>
            <p:cNvGrpSpPr/>
            <p:nvPr/>
          </p:nvGrpSpPr>
          <p:grpSpPr>
            <a:xfrm>
              <a:off x="9356" y="2913"/>
              <a:ext cx="488" cy="1238"/>
              <a:chOff x="2229" y="2913"/>
              <a:chExt cx="488" cy="1238"/>
            </a:xfrm>
          </p:grpSpPr>
          <p:sp>
            <p:nvSpPr>
              <p:cNvPr id="8" name="椭圆 7"/>
              <p:cNvSpPr/>
              <p:nvPr/>
            </p:nvSpPr>
            <p:spPr>
              <a:xfrm>
                <a:off x="2229" y="2913"/>
                <a:ext cx="488" cy="488"/>
              </a:xfrm>
              <a:prstGeom prst="ellipse">
                <a:avLst/>
              </a:prstGeom>
              <a:solidFill>
                <a:schemeClr val="bg1">
                  <a:alpha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a:stCxn id="8" idx="4"/>
              </p:cNvCxnSpPr>
              <p:nvPr/>
            </p:nvCxnSpPr>
            <p:spPr>
              <a:xfrm>
                <a:off x="2473" y="3401"/>
                <a:ext cx="0" cy="7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74" name="组合 73"/>
          <p:cNvGrpSpPr/>
          <p:nvPr/>
        </p:nvGrpSpPr>
        <p:grpSpPr>
          <a:xfrm>
            <a:off x="8235915" y="1849755"/>
            <a:ext cx="2814320" cy="4263390"/>
            <a:chOff x="12968" y="2913"/>
            <a:chExt cx="4432" cy="6714"/>
          </a:xfrm>
        </p:grpSpPr>
        <p:sp>
          <p:nvSpPr>
            <p:cNvPr id="39" name="文本框 38"/>
            <p:cNvSpPr txBox="1"/>
            <p:nvPr/>
          </p:nvSpPr>
          <p:spPr>
            <a:xfrm>
              <a:off x="13636" y="5520"/>
              <a:ext cx="3088" cy="628"/>
            </a:xfrm>
            <a:prstGeom prst="rect">
              <a:avLst/>
            </a:prstGeom>
            <a:noFill/>
          </p:spPr>
          <p:txBody>
            <a:bodyPr wrap="none" rtlCol="0">
              <a:spAutoFit/>
            </a:bodyPr>
            <a:lstStyle/>
            <a:p>
              <a:pPr algn="l"/>
              <a:r>
                <a:rPr lang="zh-CN" altLang="en-US" sz="2000">
                  <a:solidFill>
                    <a:schemeClr val="tx1">
                      <a:lumMod val="65000"/>
                      <a:lumOff val="35000"/>
                    </a:schemeClr>
                  </a:solidFill>
                  <a:latin typeface="方正锐正黑_GBK" panose="02000900000000000000" charset="-122"/>
                  <a:ea typeface="方正锐正黑_GBK" panose="02000900000000000000" charset="-122"/>
                </a:rPr>
                <a:t>这是一个小标题</a:t>
              </a:r>
            </a:p>
          </p:txBody>
        </p:sp>
        <p:sp>
          <p:nvSpPr>
            <p:cNvPr id="49" name="文本框 48"/>
            <p:cNvSpPr txBox="1"/>
            <p:nvPr/>
          </p:nvSpPr>
          <p:spPr>
            <a:xfrm>
              <a:off x="12968" y="6402"/>
              <a:ext cx="4432" cy="3225"/>
            </a:xfrm>
            <a:prstGeom prst="rect">
              <a:avLst/>
            </a:prstGeom>
            <a:noFill/>
          </p:spPr>
          <p:txBody>
            <a:bodyPr wrap="square" rtlCol="0">
              <a:spAutoFit/>
            </a:bodyPr>
            <a:lstStyle/>
            <a:p>
              <a:pPr algn="l">
                <a:lnSpc>
                  <a:spcPct val="130000"/>
                </a:lnSpc>
                <a:spcBef>
                  <a:spcPts val="0"/>
                </a:spcBef>
                <a:spcAft>
                  <a:spcPts val="0"/>
                </a:spcAft>
              </a:pPr>
              <a:r>
                <a:rPr lang="zh-CN" altLang="en-US" sz="14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Lorem ipsum dolor sit amet, consectetur adipiscing elit. Duis a sodales neque. Vivamus sit amet iaculis augue. Aenean a convallis odio. Duis a enim ex. Phasellus sed tellus mauris. Nunc dignissim iaculis auctor. </a:t>
              </a:r>
            </a:p>
          </p:txBody>
        </p:sp>
        <p:grpSp>
          <p:nvGrpSpPr>
            <p:cNvPr id="10" name="组合 9"/>
            <p:cNvGrpSpPr/>
            <p:nvPr/>
          </p:nvGrpSpPr>
          <p:grpSpPr>
            <a:xfrm>
              <a:off x="14936" y="2913"/>
              <a:ext cx="488" cy="1238"/>
              <a:chOff x="2229" y="2913"/>
              <a:chExt cx="488" cy="1238"/>
            </a:xfrm>
          </p:grpSpPr>
          <p:sp>
            <p:nvSpPr>
              <p:cNvPr id="11" name="椭圆 10"/>
              <p:cNvSpPr/>
              <p:nvPr/>
            </p:nvSpPr>
            <p:spPr>
              <a:xfrm>
                <a:off x="2229" y="2913"/>
                <a:ext cx="488" cy="488"/>
              </a:xfrm>
              <a:prstGeom prst="ellipse">
                <a:avLst/>
              </a:prstGeom>
              <a:solidFill>
                <a:schemeClr val="bg1">
                  <a:alpha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a:stCxn id="11" idx="4"/>
              </p:cNvCxnSpPr>
              <p:nvPr/>
            </p:nvCxnSpPr>
            <p:spPr>
              <a:xfrm>
                <a:off x="2473" y="3401"/>
                <a:ext cx="0" cy="7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5" name="图片 4" descr="640"/>
          <p:cNvPicPr>
            <a:picLocks noChangeAspect="1"/>
          </p:cNvPicPr>
          <p:nvPr/>
        </p:nvPicPr>
        <p:blipFill>
          <a:blip r:embed="rId2"/>
          <a:srcRect t="30287" b="39753"/>
          <a:stretch>
            <a:fillRect/>
          </a:stretch>
        </p:blipFill>
        <p:spPr>
          <a:xfrm>
            <a:off x="600" y="0"/>
            <a:ext cx="12191400" cy="2729230"/>
          </a:xfrm>
          <a:prstGeom prst="rect">
            <a:avLst/>
          </a:prstGeom>
        </p:spPr>
      </p:pic>
      <p:sp>
        <p:nvSpPr>
          <p:cNvPr id="16" name="文本框 15"/>
          <p:cNvSpPr txBox="1"/>
          <p:nvPr/>
        </p:nvSpPr>
        <p:spPr>
          <a:xfrm>
            <a:off x="934050" y="414020"/>
            <a:ext cx="2320290" cy="521970"/>
          </a:xfrm>
          <a:prstGeom prst="rect">
            <a:avLst/>
          </a:prstGeom>
          <a:noFill/>
        </p:spPr>
        <p:txBody>
          <a:bodyPr wrap="square" rtlCol="0">
            <a:spAutoFit/>
          </a:bodyPr>
          <a:lstStyle/>
          <a:p>
            <a:r>
              <a:rPr lang="zh-CN" altLang="en-US" sz="2800" dirty="0">
                <a:solidFill>
                  <a:schemeClr val="bg1"/>
                </a:solidFill>
                <a:latin typeface="方正锐正黑_GBK" panose="02000900000000000000" charset="-122"/>
                <a:ea typeface="方正锐正黑_GBK" panose="02000900000000000000" charset="-122"/>
              </a:rPr>
              <a:t>这是一个标题</a:t>
            </a:r>
          </a:p>
        </p:txBody>
      </p:sp>
      <p:grpSp>
        <p:nvGrpSpPr>
          <p:cNvPr id="24" name="组合 23">
            <a:extLst>
              <a:ext uri="{FF2B5EF4-FFF2-40B4-BE49-F238E27FC236}">
                <a16:creationId xmlns:a16="http://schemas.microsoft.com/office/drawing/2014/main" id="{9DA232DF-7A2F-4383-B67F-2098C04C3D32}"/>
              </a:ext>
            </a:extLst>
          </p:cNvPr>
          <p:cNvGrpSpPr/>
          <p:nvPr/>
        </p:nvGrpSpPr>
        <p:grpSpPr>
          <a:xfrm>
            <a:off x="333340" y="414020"/>
            <a:ext cx="600710" cy="436245"/>
            <a:chOff x="333340" y="414020"/>
            <a:chExt cx="600710" cy="436245"/>
          </a:xfrm>
        </p:grpSpPr>
        <p:sp>
          <p:nvSpPr>
            <p:cNvPr id="25" name="菱形 24">
              <a:extLst>
                <a:ext uri="{FF2B5EF4-FFF2-40B4-BE49-F238E27FC236}">
                  <a16:creationId xmlns:a16="http://schemas.microsoft.com/office/drawing/2014/main" id="{C8A1B35D-A4A4-4BA0-B1DE-25EADCB923BF}"/>
                </a:ext>
              </a:extLst>
            </p:cNvPr>
            <p:cNvSpPr/>
            <p:nvPr/>
          </p:nvSpPr>
          <p:spPr>
            <a:xfrm>
              <a:off x="450815" y="414020"/>
              <a:ext cx="483235" cy="436245"/>
            </a:xfrm>
            <a:prstGeom prst="diamond">
              <a:avLst/>
            </a:prstGeom>
            <a:solidFill>
              <a:srgbClr val="C17715">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菱形 25">
              <a:extLst>
                <a:ext uri="{FF2B5EF4-FFF2-40B4-BE49-F238E27FC236}">
                  <a16:creationId xmlns:a16="http://schemas.microsoft.com/office/drawing/2014/main" id="{EDE0FC36-C0B5-452A-A8E9-C3D88C24D20D}"/>
                </a:ext>
              </a:extLst>
            </p:cNvPr>
            <p:cNvSpPr/>
            <p:nvPr/>
          </p:nvSpPr>
          <p:spPr>
            <a:xfrm>
              <a:off x="333340" y="414020"/>
              <a:ext cx="483235" cy="436245"/>
            </a:xfrm>
            <a:prstGeom prst="diamond">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86020" y="230505"/>
            <a:ext cx="2088515" cy="566420"/>
            <a:chOff x="292" y="363"/>
            <a:chExt cx="3289" cy="892"/>
          </a:xfrm>
        </p:grpSpPr>
        <p:sp>
          <p:nvSpPr>
            <p:cNvPr id="30" name="文本框 29"/>
            <p:cNvSpPr txBox="1"/>
            <p:nvPr/>
          </p:nvSpPr>
          <p:spPr>
            <a:xfrm>
              <a:off x="1369" y="447"/>
              <a:ext cx="2212" cy="725"/>
            </a:xfrm>
            <a:prstGeom prst="rect">
              <a:avLst/>
            </a:prstGeom>
            <a:noFill/>
          </p:spPr>
          <p:txBody>
            <a:bodyPr wrap="none" rtlCol="0">
              <a:spAutoFit/>
            </a:bodyPr>
            <a:lstStyle/>
            <a:p>
              <a:r>
                <a:rPr lang="zh-CN" altLang="en-US" sz="2400" b="1" dirty="0">
                  <a:solidFill>
                    <a:schemeClr val="bg1"/>
                  </a:solidFill>
                  <a:latin typeface="思源黑体 CN Bold" panose="020B0800000000000000" charset="-122"/>
                  <a:ea typeface="思源黑体 CN Bold" panose="020B0800000000000000" charset="-122"/>
                </a:rPr>
                <a:t>环境问题</a:t>
              </a:r>
            </a:p>
          </p:txBody>
        </p:sp>
        <p:pic>
          <p:nvPicPr>
            <p:cNvPr id="76" name="图片 75"/>
            <p:cNvPicPr>
              <a:picLocks noChangeAspect="1"/>
            </p:cNvPicPr>
            <p:nvPr/>
          </p:nvPicPr>
          <p:blipFill>
            <a:blip r:embed="rId2"/>
            <a:stretch>
              <a:fillRect/>
            </a:stretch>
          </p:blipFill>
          <p:spPr>
            <a:xfrm>
              <a:off x="292" y="363"/>
              <a:ext cx="1021" cy="892"/>
            </a:xfrm>
            <a:prstGeom prst="rect">
              <a:avLst/>
            </a:prstGeom>
          </p:spPr>
        </p:pic>
      </p:grpSp>
      <p:sp>
        <p:nvSpPr>
          <p:cNvPr id="15" name="文本框 14"/>
          <p:cNvSpPr txBox="1"/>
          <p:nvPr/>
        </p:nvSpPr>
        <p:spPr>
          <a:xfrm>
            <a:off x="2295173" y="1732598"/>
            <a:ext cx="490220" cy="3393440"/>
          </a:xfrm>
          <a:prstGeom prst="rect">
            <a:avLst/>
          </a:prstGeom>
          <a:noFill/>
        </p:spPr>
        <p:txBody>
          <a:bodyPr vert="eaVert" wrap="none" rtlCol="0">
            <a:spAutoFit/>
          </a:bodyPr>
          <a:lstStyle/>
          <a:p>
            <a:pPr algn="l"/>
            <a:r>
              <a:rPr lang="zh-CN" altLang="en-US" sz="2000">
                <a:solidFill>
                  <a:schemeClr val="bg1"/>
                </a:solidFill>
                <a:latin typeface="思源黑体 CN Bold" panose="020B0800000000000000" charset="-122"/>
                <a:ea typeface="思源黑体 CN Bold" panose="020B0800000000000000" charset="-122"/>
              </a:rPr>
              <a:t>威胁人类生存的十大环境问题</a:t>
            </a:r>
          </a:p>
        </p:txBody>
      </p:sp>
      <p:grpSp>
        <p:nvGrpSpPr>
          <p:cNvPr id="11" name="组合 10"/>
          <p:cNvGrpSpPr/>
          <p:nvPr/>
        </p:nvGrpSpPr>
        <p:grpSpPr>
          <a:xfrm>
            <a:off x="5822915" y="492760"/>
            <a:ext cx="5344160" cy="2811780"/>
            <a:chOff x="1550" y="2443"/>
            <a:chExt cx="8416" cy="4428"/>
          </a:xfrm>
        </p:grpSpPr>
        <p:grpSp>
          <p:nvGrpSpPr>
            <p:cNvPr id="12" name="组合 11"/>
            <p:cNvGrpSpPr/>
            <p:nvPr/>
          </p:nvGrpSpPr>
          <p:grpSpPr>
            <a:xfrm>
              <a:off x="1550" y="2443"/>
              <a:ext cx="1012" cy="4428"/>
              <a:chOff x="1288" y="2123"/>
              <a:chExt cx="1012" cy="4428"/>
            </a:xfrm>
          </p:grpSpPr>
          <p:sp>
            <p:nvSpPr>
              <p:cNvPr id="14" name="椭圆 13"/>
              <p:cNvSpPr/>
              <p:nvPr/>
            </p:nvSpPr>
            <p:spPr>
              <a:xfrm>
                <a:off x="1288" y="2123"/>
                <a:ext cx="1012" cy="1012"/>
              </a:xfrm>
              <a:prstGeom prst="ellipse">
                <a:avLst/>
              </a:prstGeom>
              <a:gradFill>
                <a:gsLst>
                  <a:gs pos="19000">
                    <a:schemeClr val="accent5">
                      <a:lumMod val="40000"/>
                      <a:lumOff val="60000"/>
                    </a:schemeClr>
                  </a:gs>
                  <a:gs pos="84000">
                    <a:srgbClr val="FA9355"/>
                  </a:gs>
                </a:gsLst>
                <a:lin ang="600000" scaled="1"/>
              </a:gra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392" y="2266"/>
                <a:ext cx="818" cy="725"/>
              </a:xfrm>
              <a:prstGeom prst="rect">
                <a:avLst/>
              </a:prstGeom>
              <a:noFill/>
            </p:spPr>
            <p:txBody>
              <a:bodyPr wrap="none" rtlCol="0">
                <a:spAutoFit/>
              </a:bodyPr>
              <a:lstStyle/>
              <a:p>
                <a:r>
                  <a:rPr lang="en-US" altLang="zh-CN" sz="2400" b="1" dirty="0">
                    <a:solidFill>
                      <a:schemeClr val="bg1"/>
                    </a:solidFill>
                    <a:latin typeface="思源黑体 CN Light" panose="020B0600000000000000" pitchFamily="34" charset="-122"/>
                    <a:ea typeface="思源黑体 CN Light" panose="020B0600000000000000" pitchFamily="34" charset="-122"/>
                  </a:rPr>
                  <a:t>01</a:t>
                </a:r>
              </a:p>
            </p:txBody>
          </p:sp>
          <p:sp>
            <p:nvSpPr>
              <p:cNvPr id="21" name="椭圆 20"/>
              <p:cNvSpPr/>
              <p:nvPr/>
            </p:nvSpPr>
            <p:spPr>
              <a:xfrm>
                <a:off x="1288" y="5539"/>
                <a:ext cx="1012" cy="1012"/>
              </a:xfrm>
              <a:prstGeom prst="ellipse">
                <a:avLst/>
              </a:prstGeom>
              <a:gradFill>
                <a:gsLst>
                  <a:gs pos="19000">
                    <a:schemeClr val="accent5">
                      <a:lumMod val="40000"/>
                      <a:lumOff val="60000"/>
                    </a:schemeClr>
                  </a:gs>
                  <a:gs pos="84000">
                    <a:srgbClr val="FA8F55"/>
                  </a:gs>
                </a:gsLst>
                <a:lin scaled="1"/>
              </a:gra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文本框 16"/>
            <p:cNvSpPr txBox="1"/>
            <p:nvPr/>
          </p:nvSpPr>
          <p:spPr>
            <a:xfrm>
              <a:off x="2853" y="2586"/>
              <a:ext cx="2688" cy="628"/>
            </a:xfrm>
            <a:prstGeom prst="rect">
              <a:avLst/>
            </a:prstGeom>
            <a:noFill/>
          </p:spPr>
          <p:txBody>
            <a:bodyPr wrap="none" rtlCol="0">
              <a:spAutoFit/>
            </a:bodyPr>
            <a:lstStyle/>
            <a:p>
              <a:pPr algn="l"/>
              <a:r>
                <a:rPr lang="zh-CN" altLang="en-US" sz="2000">
                  <a:solidFill>
                    <a:schemeClr val="tx1">
                      <a:lumMod val="65000"/>
                      <a:lumOff val="35000"/>
                    </a:schemeClr>
                  </a:solidFill>
                  <a:latin typeface="方正锐正黑_GBK" panose="02000900000000000000" charset="-122"/>
                  <a:ea typeface="方正锐正黑_GBK" panose="02000900000000000000" charset="-122"/>
                </a:rPr>
                <a:t>这是一个标题</a:t>
              </a:r>
            </a:p>
          </p:txBody>
        </p:sp>
        <p:sp>
          <p:nvSpPr>
            <p:cNvPr id="18" name="文本框 17"/>
            <p:cNvSpPr txBox="1"/>
            <p:nvPr/>
          </p:nvSpPr>
          <p:spPr>
            <a:xfrm>
              <a:off x="2853" y="3214"/>
              <a:ext cx="7113" cy="2345"/>
            </a:xfrm>
            <a:prstGeom prst="rect">
              <a:avLst/>
            </a:prstGeom>
            <a:noFill/>
          </p:spPr>
          <p:txBody>
            <a:bodyPr wrap="square" rtlCol="0">
              <a:spAutoFit/>
            </a:bodyPr>
            <a:lstStyle/>
            <a:p>
              <a:pPr algn="l">
                <a:lnSpc>
                  <a:spcPct val="130000"/>
                </a:lnSpc>
                <a:spcBef>
                  <a:spcPts val="0"/>
                </a:spcBef>
                <a:spcAft>
                  <a:spcPts val="0"/>
                </a:spcAft>
              </a:pPr>
              <a:r>
                <a:rPr lang="zh-CN" altLang="en-US" sz="14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Lorem ipsum dolor sit amet, consectetur adipiscing elit. Duis a sodales neque. Vivamus sit amet iaculis augue. Aenean a convallis odio. Duis a enim ex. Phasellus sed tellus mauris. Nunc dignissim iaculis auctor. </a:t>
              </a:r>
            </a:p>
          </p:txBody>
        </p:sp>
      </p:grpSp>
      <p:grpSp>
        <p:nvGrpSpPr>
          <p:cNvPr id="4" name="组合 3"/>
          <p:cNvGrpSpPr/>
          <p:nvPr/>
        </p:nvGrpSpPr>
        <p:grpSpPr>
          <a:xfrm>
            <a:off x="6650320" y="2685415"/>
            <a:ext cx="4516755" cy="1328420"/>
            <a:chOff x="2853" y="2586"/>
            <a:chExt cx="7113" cy="2092"/>
          </a:xfrm>
        </p:grpSpPr>
        <p:sp>
          <p:nvSpPr>
            <p:cNvPr id="8" name="文本框 7"/>
            <p:cNvSpPr txBox="1"/>
            <p:nvPr/>
          </p:nvSpPr>
          <p:spPr>
            <a:xfrm>
              <a:off x="2853" y="2586"/>
              <a:ext cx="2688" cy="628"/>
            </a:xfrm>
            <a:prstGeom prst="rect">
              <a:avLst/>
            </a:prstGeom>
            <a:noFill/>
          </p:spPr>
          <p:txBody>
            <a:bodyPr wrap="none" rtlCol="0">
              <a:spAutoFit/>
            </a:bodyPr>
            <a:lstStyle/>
            <a:p>
              <a:pPr algn="l"/>
              <a:r>
                <a:rPr lang="zh-CN" altLang="en-US" sz="2000">
                  <a:solidFill>
                    <a:schemeClr val="tx1">
                      <a:lumMod val="65000"/>
                      <a:lumOff val="35000"/>
                    </a:schemeClr>
                  </a:solidFill>
                  <a:latin typeface="方正锐正黑_GBK" panose="02000900000000000000" charset="-122"/>
                  <a:ea typeface="方正锐正黑_GBK" panose="02000900000000000000" charset="-122"/>
                </a:rPr>
                <a:t>这是一个标题</a:t>
              </a:r>
            </a:p>
          </p:txBody>
        </p:sp>
        <p:sp>
          <p:nvSpPr>
            <p:cNvPr id="9" name="文本框 8"/>
            <p:cNvSpPr txBox="1"/>
            <p:nvPr/>
          </p:nvSpPr>
          <p:spPr>
            <a:xfrm>
              <a:off x="2853" y="3214"/>
              <a:ext cx="7113" cy="1464"/>
            </a:xfrm>
            <a:prstGeom prst="rect">
              <a:avLst/>
            </a:prstGeom>
            <a:noFill/>
          </p:spPr>
          <p:txBody>
            <a:bodyPr wrap="square" rtlCol="0">
              <a:spAutoFit/>
            </a:bodyPr>
            <a:lstStyle/>
            <a:p>
              <a:pPr algn="l">
                <a:lnSpc>
                  <a:spcPct val="130000"/>
                </a:lnSpc>
                <a:spcBef>
                  <a:spcPts val="0"/>
                </a:spcBef>
                <a:spcAft>
                  <a:spcPts val="0"/>
                </a:spcAft>
              </a:pPr>
              <a:r>
                <a:rPr lang="zh-CN" altLang="en-US" sz="14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sym typeface="+mn-ea"/>
                </a:rPr>
                <a:t>Lorem ipsum dolor sit amet, consectetur adipiscing elit. Duis a sodales neque. Vivamus sit amet iaculis augue. Aenean a convallis odio. Duis a enim ex. </a:t>
              </a:r>
              <a:endParaRPr lang="zh-CN" altLang="en-US" sz="14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endParaRPr>
            </a:p>
          </p:txBody>
        </p:sp>
      </p:grpSp>
      <p:pic>
        <p:nvPicPr>
          <p:cNvPr id="10" name="图片 9" descr="640-10"/>
          <p:cNvPicPr>
            <a:picLocks noChangeAspect="1"/>
          </p:cNvPicPr>
          <p:nvPr/>
        </p:nvPicPr>
        <p:blipFill>
          <a:blip r:embed="rId3"/>
          <a:srcRect l="17266" t="7369" r="12953"/>
          <a:stretch>
            <a:fillRect/>
          </a:stretch>
        </p:blipFill>
        <p:spPr>
          <a:xfrm>
            <a:off x="600" y="0"/>
            <a:ext cx="5187315" cy="6885940"/>
          </a:xfrm>
          <a:prstGeom prst="rect">
            <a:avLst/>
          </a:prstGeom>
        </p:spPr>
      </p:pic>
      <p:sp>
        <p:nvSpPr>
          <p:cNvPr id="22" name="文本框 21"/>
          <p:cNvSpPr txBox="1"/>
          <p:nvPr/>
        </p:nvSpPr>
        <p:spPr>
          <a:xfrm>
            <a:off x="5884510" y="2752725"/>
            <a:ext cx="519430" cy="460375"/>
          </a:xfrm>
          <a:prstGeom prst="rect">
            <a:avLst/>
          </a:prstGeom>
          <a:noFill/>
        </p:spPr>
        <p:txBody>
          <a:bodyPr wrap="none" rtlCol="0">
            <a:spAutoFit/>
          </a:bodyPr>
          <a:lstStyle/>
          <a:p>
            <a:r>
              <a:rPr lang="en-US" altLang="zh-CN" sz="2400" b="1" dirty="0">
                <a:solidFill>
                  <a:schemeClr val="bg1"/>
                </a:solidFill>
                <a:latin typeface="思源黑体 CN Light" panose="020B0600000000000000" pitchFamily="34" charset="-122"/>
                <a:ea typeface="思源黑体 CN Light" panose="020B0600000000000000" pitchFamily="34" charset="-122"/>
              </a:rPr>
              <a:t>02</a:t>
            </a:r>
          </a:p>
        </p:txBody>
      </p:sp>
      <p:sp>
        <p:nvSpPr>
          <p:cNvPr id="28" name="椭圆 27"/>
          <p:cNvSpPr/>
          <p:nvPr/>
        </p:nvSpPr>
        <p:spPr>
          <a:xfrm>
            <a:off x="5822915" y="4255135"/>
            <a:ext cx="642620" cy="642620"/>
          </a:xfrm>
          <a:prstGeom prst="ellipse">
            <a:avLst/>
          </a:prstGeom>
          <a:gradFill>
            <a:gsLst>
              <a:gs pos="19000">
                <a:schemeClr val="accent5">
                  <a:lumMod val="40000"/>
                  <a:lumOff val="60000"/>
                </a:schemeClr>
              </a:gs>
              <a:gs pos="84000">
                <a:srgbClr val="FA8F55"/>
              </a:gs>
            </a:gsLst>
            <a:lin scaled="1"/>
          </a:gra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5888955" y="4330700"/>
            <a:ext cx="519430" cy="460375"/>
          </a:xfrm>
          <a:prstGeom prst="rect">
            <a:avLst/>
          </a:prstGeom>
          <a:noFill/>
        </p:spPr>
        <p:txBody>
          <a:bodyPr wrap="none" rtlCol="0">
            <a:spAutoFit/>
          </a:bodyPr>
          <a:lstStyle/>
          <a:p>
            <a:r>
              <a:rPr lang="en-US" altLang="zh-CN" sz="2400" b="1" dirty="0">
                <a:solidFill>
                  <a:schemeClr val="bg1"/>
                </a:solidFill>
                <a:latin typeface="思源黑体 CN Light" panose="020B0600000000000000" pitchFamily="34" charset="-122"/>
                <a:ea typeface="思源黑体 CN Light" panose="020B0600000000000000" pitchFamily="34" charset="-122"/>
              </a:rPr>
              <a:t>03</a:t>
            </a:r>
          </a:p>
        </p:txBody>
      </p:sp>
      <p:grpSp>
        <p:nvGrpSpPr>
          <p:cNvPr id="36" name="组合 35"/>
          <p:cNvGrpSpPr/>
          <p:nvPr/>
        </p:nvGrpSpPr>
        <p:grpSpPr>
          <a:xfrm>
            <a:off x="6650320" y="4361180"/>
            <a:ext cx="4516755" cy="1887855"/>
            <a:chOff x="2853" y="2586"/>
            <a:chExt cx="7113" cy="2973"/>
          </a:xfrm>
        </p:grpSpPr>
        <p:sp>
          <p:nvSpPr>
            <p:cNvPr id="47" name="文本框 46"/>
            <p:cNvSpPr txBox="1"/>
            <p:nvPr/>
          </p:nvSpPr>
          <p:spPr>
            <a:xfrm>
              <a:off x="2853" y="2586"/>
              <a:ext cx="2688" cy="628"/>
            </a:xfrm>
            <a:prstGeom prst="rect">
              <a:avLst/>
            </a:prstGeom>
            <a:noFill/>
          </p:spPr>
          <p:txBody>
            <a:bodyPr wrap="none" rtlCol="0">
              <a:spAutoFit/>
            </a:bodyPr>
            <a:lstStyle/>
            <a:p>
              <a:pPr algn="l"/>
              <a:r>
                <a:rPr lang="zh-CN" altLang="en-US" sz="2000">
                  <a:solidFill>
                    <a:schemeClr val="tx1">
                      <a:lumMod val="65000"/>
                      <a:lumOff val="35000"/>
                    </a:schemeClr>
                  </a:solidFill>
                  <a:latin typeface="方正锐正黑_GBK" panose="02000900000000000000" charset="-122"/>
                  <a:ea typeface="方正锐正黑_GBK" panose="02000900000000000000" charset="-122"/>
                </a:rPr>
                <a:t>这是一个标题</a:t>
              </a:r>
            </a:p>
          </p:txBody>
        </p:sp>
        <p:sp>
          <p:nvSpPr>
            <p:cNvPr id="48" name="文本框 47"/>
            <p:cNvSpPr txBox="1"/>
            <p:nvPr/>
          </p:nvSpPr>
          <p:spPr>
            <a:xfrm>
              <a:off x="2853" y="3214"/>
              <a:ext cx="7113" cy="2345"/>
            </a:xfrm>
            <a:prstGeom prst="rect">
              <a:avLst/>
            </a:prstGeom>
            <a:noFill/>
          </p:spPr>
          <p:txBody>
            <a:bodyPr wrap="square" rtlCol="0">
              <a:spAutoFit/>
            </a:bodyPr>
            <a:lstStyle/>
            <a:p>
              <a:pPr algn="l">
                <a:lnSpc>
                  <a:spcPct val="130000"/>
                </a:lnSpc>
                <a:spcBef>
                  <a:spcPts val="0"/>
                </a:spcBef>
                <a:spcAft>
                  <a:spcPts val="0"/>
                </a:spcAft>
              </a:pPr>
              <a:r>
                <a:rPr lang="zh-CN" altLang="en-US" sz="14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sym typeface="+mn-ea"/>
                </a:rPr>
                <a:t>Lorem ipsum dolor sit amet, consectetur adipiscing elit. Duis a sodales neque. Vivamus sit amet iaculis augue. Aenean a convallis odio. Duis a enim ex. Phasellus sed tellus mauris. Nunc dignissim iaculis auctor. </a:t>
              </a:r>
              <a:endParaRPr lang="zh-CN" altLang="en-US" sz="14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640-17"/>
          <p:cNvPicPr>
            <a:picLocks noChangeAspect="1"/>
          </p:cNvPicPr>
          <p:nvPr/>
        </p:nvPicPr>
        <p:blipFill>
          <a:blip r:embed="rId4"/>
          <a:srcRect t="16544" b="7617"/>
          <a:stretch>
            <a:fillRect/>
          </a:stretch>
        </p:blipFill>
        <p:spPr>
          <a:xfrm>
            <a:off x="600" y="0"/>
            <a:ext cx="12192000" cy="6948170"/>
          </a:xfrm>
          <a:prstGeom prst="rect">
            <a:avLst/>
          </a:prstGeom>
        </p:spPr>
      </p:pic>
      <p:sp>
        <p:nvSpPr>
          <p:cNvPr id="16" name="文本框 15"/>
          <p:cNvSpPr txBox="1"/>
          <p:nvPr/>
        </p:nvSpPr>
        <p:spPr>
          <a:xfrm>
            <a:off x="6055960" y="2138312"/>
            <a:ext cx="3992880" cy="1014730"/>
          </a:xfrm>
          <a:prstGeom prst="rect">
            <a:avLst/>
          </a:prstGeom>
          <a:noFill/>
        </p:spPr>
        <p:txBody>
          <a:bodyPr wrap="none" rtlCol="0">
            <a:spAutoFit/>
          </a:bodyPr>
          <a:lstStyle/>
          <a:p>
            <a:r>
              <a:rPr lang="zh-CN" altLang="en-US" sz="6000" dirty="0">
                <a:solidFill>
                  <a:schemeClr val="bg1"/>
                </a:solidFill>
                <a:effectLst>
                  <a:outerShdw blurRad="38100" dist="19050" dir="2700000" algn="tl" rotWithShape="0">
                    <a:schemeClr val="dk1">
                      <a:alpha val="40000"/>
                    </a:schemeClr>
                  </a:outerShdw>
                </a:effectLst>
                <a:latin typeface="方正锐正黑_GBK" panose="02000900000000000000" charset="-122"/>
                <a:ea typeface="方正锐正黑_GBK" panose="02000900000000000000" charset="-122"/>
              </a:rPr>
              <a:t>请输入标题</a:t>
            </a:r>
          </a:p>
        </p:txBody>
      </p:sp>
      <p:sp>
        <p:nvSpPr>
          <p:cNvPr id="2" name="等腰三角形 1"/>
          <p:cNvSpPr/>
          <p:nvPr/>
        </p:nvSpPr>
        <p:spPr>
          <a:xfrm rot="5400000">
            <a:off x="-1287815" y="1059815"/>
            <a:ext cx="8409940" cy="4827905"/>
          </a:xfrm>
          <a:prstGeom prst="triangle">
            <a:avLst/>
          </a:prstGeom>
          <a:solidFill>
            <a:srgbClr val="F8AC63">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rot="5400000">
            <a:off x="-1692310" y="1158240"/>
            <a:ext cx="8017510" cy="4631690"/>
          </a:xfrm>
          <a:prstGeom prst="triangle">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883187" y="2151340"/>
            <a:ext cx="1856740" cy="1568450"/>
          </a:xfrm>
          <a:prstGeom prst="rect">
            <a:avLst/>
          </a:prstGeom>
          <a:noFill/>
        </p:spPr>
        <p:txBody>
          <a:bodyPr wrap="none" rtlCol="0">
            <a:spAutoFit/>
          </a:bodyPr>
          <a:lstStyle/>
          <a:p>
            <a:r>
              <a:rPr lang="en-US" altLang="zh-CN" sz="9600" dirty="0">
                <a:solidFill>
                  <a:schemeClr val="bg1"/>
                </a:solidFill>
                <a:latin typeface="方正锐正黑_GBK" panose="02000900000000000000" charset="-122"/>
                <a:ea typeface="方正锐正黑_GBK" panose="02000900000000000000" charset="-122"/>
              </a:rPr>
              <a:t>02</a:t>
            </a:r>
          </a:p>
        </p:txBody>
      </p:sp>
      <p:sp>
        <p:nvSpPr>
          <p:cNvPr id="4" name="文本框 3"/>
          <p:cNvSpPr txBox="1"/>
          <p:nvPr/>
        </p:nvSpPr>
        <p:spPr>
          <a:xfrm>
            <a:off x="883507" y="3719760"/>
            <a:ext cx="2060575" cy="521970"/>
          </a:xfrm>
          <a:prstGeom prst="rect">
            <a:avLst/>
          </a:prstGeom>
          <a:noFill/>
        </p:spPr>
        <p:txBody>
          <a:bodyPr wrap="none" rtlCol="0">
            <a:spAutoFit/>
          </a:bodyPr>
          <a:lstStyle/>
          <a:p>
            <a:r>
              <a:rPr lang="en-US" altLang="zh-CN" sz="2800" dirty="0">
                <a:solidFill>
                  <a:schemeClr val="bg1"/>
                </a:solidFill>
              </a:rPr>
              <a:t>PART TWO</a:t>
            </a:r>
          </a:p>
        </p:txBody>
      </p:sp>
      <p:sp>
        <p:nvSpPr>
          <p:cNvPr id="27" name="矩形 26"/>
          <p:cNvSpPr/>
          <p:nvPr/>
        </p:nvSpPr>
        <p:spPr>
          <a:xfrm>
            <a:off x="6056254" y="3153016"/>
            <a:ext cx="5103157" cy="575945"/>
          </a:xfrm>
          <a:prstGeom prst="rect">
            <a:avLst/>
          </a:prstGeom>
        </p:spPr>
        <p:txBody>
          <a:bodyPr wrap="square">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a:ln>
                  <a:noFill/>
                </a:ln>
                <a:solidFill>
                  <a:schemeClr val="bg1"/>
                </a:solidFill>
                <a:effectLst/>
                <a:uLnTx/>
                <a:uFillTx/>
                <a:latin typeface="汉仪旗黑-45S" panose="00020600040101010101" pitchFamily="18" charset="-122"/>
                <a:ea typeface="微软雅黑 Light" panose="020B0502040204020203" charset="-122"/>
                <a:cs typeface="Arial" panose="020B0604020202090204" pitchFamily="34" charset="0"/>
                <a:sym typeface="汉仪旗黑-45S" panose="00020600040101010101" pitchFamily="18" charset="-122"/>
              </a:rPr>
              <a:t>Lorem ipsum dolor sit amet, consectetuer adipiscing elit. Aenean commodo ligula eget dolorLorem ipsum dolor sit amet, consectetuer adipiscing elit. </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34685" y="1217295"/>
            <a:ext cx="5432425" cy="1050925"/>
          </a:xfrm>
          <a:prstGeom prst="rect">
            <a:avLst/>
          </a:prstGeom>
          <a:noFill/>
        </p:spPr>
        <p:txBody>
          <a:bodyPr wrap="square" rtlCol="0" anchor="t">
            <a:spAutoFit/>
          </a:bodyPr>
          <a:lstStyle/>
          <a:p>
            <a:pPr>
              <a:lnSpc>
                <a:spcPct val="130000"/>
              </a:lnSpc>
              <a:spcBef>
                <a:spcPts val="0"/>
              </a:spcBef>
              <a:spcAft>
                <a:spcPts val="0"/>
              </a:spcAft>
            </a:pPr>
            <a:r>
              <a:rPr lang="zh-CN" altLang="en-US" sz="16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sym typeface="+mn-ea"/>
              </a:rPr>
              <a:t>这里写该章总体简介这里写该章总体简介</a:t>
            </a:r>
            <a:endParaRPr lang="zh-CN" altLang="en-US" sz="16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endParaRPr>
          </a:p>
          <a:p>
            <a:pPr>
              <a:lnSpc>
                <a:spcPct val="130000"/>
              </a:lnSpc>
              <a:spcBef>
                <a:spcPts val="0"/>
              </a:spcBef>
              <a:spcAft>
                <a:spcPts val="0"/>
              </a:spcAft>
            </a:pPr>
            <a:r>
              <a:rPr lang="zh-CN" altLang="en-US" sz="16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sym typeface="+mn-ea"/>
              </a:rPr>
              <a:t>Lorem ipsum dolor sit amet, consectetur adipiscing elit. Duis a sodales neque. Vivamus sit amet iaculis augue. </a:t>
            </a:r>
            <a:endParaRPr lang="zh-CN" altLang="en-US" sz="16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endParaRPr>
          </a:p>
        </p:txBody>
      </p:sp>
      <p:sp>
        <p:nvSpPr>
          <p:cNvPr id="11" name="文本框 10"/>
          <p:cNvSpPr txBox="1"/>
          <p:nvPr/>
        </p:nvSpPr>
        <p:spPr>
          <a:xfrm>
            <a:off x="993105" y="5359400"/>
            <a:ext cx="4122420" cy="410845"/>
          </a:xfrm>
          <a:prstGeom prst="rect">
            <a:avLst/>
          </a:prstGeom>
          <a:noFill/>
        </p:spPr>
        <p:txBody>
          <a:bodyPr wrap="square" rtlCol="0" anchor="t">
            <a:spAutoFit/>
          </a:bodyPr>
          <a:lstStyle/>
          <a:p>
            <a:pPr>
              <a:lnSpc>
                <a:spcPct val="130000"/>
              </a:lnSpc>
              <a:spcBef>
                <a:spcPts val="0"/>
              </a:spcBef>
              <a:spcAft>
                <a:spcPts val="0"/>
              </a:spcAft>
            </a:pPr>
            <a:r>
              <a:rPr lang="zh-CN" altLang="en-US" sz="1600">
                <a:solidFill>
                  <a:schemeClr val="tx1">
                    <a:lumMod val="65000"/>
                    <a:lumOff val="3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一句话总结该页内容</a:t>
            </a:r>
          </a:p>
        </p:txBody>
      </p:sp>
      <p:grpSp>
        <p:nvGrpSpPr>
          <p:cNvPr id="16" name="组合 15"/>
          <p:cNvGrpSpPr/>
          <p:nvPr/>
        </p:nvGrpSpPr>
        <p:grpSpPr>
          <a:xfrm>
            <a:off x="1336005" y="2770505"/>
            <a:ext cx="4946015" cy="330835"/>
            <a:chOff x="1513" y="4378"/>
            <a:chExt cx="7789" cy="521"/>
          </a:xfrm>
        </p:grpSpPr>
        <p:sp>
          <p:nvSpPr>
            <p:cNvPr id="8" name="文本框 7"/>
            <p:cNvSpPr txBox="1"/>
            <p:nvPr/>
          </p:nvSpPr>
          <p:spPr>
            <a:xfrm>
              <a:off x="1532" y="4378"/>
              <a:ext cx="7770" cy="521"/>
            </a:xfrm>
            <a:prstGeom prst="rect">
              <a:avLst/>
            </a:prstGeom>
            <a:noFill/>
          </p:spPr>
          <p:txBody>
            <a:bodyPr wrap="square" rtlCol="0" anchor="t">
              <a:spAutoFit/>
            </a:bodyPr>
            <a:lstStyle/>
            <a:p>
              <a:pPr>
                <a:lnSpc>
                  <a:spcPct val="130000"/>
                </a:lnSpc>
                <a:spcBef>
                  <a:spcPts val="0"/>
                </a:spcBef>
                <a:spcAft>
                  <a:spcPts val="0"/>
                </a:spcAft>
              </a:pPr>
              <a:r>
                <a:rPr lang="en-US" altLang="zh-CN" sz="1200">
                  <a:solidFill>
                    <a:schemeClr val="bg1">
                      <a:lumMod val="6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    </a:t>
              </a:r>
              <a:r>
                <a:rPr lang="zh-CN" altLang="en-US" sz="1200">
                  <a:solidFill>
                    <a:schemeClr val="bg1">
                      <a:lumMod val="6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第一点内容</a:t>
              </a:r>
            </a:p>
          </p:txBody>
        </p:sp>
        <p:sp>
          <p:nvSpPr>
            <p:cNvPr id="12" name="矩形 11"/>
            <p:cNvSpPr/>
            <p:nvPr/>
          </p:nvSpPr>
          <p:spPr>
            <a:xfrm flipH="1">
              <a:off x="1513" y="4545"/>
              <a:ext cx="186" cy="186"/>
            </a:xfrm>
            <a:prstGeom prst="rect">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1336005" y="4416425"/>
            <a:ext cx="4946015" cy="330835"/>
            <a:chOff x="1513" y="6969"/>
            <a:chExt cx="7789" cy="521"/>
          </a:xfrm>
        </p:grpSpPr>
        <p:sp>
          <p:nvSpPr>
            <p:cNvPr id="10" name="文本框 9"/>
            <p:cNvSpPr txBox="1"/>
            <p:nvPr/>
          </p:nvSpPr>
          <p:spPr>
            <a:xfrm>
              <a:off x="1532" y="6969"/>
              <a:ext cx="7770" cy="521"/>
            </a:xfrm>
            <a:prstGeom prst="rect">
              <a:avLst/>
            </a:prstGeom>
            <a:noFill/>
          </p:spPr>
          <p:txBody>
            <a:bodyPr wrap="square" rtlCol="0" anchor="t">
              <a:spAutoFit/>
            </a:bodyPr>
            <a:lstStyle/>
            <a:p>
              <a:pPr>
                <a:lnSpc>
                  <a:spcPct val="130000"/>
                </a:lnSpc>
                <a:spcBef>
                  <a:spcPts val="0"/>
                </a:spcBef>
                <a:spcAft>
                  <a:spcPts val="0"/>
                </a:spcAft>
              </a:pPr>
              <a:r>
                <a:rPr lang="en-US" altLang="zh-CN" sz="1200">
                  <a:solidFill>
                    <a:schemeClr val="bg1">
                      <a:lumMod val="6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    </a:t>
              </a:r>
              <a:r>
                <a:rPr lang="zh-CN" altLang="en-US" sz="1200">
                  <a:solidFill>
                    <a:schemeClr val="bg1">
                      <a:lumMod val="6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第三点内容</a:t>
              </a:r>
            </a:p>
          </p:txBody>
        </p:sp>
        <p:sp>
          <p:nvSpPr>
            <p:cNvPr id="14" name="矩形 13"/>
            <p:cNvSpPr/>
            <p:nvPr/>
          </p:nvSpPr>
          <p:spPr>
            <a:xfrm flipH="1">
              <a:off x="1513" y="7174"/>
              <a:ext cx="186" cy="186"/>
            </a:xfrm>
            <a:prstGeom prst="rect">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7" name="组合 16"/>
          <p:cNvGrpSpPr/>
          <p:nvPr/>
        </p:nvGrpSpPr>
        <p:grpSpPr>
          <a:xfrm>
            <a:off x="1336005" y="3345815"/>
            <a:ext cx="4946015" cy="330835"/>
            <a:chOff x="1513" y="5455"/>
            <a:chExt cx="7789" cy="521"/>
          </a:xfrm>
        </p:grpSpPr>
        <p:sp>
          <p:nvSpPr>
            <p:cNvPr id="9" name="文本框 8"/>
            <p:cNvSpPr txBox="1"/>
            <p:nvPr/>
          </p:nvSpPr>
          <p:spPr>
            <a:xfrm>
              <a:off x="1532" y="5455"/>
              <a:ext cx="7770" cy="521"/>
            </a:xfrm>
            <a:prstGeom prst="rect">
              <a:avLst/>
            </a:prstGeom>
            <a:noFill/>
          </p:spPr>
          <p:txBody>
            <a:bodyPr wrap="square" rtlCol="0" anchor="t">
              <a:spAutoFit/>
            </a:bodyPr>
            <a:lstStyle/>
            <a:p>
              <a:pPr>
                <a:lnSpc>
                  <a:spcPct val="130000"/>
                </a:lnSpc>
                <a:spcBef>
                  <a:spcPts val="0"/>
                </a:spcBef>
                <a:spcAft>
                  <a:spcPts val="0"/>
                </a:spcAft>
              </a:pPr>
              <a:r>
                <a:rPr lang="en-US" altLang="zh-CN" sz="1200" dirty="0">
                  <a:solidFill>
                    <a:schemeClr val="bg1">
                      <a:lumMod val="6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    </a:t>
              </a:r>
              <a:r>
                <a:rPr lang="zh-CN" altLang="en-US" sz="1200" dirty="0">
                  <a:solidFill>
                    <a:schemeClr val="bg1">
                      <a:lumMod val="65000"/>
                    </a:schemeClr>
                  </a:solidFill>
                  <a:latin typeface="思源黑体 CN Light" panose="020B0600000000000000" pitchFamily="34" charset="-122"/>
                  <a:ea typeface="思源黑体 CN Light" panose="020B0600000000000000" pitchFamily="34" charset="-122"/>
                  <a:cs typeface="思源黑体 CN Light" panose="020B0600000000000000" pitchFamily="34" charset="-122"/>
                </a:rPr>
                <a:t>第二点内容</a:t>
              </a:r>
            </a:p>
          </p:txBody>
        </p:sp>
        <p:sp>
          <p:nvSpPr>
            <p:cNvPr id="15" name="矩形 14"/>
            <p:cNvSpPr/>
            <p:nvPr/>
          </p:nvSpPr>
          <p:spPr>
            <a:xfrm flipH="1">
              <a:off x="1513" y="5658"/>
              <a:ext cx="186" cy="186"/>
            </a:xfrm>
            <a:prstGeom prst="rect">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descr="640-15"/>
          <p:cNvPicPr>
            <a:picLocks noChangeAspect="1"/>
          </p:cNvPicPr>
          <p:nvPr/>
        </p:nvPicPr>
        <p:blipFill>
          <a:blip r:embed="rId2"/>
          <a:stretch>
            <a:fillRect/>
          </a:stretch>
        </p:blipFill>
        <p:spPr>
          <a:xfrm>
            <a:off x="6758270" y="1285875"/>
            <a:ext cx="4398645" cy="3300730"/>
          </a:xfrm>
          <a:prstGeom prst="rect">
            <a:avLst/>
          </a:prstGeom>
        </p:spPr>
      </p:pic>
      <p:sp>
        <p:nvSpPr>
          <p:cNvPr id="25" name="文本框 24"/>
          <p:cNvSpPr txBox="1"/>
          <p:nvPr/>
        </p:nvSpPr>
        <p:spPr>
          <a:xfrm>
            <a:off x="934685" y="440055"/>
            <a:ext cx="2316480" cy="521970"/>
          </a:xfrm>
          <a:prstGeom prst="rect">
            <a:avLst/>
          </a:prstGeom>
          <a:noFill/>
        </p:spPr>
        <p:txBody>
          <a:bodyPr wrap="none" rtlCol="0">
            <a:spAutoFit/>
          </a:bodyPr>
          <a:lstStyle/>
          <a:p>
            <a:r>
              <a:rPr lang="zh-CN" altLang="en-US" sz="2800" dirty="0">
                <a:solidFill>
                  <a:schemeClr val="tx1">
                    <a:lumMod val="65000"/>
                    <a:lumOff val="35000"/>
                  </a:schemeClr>
                </a:solidFill>
                <a:latin typeface="方正锐正黑_GBK" panose="02000900000000000000" charset="-122"/>
                <a:ea typeface="方正锐正黑_GBK" panose="02000900000000000000" charset="-122"/>
              </a:rPr>
              <a:t>这是一个标题</a:t>
            </a:r>
          </a:p>
        </p:txBody>
      </p:sp>
      <p:grpSp>
        <p:nvGrpSpPr>
          <p:cNvPr id="4" name="组合 3">
            <a:extLst>
              <a:ext uri="{FF2B5EF4-FFF2-40B4-BE49-F238E27FC236}">
                <a16:creationId xmlns:a16="http://schemas.microsoft.com/office/drawing/2014/main" id="{471DE4B6-6E63-4228-BC44-0E1A18B7D79A}"/>
              </a:ext>
            </a:extLst>
          </p:cNvPr>
          <p:cNvGrpSpPr/>
          <p:nvPr/>
        </p:nvGrpSpPr>
        <p:grpSpPr>
          <a:xfrm>
            <a:off x="333340" y="414020"/>
            <a:ext cx="600710" cy="436245"/>
            <a:chOff x="333340" y="414020"/>
            <a:chExt cx="600710" cy="436245"/>
          </a:xfrm>
        </p:grpSpPr>
        <p:sp>
          <p:nvSpPr>
            <p:cNvPr id="3" name="菱形 2"/>
            <p:cNvSpPr/>
            <p:nvPr/>
          </p:nvSpPr>
          <p:spPr>
            <a:xfrm>
              <a:off x="450815" y="414020"/>
              <a:ext cx="483235" cy="436245"/>
            </a:xfrm>
            <a:prstGeom prst="diamond">
              <a:avLst/>
            </a:prstGeom>
            <a:solidFill>
              <a:srgbClr val="C17715">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菱形 4"/>
            <p:cNvSpPr/>
            <p:nvPr/>
          </p:nvSpPr>
          <p:spPr>
            <a:xfrm>
              <a:off x="333340" y="414020"/>
              <a:ext cx="483235" cy="436245"/>
            </a:xfrm>
            <a:prstGeom prst="diamond">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descr="640-16"/>
          <p:cNvPicPr>
            <a:picLocks noChangeAspect="1"/>
          </p:cNvPicPr>
          <p:nvPr/>
        </p:nvPicPr>
        <p:blipFill>
          <a:blip r:embed="rId2"/>
          <a:srcRect t="15133"/>
          <a:stretch>
            <a:fillRect/>
          </a:stretch>
        </p:blipFill>
        <p:spPr>
          <a:xfrm>
            <a:off x="600" y="-40005"/>
            <a:ext cx="12192000" cy="6898005"/>
          </a:xfrm>
          <a:prstGeom prst="rect">
            <a:avLst/>
          </a:prstGeom>
        </p:spPr>
      </p:pic>
      <p:sp>
        <p:nvSpPr>
          <p:cNvPr id="43" name="矩形 42"/>
          <p:cNvSpPr/>
          <p:nvPr/>
        </p:nvSpPr>
        <p:spPr>
          <a:xfrm>
            <a:off x="600" y="0"/>
            <a:ext cx="12192000" cy="6858000"/>
          </a:xfrm>
          <a:prstGeom prst="rect">
            <a:avLst/>
          </a:prstGeom>
          <a:solidFill>
            <a:schemeClr val="bg1">
              <a:lumMod val="9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1164186" y="2826051"/>
            <a:ext cx="2273750" cy="301310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45" name="文本框 44"/>
          <p:cNvSpPr txBox="1"/>
          <p:nvPr/>
        </p:nvSpPr>
        <p:spPr>
          <a:xfrm>
            <a:off x="1316134" y="3209759"/>
            <a:ext cx="2225040" cy="36830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bg1"/>
                </a:solidFill>
                <a:effectLst/>
                <a:latin typeface="方正锐正黑_GBK" panose="02000900000000000000" charset="-122"/>
                <a:ea typeface="方正锐正黑_GBK" panose="02000900000000000000" charset="-122"/>
              </a:rPr>
              <a:t>输入你的标题</a:t>
            </a:r>
          </a:p>
        </p:txBody>
      </p:sp>
      <p:sp>
        <p:nvSpPr>
          <p:cNvPr id="46" name="文本框 45"/>
          <p:cNvSpPr txBox="1"/>
          <p:nvPr/>
        </p:nvSpPr>
        <p:spPr>
          <a:xfrm>
            <a:off x="1316134" y="4053053"/>
            <a:ext cx="1944660" cy="1290320"/>
          </a:xfrm>
          <a:prstGeom prst="rect">
            <a:avLst/>
          </a:prstGeom>
          <a:noFill/>
        </p:spPr>
        <p:txBody>
          <a:bodyPr wrap="square" rtlCol="0">
            <a:spAutoFit/>
          </a:bodyPr>
          <a:lstStyle/>
          <a:p>
            <a:pPr algn="l">
              <a:lnSpc>
                <a:spcPct val="130000"/>
              </a:lnSpc>
              <a:spcBef>
                <a:spcPts val="0"/>
              </a:spcBef>
              <a:spcAft>
                <a:spcPts val="0"/>
              </a:spcAft>
            </a:pPr>
            <a:r>
              <a:rPr lang="zh-CN" altLang="en-US" sz="1200">
                <a:solidFill>
                  <a:schemeClr val="bg1"/>
                </a:solidFill>
                <a:latin typeface="思源黑体 CN Light" panose="020B0600000000000000" pitchFamily="34" charset="-122"/>
                <a:ea typeface="思源黑体 CN Light" panose="020B0600000000000000" pitchFamily="34" charset="-122"/>
                <a:cs typeface="思源黑体 CN Light" panose="020B0600000000000000" pitchFamily="34" charset="-122"/>
                <a:sym typeface="+mn-ea"/>
              </a:rPr>
              <a:t>Lorem ipsum dolor sit amet, consectetur adipiscing elit. Duis a sodales neque. Vivamus sit amet iaculis augue. </a:t>
            </a:r>
            <a:endParaRPr lang="zh-CN" altLang="en-US" sz="1200" dirty="0">
              <a:solidFill>
                <a:schemeClr val="bg1"/>
              </a:solidFill>
              <a:latin typeface="思源黑体 CN Light" panose="020B0600000000000000" pitchFamily="34" charset="-122"/>
              <a:ea typeface="思源黑体 CN Light" panose="020B0600000000000000" pitchFamily="34" charset="-122"/>
              <a:cs typeface="思源黑体 CN Light" panose="020B0600000000000000" pitchFamily="34" charset="-122"/>
              <a:sym typeface="+mn-ea"/>
            </a:endParaRPr>
          </a:p>
        </p:txBody>
      </p:sp>
      <p:cxnSp>
        <p:nvCxnSpPr>
          <p:cNvPr id="47" name="直接连接符 46"/>
          <p:cNvCxnSpPr/>
          <p:nvPr/>
        </p:nvCxnSpPr>
        <p:spPr>
          <a:xfrm>
            <a:off x="1419248" y="3698421"/>
            <a:ext cx="26516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3692998" y="2826051"/>
            <a:ext cx="2273750" cy="301310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49" name="文本框 48"/>
          <p:cNvSpPr txBox="1"/>
          <p:nvPr/>
        </p:nvSpPr>
        <p:spPr>
          <a:xfrm>
            <a:off x="3844946" y="3209759"/>
            <a:ext cx="2225040" cy="36830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bg1"/>
                </a:solidFill>
                <a:effectLst/>
                <a:latin typeface="方正锐正黑_GBK" panose="02000900000000000000" charset="-122"/>
                <a:ea typeface="方正锐正黑_GBK" panose="02000900000000000000" charset="-122"/>
              </a:rPr>
              <a:t>输入你的标题</a:t>
            </a:r>
          </a:p>
        </p:txBody>
      </p:sp>
      <p:sp>
        <p:nvSpPr>
          <p:cNvPr id="50" name="文本框 49"/>
          <p:cNvSpPr txBox="1"/>
          <p:nvPr/>
        </p:nvSpPr>
        <p:spPr>
          <a:xfrm>
            <a:off x="3844946" y="4053053"/>
            <a:ext cx="1944660" cy="1290320"/>
          </a:xfrm>
          <a:prstGeom prst="rect">
            <a:avLst/>
          </a:prstGeom>
          <a:noFill/>
        </p:spPr>
        <p:txBody>
          <a:bodyPr wrap="square" rtlCol="0">
            <a:spAutoFit/>
          </a:bodyPr>
          <a:lstStyle/>
          <a:p>
            <a:pPr algn="l">
              <a:lnSpc>
                <a:spcPct val="130000"/>
              </a:lnSpc>
              <a:spcBef>
                <a:spcPts val="0"/>
              </a:spcBef>
              <a:spcAft>
                <a:spcPts val="0"/>
              </a:spcAft>
            </a:pPr>
            <a:r>
              <a:rPr lang="zh-CN" altLang="en-US" sz="1200">
                <a:solidFill>
                  <a:schemeClr val="bg1"/>
                </a:solidFill>
                <a:latin typeface="思源黑体 CN Light" panose="020B0600000000000000" pitchFamily="34" charset="-122"/>
                <a:ea typeface="思源黑体 CN Light" panose="020B0600000000000000" pitchFamily="34" charset="-122"/>
                <a:cs typeface="思源黑体 CN Light" panose="020B0600000000000000" pitchFamily="34" charset="-122"/>
                <a:sym typeface="+mn-ea"/>
              </a:rPr>
              <a:t>Lorem ipsum dolor sit amet, consectetur adipiscing elit. Duis a sodales neque. Vivamus sit amet iaculis augue. </a:t>
            </a:r>
            <a:endParaRPr lang="zh-CN" altLang="en-US" sz="1200" dirty="0">
              <a:solidFill>
                <a:schemeClr val="bg1"/>
              </a:solidFill>
              <a:latin typeface="思源黑体 Bold" panose="020B0800000000000000" pitchFamily="34" charset="-122"/>
              <a:ea typeface="思源黑体 Bold" panose="020B0800000000000000" pitchFamily="34" charset="-122"/>
            </a:endParaRPr>
          </a:p>
        </p:txBody>
      </p:sp>
      <p:cxnSp>
        <p:nvCxnSpPr>
          <p:cNvPr id="51" name="直接连接符 50"/>
          <p:cNvCxnSpPr/>
          <p:nvPr/>
        </p:nvCxnSpPr>
        <p:spPr>
          <a:xfrm>
            <a:off x="3948060" y="3698421"/>
            <a:ext cx="26516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6221810" y="2836362"/>
            <a:ext cx="2273750" cy="301310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53" name="文本框 52"/>
          <p:cNvSpPr txBox="1"/>
          <p:nvPr/>
        </p:nvSpPr>
        <p:spPr>
          <a:xfrm>
            <a:off x="6373758" y="3220070"/>
            <a:ext cx="2225040" cy="36830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bg1"/>
                </a:solidFill>
                <a:effectLst/>
                <a:latin typeface="方正锐正黑_GBK" panose="02000900000000000000" charset="-122"/>
                <a:ea typeface="方正锐正黑_GBK" panose="02000900000000000000" charset="-122"/>
              </a:rPr>
              <a:t>输入你的标题</a:t>
            </a:r>
          </a:p>
        </p:txBody>
      </p:sp>
      <p:sp>
        <p:nvSpPr>
          <p:cNvPr id="54" name="文本框 53"/>
          <p:cNvSpPr txBox="1"/>
          <p:nvPr/>
        </p:nvSpPr>
        <p:spPr>
          <a:xfrm>
            <a:off x="6373758" y="4063364"/>
            <a:ext cx="1944660" cy="1381760"/>
          </a:xfrm>
          <a:prstGeom prst="rect">
            <a:avLst/>
          </a:prstGeom>
          <a:noFill/>
        </p:spPr>
        <p:txBody>
          <a:bodyPr wrap="square" rtlCol="0">
            <a:spAutoFit/>
          </a:bodyPr>
          <a:lstStyle/>
          <a:p>
            <a:pPr>
              <a:lnSpc>
                <a:spcPct val="120000"/>
              </a:lnSpc>
              <a:spcBef>
                <a:spcPts val="0"/>
              </a:spcBef>
              <a:spcAft>
                <a:spcPts val="0"/>
              </a:spcAft>
            </a:pPr>
            <a:r>
              <a:rPr lang="zh-CN" altLang="en-US" sz="1200">
                <a:solidFill>
                  <a:schemeClr val="bg1"/>
                </a:solidFill>
                <a:latin typeface="思源黑体 CN Light" panose="020B0600000000000000" pitchFamily="34" charset="-122"/>
                <a:ea typeface="思源黑体 CN Light" panose="020B0600000000000000" pitchFamily="34" charset="-122"/>
                <a:cs typeface="思源黑体 CN Light" panose="020B0600000000000000" pitchFamily="34" charset="-122"/>
                <a:sym typeface="+mn-ea"/>
              </a:rPr>
              <a:t>Lorem ipsum dolor sit amet, consectetur adipiscing elit. Duis a sodales neque. Vivamus sit amet iaculis augue. </a:t>
            </a:r>
            <a:endParaRPr lang="zh-CN" altLang="en-US" sz="1200" dirty="0">
              <a:solidFill>
                <a:schemeClr val="bg1"/>
              </a:solidFill>
              <a:latin typeface="思源黑体 CN Light" panose="020B0600000000000000" pitchFamily="34" charset="-122"/>
              <a:ea typeface="思源黑体 CN Light" panose="020B0600000000000000" pitchFamily="34" charset="-122"/>
              <a:cs typeface="思源黑体 CN Light" panose="020B0600000000000000" pitchFamily="34" charset="-122"/>
              <a:sym typeface="+mn-ea"/>
            </a:endParaRPr>
          </a:p>
          <a:p>
            <a:endParaRPr lang="zh-CN" altLang="en-US" sz="1200" dirty="0">
              <a:solidFill>
                <a:schemeClr val="bg1"/>
              </a:solidFill>
              <a:latin typeface="思源黑体 Bold" panose="020B0800000000000000" pitchFamily="34" charset="-122"/>
              <a:ea typeface="思源黑体 Bold" panose="020B0800000000000000" pitchFamily="34" charset="-122"/>
            </a:endParaRPr>
          </a:p>
        </p:txBody>
      </p:sp>
      <p:cxnSp>
        <p:nvCxnSpPr>
          <p:cNvPr id="55" name="直接连接符 54"/>
          <p:cNvCxnSpPr/>
          <p:nvPr/>
        </p:nvCxnSpPr>
        <p:spPr>
          <a:xfrm>
            <a:off x="6476872" y="3708732"/>
            <a:ext cx="26516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8750622" y="2817176"/>
            <a:ext cx="2273750" cy="301310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57" name="文本框 56"/>
          <p:cNvSpPr txBox="1"/>
          <p:nvPr/>
        </p:nvSpPr>
        <p:spPr>
          <a:xfrm>
            <a:off x="8902570" y="3200884"/>
            <a:ext cx="2225040" cy="36830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bg1"/>
                </a:solidFill>
                <a:effectLst/>
                <a:latin typeface="方正锐正黑_GBK" panose="02000900000000000000" charset="-122"/>
                <a:ea typeface="方正锐正黑_GBK" panose="02000900000000000000" charset="-122"/>
              </a:rPr>
              <a:t>输入你的标题</a:t>
            </a:r>
          </a:p>
        </p:txBody>
      </p:sp>
      <p:sp>
        <p:nvSpPr>
          <p:cNvPr id="58" name="文本框 57"/>
          <p:cNvSpPr txBox="1"/>
          <p:nvPr/>
        </p:nvSpPr>
        <p:spPr>
          <a:xfrm>
            <a:off x="8902570" y="4044178"/>
            <a:ext cx="1944660" cy="1196975"/>
          </a:xfrm>
          <a:prstGeom prst="rect">
            <a:avLst/>
          </a:prstGeom>
          <a:noFill/>
        </p:spPr>
        <p:txBody>
          <a:bodyPr wrap="square" rtlCol="0">
            <a:spAutoFit/>
          </a:bodyPr>
          <a:lstStyle/>
          <a:p>
            <a:pPr>
              <a:lnSpc>
                <a:spcPct val="120000"/>
              </a:lnSpc>
              <a:spcBef>
                <a:spcPts val="0"/>
              </a:spcBef>
              <a:spcAft>
                <a:spcPts val="0"/>
              </a:spcAft>
            </a:pPr>
            <a:r>
              <a:rPr lang="zh-CN" altLang="en-US" sz="1200">
                <a:solidFill>
                  <a:schemeClr val="bg1"/>
                </a:solidFill>
                <a:latin typeface="思源黑体 CN Light" panose="020B0600000000000000" pitchFamily="34" charset="-122"/>
                <a:ea typeface="思源黑体 CN Light" panose="020B0600000000000000" pitchFamily="34" charset="-122"/>
                <a:cs typeface="思源黑体 CN Light" panose="020B0600000000000000" pitchFamily="34" charset="-122"/>
                <a:sym typeface="+mn-ea"/>
              </a:rPr>
              <a:t>Lorem ipsum dolor sit amet, consectetur adipiscing elit. Duis a sodales neque. Vivamus sit amet iaculis augue. </a:t>
            </a:r>
            <a:endParaRPr lang="zh-CN" altLang="en-US" sz="1200" dirty="0">
              <a:solidFill>
                <a:schemeClr val="bg1"/>
              </a:solidFill>
              <a:latin typeface="思源黑体 Bold" panose="020B0800000000000000" pitchFamily="34" charset="-122"/>
              <a:ea typeface="思源黑体 Bold" panose="020B0800000000000000" pitchFamily="34" charset="-122"/>
            </a:endParaRPr>
          </a:p>
        </p:txBody>
      </p:sp>
      <p:cxnSp>
        <p:nvCxnSpPr>
          <p:cNvPr id="59" name="直接连接符 58"/>
          <p:cNvCxnSpPr/>
          <p:nvPr/>
        </p:nvCxnSpPr>
        <p:spPr>
          <a:xfrm>
            <a:off x="9005684" y="3689546"/>
            <a:ext cx="26516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940400" y="440055"/>
            <a:ext cx="2316480" cy="521970"/>
          </a:xfrm>
          <a:prstGeom prst="rect">
            <a:avLst/>
          </a:prstGeom>
          <a:noFill/>
        </p:spPr>
        <p:txBody>
          <a:bodyPr wrap="none" rtlCol="0">
            <a:spAutoFit/>
          </a:bodyPr>
          <a:lstStyle/>
          <a:p>
            <a:r>
              <a:rPr lang="zh-CN" altLang="en-US" sz="2800" dirty="0">
                <a:solidFill>
                  <a:schemeClr val="tx1">
                    <a:lumMod val="65000"/>
                    <a:lumOff val="35000"/>
                  </a:schemeClr>
                </a:solidFill>
                <a:latin typeface="方正锐正黑_GBK" panose="02000900000000000000" charset="-122"/>
                <a:ea typeface="方正锐正黑_GBK" panose="02000900000000000000" charset="-122"/>
              </a:rPr>
              <a:t>这是一个标题</a:t>
            </a:r>
          </a:p>
        </p:txBody>
      </p:sp>
      <p:grpSp>
        <p:nvGrpSpPr>
          <p:cNvPr id="23" name="组合 22">
            <a:extLst>
              <a:ext uri="{FF2B5EF4-FFF2-40B4-BE49-F238E27FC236}">
                <a16:creationId xmlns:a16="http://schemas.microsoft.com/office/drawing/2014/main" id="{AD6D0CDE-6743-43D4-968B-BC0E6C515EE0}"/>
              </a:ext>
            </a:extLst>
          </p:cNvPr>
          <p:cNvGrpSpPr/>
          <p:nvPr/>
        </p:nvGrpSpPr>
        <p:grpSpPr>
          <a:xfrm>
            <a:off x="333340" y="414020"/>
            <a:ext cx="600710" cy="436245"/>
            <a:chOff x="333340" y="414020"/>
            <a:chExt cx="600710" cy="436245"/>
          </a:xfrm>
        </p:grpSpPr>
        <p:sp>
          <p:nvSpPr>
            <p:cNvPr id="24" name="菱形 23">
              <a:extLst>
                <a:ext uri="{FF2B5EF4-FFF2-40B4-BE49-F238E27FC236}">
                  <a16:creationId xmlns:a16="http://schemas.microsoft.com/office/drawing/2014/main" id="{CC228687-AAD3-484A-B9D7-43C0A502BF7D}"/>
                </a:ext>
              </a:extLst>
            </p:cNvPr>
            <p:cNvSpPr/>
            <p:nvPr/>
          </p:nvSpPr>
          <p:spPr>
            <a:xfrm>
              <a:off x="450815" y="414020"/>
              <a:ext cx="483235" cy="436245"/>
            </a:xfrm>
            <a:prstGeom prst="diamond">
              <a:avLst/>
            </a:prstGeom>
            <a:solidFill>
              <a:srgbClr val="C17715">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菱形 24">
              <a:extLst>
                <a:ext uri="{FF2B5EF4-FFF2-40B4-BE49-F238E27FC236}">
                  <a16:creationId xmlns:a16="http://schemas.microsoft.com/office/drawing/2014/main" id="{9D563BF4-C98F-4E76-886C-76EB9ADA84FC}"/>
                </a:ext>
              </a:extLst>
            </p:cNvPr>
            <p:cNvSpPr/>
            <p:nvPr/>
          </p:nvSpPr>
          <p:spPr>
            <a:xfrm>
              <a:off x="333340" y="414020"/>
              <a:ext cx="483235" cy="436245"/>
            </a:xfrm>
            <a:prstGeom prst="diamond">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640-17"/>
          <p:cNvPicPr>
            <a:picLocks noChangeAspect="1"/>
          </p:cNvPicPr>
          <p:nvPr/>
        </p:nvPicPr>
        <p:blipFill>
          <a:blip r:embed="rId3"/>
          <a:srcRect t="16544" b="7617"/>
          <a:stretch>
            <a:fillRect/>
          </a:stretch>
        </p:blipFill>
        <p:spPr>
          <a:xfrm>
            <a:off x="600" y="0"/>
            <a:ext cx="12192000" cy="6948170"/>
          </a:xfrm>
          <a:prstGeom prst="rect">
            <a:avLst/>
          </a:prstGeom>
        </p:spPr>
      </p:pic>
      <p:sp>
        <p:nvSpPr>
          <p:cNvPr id="16" name="文本框 15"/>
          <p:cNvSpPr txBox="1"/>
          <p:nvPr/>
        </p:nvSpPr>
        <p:spPr>
          <a:xfrm>
            <a:off x="6055960" y="2138312"/>
            <a:ext cx="3992880" cy="1014730"/>
          </a:xfrm>
          <a:prstGeom prst="rect">
            <a:avLst/>
          </a:prstGeom>
          <a:noFill/>
        </p:spPr>
        <p:txBody>
          <a:bodyPr wrap="none" rtlCol="0">
            <a:spAutoFit/>
          </a:bodyPr>
          <a:lstStyle/>
          <a:p>
            <a:r>
              <a:rPr lang="zh-CN" altLang="en-US" sz="6000" dirty="0">
                <a:solidFill>
                  <a:schemeClr val="bg1"/>
                </a:solidFill>
                <a:effectLst>
                  <a:outerShdw blurRad="38100" dist="19050" dir="2700000" algn="tl" rotWithShape="0">
                    <a:schemeClr val="dk1">
                      <a:alpha val="40000"/>
                    </a:schemeClr>
                  </a:outerShdw>
                </a:effectLst>
                <a:latin typeface="方正锐正黑_GBK" panose="02000900000000000000" charset="-122"/>
                <a:ea typeface="方正锐正黑_GBK" panose="02000900000000000000" charset="-122"/>
              </a:rPr>
              <a:t>请输入标题</a:t>
            </a:r>
          </a:p>
        </p:txBody>
      </p:sp>
      <p:sp>
        <p:nvSpPr>
          <p:cNvPr id="2" name="等腰三角形 1"/>
          <p:cNvSpPr/>
          <p:nvPr/>
        </p:nvSpPr>
        <p:spPr>
          <a:xfrm rot="5400000">
            <a:off x="-1287815" y="1059815"/>
            <a:ext cx="8409940" cy="4827905"/>
          </a:xfrm>
          <a:prstGeom prst="triangle">
            <a:avLst/>
          </a:prstGeom>
          <a:solidFill>
            <a:srgbClr val="F8AC63">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rot="5400000">
            <a:off x="-1692310" y="1158240"/>
            <a:ext cx="8017510" cy="4631690"/>
          </a:xfrm>
          <a:prstGeom prst="triangle">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871757" y="2151340"/>
            <a:ext cx="1871345" cy="1568450"/>
          </a:xfrm>
          <a:prstGeom prst="rect">
            <a:avLst/>
          </a:prstGeom>
          <a:noFill/>
        </p:spPr>
        <p:txBody>
          <a:bodyPr wrap="none" rtlCol="0">
            <a:spAutoFit/>
          </a:bodyPr>
          <a:lstStyle/>
          <a:p>
            <a:r>
              <a:rPr lang="en-US" altLang="zh-CN" sz="9600" dirty="0">
                <a:solidFill>
                  <a:schemeClr val="bg1"/>
                </a:solidFill>
                <a:latin typeface="方正锐正黑_GBK" panose="02000900000000000000" charset="-122"/>
                <a:ea typeface="方正锐正黑_GBK" panose="02000900000000000000" charset="-122"/>
              </a:rPr>
              <a:t>03</a:t>
            </a:r>
          </a:p>
        </p:txBody>
      </p:sp>
      <p:sp>
        <p:nvSpPr>
          <p:cNvPr id="4" name="文本框 3"/>
          <p:cNvSpPr txBox="1"/>
          <p:nvPr/>
        </p:nvSpPr>
        <p:spPr>
          <a:xfrm>
            <a:off x="872077" y="3719760"/>
            <a:ext cx="2435860" cy="521970"/>
          </a:xfrm>
          <a:prstGeom prst="rect">
            <a:avLst/>
          </a:prstGeom>
          <a:noFill/>
        </p:spPr>
        <p:txBody>
          <a:bodyPr wrap="none" rtlCol="0">
            <a:spAutoFit/>
          </a:bodyPr>
          <a:lstStyle/>
          <a:p>
            <a:r>
              <a:rPr lang="en-US" altLang="zh-CN" sz="2800" dirty="0">
                <a:solidFill>
                  <a:schemeClr val="bg1"/>
                </a:solidFill>
              </a:rPr>
              <a:t>PART THREE</a:t>
            </a:r>
          </a:p>
        </p:txBody>
      </p:sp>
      <p:sp>
        <p:nvSpPr>
          <p:cNvPr id="27" name="矩形 26"/>
          <p:cNvSpPr/>
          <p:nvPr/>
        </p:nvSpPr>
        <p:spPr>
          <a:xfrm>
            <a:off x="6056254" y="3153016"/>
            <a:ext cx="5103157" cy="575945"/>
          </a:xfrm>
          <a:prstGeom prst="rect">
            <a:avLst/>
          </a:prstGeom>
        </p:spPr>
        <p:txBody>
          <a:bodyPr wrap="square">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a:ln>
                  <a:noFill/>
                </a:ln>
                <a:solidFill>
                  <a:schemeClr val="bg1"/>
                </a:solidFill>
                <a:effectLst/>
                <a:uLnTx/>
                <a:uFillTx/>
                <a:latin typeface="汉仪旗黑-45S" panose="00020600040101010101" pitchFamily="18" charset="-122"/>
                <a:ea typeface="微软雅黑 Light" panose="020B0502040204020203" charset="-122"/>
                <a:cs typeface="Arial" panose="020B0604020202090204" pitchFamily="34" charset="0"/>
                <a:sym typeface="汉仪旗黑-45S" panose="00020600040101010101" pitchFamily="18" charset="-122"/>
              </a:rPr>
              <a:t>Lorem ipsum dolor sit amet, consectetuer adipiscing elit. Aenean commodo ligula eget dolorLorem ipsum dolor sit amet, consectetuer adipiscing elit. </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1013056" y="2982896"/>
            <a:ext cx="2273750" cy="301310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45" name="文本框 44"/>
          <p:cNvSpPr txBox="1"/>
          <p:nvPr/>
        </p:nvSpPr>
        <p:spPr>
          <a:xfrm>
            <a:off x="1165004" y="3366604"/>
            <a:ext cx="2225040" cy="36830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bg1"/>
                </a:solidFill>
                <a:effectLst/>
                <a:latin typeface="思源黑体 Bold" panose="020B0800000000000000" pitchFamily="34" charset="-122"/>
                <a:ea typeface="思源黑体 Bold" panose="020B0800000000000000" pitchFamily="34" charset="-122"/>
              </a:rPr>
              <a:t>输入你的标题</a:t>
            </a:r>
          </a:p>
        </p:txBody>
      </p:sp>
      <p:sp>
        <p:nvSpPr>
          <p:cNvPr id="46" name="文本框 45"/>
          <p:cNvSpPr txBox="1"/>
          <p:nvPr/>
        </p:nvSpPr>
        <p:spPr>
          <a:xfrm>
            <a:off x="1165004" y="4209898"/>
            <a:ext cx="1944660" cy="1198880"/>
          </a:xfrm>
          <a:prstGeom prst="rect">
            <a:avLst/>
          </a:prstGeom>
          <a:noFill/>
        </p:spPr>
        <p:txBody>
          <a:bodyPr wrap="square" rtlCol="0">
            <a:spAutoFit/>
          </a:bodyPr>
          <a:lstStyle/>
          <a:p>
            <a:r>
              <a:rPr lang="zh-CN" altLang="en-US" sz="1200" dirty="0">
                <a:solidFill>
                  <a:schemeClr val="bg1"/>
                </a:solidFill>
                <a:latin typeface="思源黑体 Bold" panose="020B0800000000000000" pitchFamily="34" charset="-122"/>
                <a:ea typeface="思源黑体 Bold" panose="020B0800000000000000" pitchFamily="34" charset="-122"/>
              </a:rPr>
              <a:t>微信由于</a:t>
            </a:r>
            <a:r>
              <a:rPr lang="en-US" altLang="zh-CN" sz="1200" dirty="0">
                <a:solidFill>
                  <a:schemeClr val="bg1"/>
                </a:solidFill>
                <a:latin typeface="思源黑体 Bold" panose="020B0800000000000000" pitchFamily="34" charset="-122"/>
                <a:ea typeface="思源黑体 Bold" panose="020B0800000000000000" pitchFamily="34" charset="-122"/>
              </a:rPr>
              <a:t>2010</a:t>
            </a:r>
            <a:r>
              <a:rPr lang="zh-CN" altLang="en-US" sz="1200" dirty="0">
                <a:solidFill>
                  <a:schemeClr val="bg1"/>
                </a:solidFill>
                <a:latin typeface="思源黑体 Bold" panose="020B0800000000000000" pitchFamily="34" charset="-122"/>
                <a:ea typeface="思源黑体 Bold" panose="020B0800000000000000" pitchFamily="34" charset="-122"/>
              </a:rPr>
              <a:t>年</a:t>
            </a:r>
            <a:r>
              <a:rPr lang="en-US" altLang="zh-CN" sz="1200" dirty="0">
                <a:solidFill>
                  <a:schemeClr val="bg1"/>
                </a:solidFill>
                <a:latin typeface="思源黑体 Bold" panose="020B0800000000000000" pitchFamily="34" charset="-122"/>
                <a:ea typeface="思源黑体 Bold" panose="020B0800000000000000" pitchFamily="34" charset="-122"/>
              </a:rPr>
              <a:t>10</a:t>
            </a:r>
            <a:r>
              <a:rPr lang="zh-CN" altLang="en-US" sz="1200" dirty="0">
                <a:solidFill>
                  <a:schemeClr val="bg1"/>
                </a:solidFill>
                <a:latin typeface="思源黑体 Bold" panose="020B0800000000000000" pitchFamily="34" charset="-122"/>
                <a:ea typeface="思源黑体 Bold" panose="020B0800000000000000" pitchFamily="34" charset="-122"/>
              </a:rPr>
              <a:t>月筹划启动，由腾讯广州研发中心产品团队打造</a:t>
            </a:r>
            <a:r>
              <a:rPr lang="en-US" altLang="zh-CN" sz="1200" dirty="0">
                <a:solidFill>
                  <a:schemeClr val="bg1"/>
                </a:solidFill>
                <a:latin typeface="思源黑体 Bold" panose="020B0800000000000000" pitchFamily="34" charset="-122"/>
                <a:ea typeface="思源黑体 Bold" panose="020B0800000000000000" pitchFamily="34" charset="-122"/>
              </a:rPr>
              <a:t>.</a:t>
            </a:r>
            <a:r>
              <a:rPr lang="zh-CN" altLang="en-US" sz="1200" dirty="0">
                <a:solidFill>
                  <a:schemeClr val="bg1"/>
                </a:solidFill>
                <a:latin typeface="思源黑体 Bold" panose="020B0800000000000000" pitchFamily="34" charset="-122"/>
                <a:ea typeface="思源黑体 Bold" panose="020B0800000000000000" pitchFamily="34" charset="-122"/>
              </a:rPr>
              <a:t>微信由于</a:t>
            </a:r>
            <a:r>
              <a:rPr lang="en-US" altLang="zh-CN" sz="1200" dirty="0">
                <a:solidFill>
                  <a:schemeClr val="bg1"/>
                </a:solidFill>
                <a:latin typeface="思源黑体 Bold" panose="020B0800000000000000" pitchFamily="34" charset="-122"/>
                <a:ea typeface="思源黑体 Bold" panose="020B0800000000000000" pitchFamily="34" charset="-122"/>
              </a:rPr>
              <a:t>2010</a:t>
            </a:r>
            <a:r>
              <a:rPr lang="zh-CN" altLang="en-US" sz="1200" dirty="0">
                <a:solidFill>
                  <a:schemeClr val="bg1"/>
                </a:solidFill>
                <a:latin typeface="思源黑体 Bold" panose="020B0800000000000000" pitchFamily="34" charset="-122"/>
                <a:ea typeface="思源黑体 Bold" panose="020B0800000000000000" pitchFamily="34" charset="-122"/>
              </a:rPr>
              <a:t>年</a:t>
            </a:r>
            <a:r>
              <a:rPr lang="en-US" altLang="zh-CN" sz="1200" dirty="0">
                <a:solidFill>
                  <a:schemeClr val="bg1"/>
                </a:solidFill>
                <a:latin typeface="思源黑体 Bold" panose="020B0800000000000000" pitchFamily="34" charset="-122"/>
                <a:ea typeface="思源黑体 Bold" panose="020B0800000000000000" pitchFamily="34" charset="-122"/>
              </a:rPr>
              <a:t>10</a:t>
            </a:r>
            <a:r>
              <a:rPr lang="zh-CN" altLang="en-US" sz="1200" dirty="0">
                <a:solidFill>
                  <a:schemeClr val="bg1"/>
                </a:solidFill>
                <a:latin typeface="思源黑体 Bold" panose="020B0800000000000000" pitchFamily="34" charset="-122"/>
                <a:ea typeface="思源黑体 Bold" panose="020B0800000000000000" pitchFamily="34" charset="-122"/>
              </a:rPr>
              <a:t>月筹划启动，由腾讯广州研发中心产品团队打造</a:t>
            </a:r>
          </a:p>
        </p:txBody>
      </p:sp>
      <p:cxnSp>
        <p:nvCxnSpPr>
          <p:cNvPr id="47" name="直接连接符 46"/>
          <p:cNvCxnSpPr/>
          <p:nvPr/>
        </p:nvCxnSpPr>
        <p:spPr>
          <a:xfrm>
            <a:off x="1268118" y="3855266"/>
            <a:ext cx="26516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3692998" y="2826051"/>
            <a:ext cx="2273750" cy="301310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49" name="文本框 48"/>
          <p:cNvSpPr txBox="1"/>
          <p:nvPr/>
        </p:nvSpPr>
        <p:spPr>
          <a:xfrm>
            <a:off x="3844946" y="3209759"/>
            <a:ext cx="2225040" cy="36830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bg1"/>
                </a:solidFill>
                <a:effectLst/>
                <a:latin typeface="思源黑体 Bold" panose="020B0800000000000000" pitchFamily="34" charset="-122"/>
                <a:ea typeface="思源黑体 Bold" panose="020B0800000000000000" pitchFamily="34" charset="-122"/>
              </a:rPr>
              <a:t>输入你的标题</a:t>
            </a:r>
          </a:p>
        </p:txBody>
      </p:sp>
      <p:sp>
        <p:nvSpPr>
          <p:cNvPr id="50" name="文本框 49"/>
          <p:cNvSpPr txBox="1"/>
          <p:nvPr/>
        </p:nvSpPr>
        <p:spPr>
          <a:xfrm>
            <a:off x="3844946" y="4053053"/>
            <a:ext cx="1944660" cy="1198880"/>
          </a:xfrm>
          <a:prstGeom prst="rect">
            <a:avLst/>
          </a:prstGeom>
          <a:noFill/>
        </p:spPr>
        <p:txBody>
          <a:bodyPr wrap="square" rtlCol="0">
            <a:spAutoFit/>
          </a:bodyPr>
          <a:lstStyle/>
          <a:p>
            <a:r>
              <a:rPr lang="zh-CN" altLang="en-US" sz="1200" dirty="0">
                <a:solidFill>
                  <a:schemeClr val="bg1"/>
                </a:solidFill>
                <a:latin typeface="思源黑体 Bold" panose="020B0800000000000000" pitchFamily="34" charset="-122"/>
                <a:ea typeface="思源黑体 Bold" panose="020B0800000000000000" pitchFamily="34" charset="-122"/>
              </a:rPr>
              <a:t>微信由于</a:t>
            </a:r>
            <a:r>
              <a:rPr lang="en-US" altLang="zh-CN" sz="1200" dirty="0">
                <a:solidFill>
                  <a:schemeClr val="bg1"/>
                </a:solidFill>
                <a:latin typeface="思源黑体 Bold" panose="020B0800000000000000" pitchFamily="34" charset="-122"/>
                <a:ea typeface="思源黑体 Bold" panose="020B0800000000000000" pitchFamily="34" charset="-122"/>
              </a:rPr>
              <a:t>2010</a:t>
            </a:r>
            <a:r>
              <a:rPr lang="zh-CN" altLang="en-US" sz="1200" dirty="0">
                <a:solidFill>
                  <a:schemeClr val="bg1"/>
                </a:solidFill>
                <a:latin typeface="思源黑体 Bold" panose="020B0800000000000000" pitchFamily="34" charset="-122"/>
                <a:ea typeface="思源黑体 Bold" panose="020B0800000000000000" pitchFamily="34" charset="-122"/>
              </a:rPr>
              <a:t>年</a:t>
            </a:r>
            <a:r>
              <a:rPr lang="en-US" altLang="zh-CN" sz="1200" dirty="0">
                <a:solidFill>
                  <a:schemeClr val="bg1"/>
                </a:solidFill>
                <a:latin typeface="思源黑体 Bold" panose="020B0800000000000000" pitchFamily="34" charset="-122"/>
                <a:ea typeface="思源黑体 Bold" panose="020B0800000000000000" pitchFamily="34" charset="-122"/>
              </a:rPr>
              <a:t>10</a:t>
            </a:r>
            <a:r>
              <a:rPr lang="zh-CN" altLang="en-US" sz="1200" dirty="0">
                <a:solidFill>
                  <a:schemeClr val="bg1"/>
                </a:solidFill>
                <a:latin typeface="思源黑体 Bold" panose="020B0800000000000000" pitchFamily="34" charset="-122"/>
                <a:ea typeface="思源黑体 Bold" panose="020B0800000000000000" pitchFamily="34" charset="-122"/>
              </a:rPr>
              <a:t>月筹划启动，由腾讯广州研发中心产品团队打造</a:t>
            </a:r>
            <a:r>
              <a:rPr lang="en-US" altLang="zh-CN" sz="1200" dirty="0">
                <a:solidFill>
                  <a:schemeClr val="bg1"/>
                </a:solidFill>
                <a:latin typeface="思源黑体 Bold" panose="020B0800000000000000" pitchFamily="34" charset="-122"/>
                <a:ea typeface="思源黑体 Bold" panose="020B0800000000000000" pitchFamily="34" charset="-122"/>
              </a:rPr>
              <a:t>.</a:t>
            </a:r>
            <a:r>
              <a:rPr lang="zh-CN" altLang="en-US" sz="1200" dirty="0">
                <a:solidFill>
                  <a:schemeClr val="bg1"/>
                </a:solidFill>
                <a:latin typeface="思源黑体 Bold" panose="020B0800000000000000" pitchFamily="34" charset="-122"/>
                <a:ea typeface="思源黑体 Bold" panose="020B0800000000000000" pitchFamily="34" charset="-122"/>
              </a:rPr>
              <a:t>微信由于</a:t>
            </a:r>
            <a:r>
              <a:rPr lang="en-US" altLang="zh-CN" sz="1200" dirty="0">
                <a:solidFill>
                  <a:schemeClr val="bg1"/>
                </a:solidFill>
                <a:latin typeface="思源黑体 Bold" panose="020B0800000000000000" pitchFamily="34" charset="-122"/>
                <a:ea typeface="思源黑体 Bold" panose="020B0800000000000000" pitchFamily="34" charset="-122"/>
              </a:rPr>
              <a:t>2010</a:t>
            </a:r>
            <a:r>
              <a:rPr lang="zh-CN" altLang="en-US" sz="1200" dirty="0">
                <a:solidFill>
                  <a:schemeClr val="bg1"/>
                </a:solidFill>
                <a:latin typeface="思源黑体 Bold" panose="020B0800000000000000" pitchFamily="34" charset="-122"/>
                <a:ea typeface="思源黑体 Bold" panose="020B0800000000000000" pitchFamily="34" charset="-122"/>
              </a:rPr>
              <a:t>年</a:t>
            </a:r>
            <a:r>
              <a:rPr lang="en-US" altLang="zh-CN" sz="1200" dirty="0">
                <a:solidFill>
                  <a:schemeClr val="bg1"/>
                </a:solidFill>
                <a:latin typeface="思源黑体 Bold" panose="020B0800000000000000" pitchFamily="34" charset="-122"/>
                <a:ea typeface="思源黑体 Bold" panose="020B0800000000000000" pitchFamily="34" charset="-122"/>
              </a:rPr>
              <a:t>10</a:t>
            </a:r>
            <a:r>
              <a:rPr lang="zh-CN" altLang="en-US" sz="1200" dirty="0">
                <a:solidFill>
                  <a:schemeClr val="bg1"/>
                </a:solidFill>
                <a:latin typeface="思源黑体 Bold" panose="020B0800000000000000" pitchFamily="34" charset="-122"/>
                <a:ea typeface="思源黑体 Bold" panose="020B0800000000000000" pitchFamily="34" charset="-122"/>
              </a:rPr>
              <a:t>月筹划启动，由腾讯广州研发中心产品团队打造</a:t>
            </a:r>
          </a:p>
        </p:txBody>
      </p:sp>
      <p:cxnSp>
        <p:nvCxnSpPr>
          <p:cNvPr id="51" name="直接连接符 50"/>
          <p:cNvCxnSpPr/>
          <p:nvPr/>
        </p:nvCxnSpPr>
        <p:spPr>
          <a:xfrm>
            <a:off x="3948060" y="3698421"/>
            <a:ext cx="26516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6221810" y="2836362"/>
            <a:ext cx="2273750" cy="301310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53" name="文本框 52"/>
          <p:cNvSpPr txBox="1"/>
          <p:nvPr/>
        </p:nvSpPr>
        <p:spPr>
          <a:xfrm>
            <a:off x="6373758" y="3220070"/>
            <a:ext cx="2225040" cy="36830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bg1"/>
                </a:solidFill>
                <a:effectLst/>
                <a:latin typeface="思源黑体 Bold" panose="020B0800000000000000" pitchFamily="34" charset="-122"/>
                <a:ea typeface="思源黑体 Bold" panose="020B0800000000000000" pitchFamily="34" charset="-122"/>
              </a:rPr>
              <a:t>输入你的标题</a:t>
            </a:r>
          </a:p>
        </p:txBody>
      </p:sp>
      <p:cxnSp>
        <p:nvCxnSpPr>
          <p:cNvPr id="55" name="直接连接符 54"/>
          <p:cNvCxnSpPr/>
          <p:nvPr/>
        </p:nvCxnSpPr>
        <p:spPr>
          <a:xfrm>
            <a:off x="6476872" y="3708732"/>
            <a:ext cx="26516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8647117" y="3310571"/>
            <a:ext cx="2273750" cy="301310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Bold" panose="020B0800000000000000" pitchFamily="34" charset="-122"/>
              <a:ea typeface="思源黑体 Bold" panose="020B0800000000000000" pitchFamily="34" charset="-122"/>
            </a:endParaRPr>
          </a:p>
        </p:txBody>
      </p:sp>
      <p:sp>
        <p:nvSpPr>
          <p:cNvPr id="57" name="文本框 56"/>
          <p:cNvSpPr txBox="1"/>
          <p:nvPr/>
        </p:nvSpPr>
        <p:spPr>
          <a:xfrm>
            <a:off x="8799065" y="3696184"/>
            <a:ext cx="2225040" cy="36830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bg1"/>
                </a:solidFill>
                <a:effectLst/>
                <a:latin typeface="思源黑体 Bold" panose="020B0800000000000000" pitchFamily="34" charset="-122"/>
                <a:ea typeface="思源黑体 Bold" panose="020B0800000000000000" pitchFamily="34" charset="-122"/>
              </a:rPr>
              <a:t>输入你的标题</a:t>
            </a:r>
          </a:p>
        </p:txBody>
      </p:sp>
      <p:sp>
        <p:nvSpPr>
          <p:cNvPr id="58" name="文本框 57"/>
          <p:cNvSpPr txBox="1"/>
          <p:nvPr/>
        </p:nvSpPr>
        <p:spPr>
          <a:xfrm>
            <a:off x="8799065" y="4548368"/>
            <a:ext cx="1944660" cy="1198880"/>
          </a:xfrm>
          <a:prstGeom prst="rect">
            <a:avLst/>
          </a:prstGeom>
          <a:noFill/>
        </p:spPr>
        <p:txBody>
          <a:bodyPr wrap="square" rtlCol="0">
            <a:spAutoFit/>
          </a:bodyPr>
          <a:lstStyle/>
          <a:p>
            <a:r>
              <a:rPr lang="zh-CN" altLang="en-US" sz="1200" dirty="0">
                <a:solidFill>
                  <a:schemeClr val="bg1"/>
                </a:solidFill>
                <a:latin typeface="思源黑体 Bold" panose="020B0800000000000000" pitchFamily="34" charset="-122"/>
                <a:ea typeface="思源黑体 Bold" panose="020B0800000000000000" pitchFamily="34" charset="-122"/>
              </a:rPr>
              <a:t>微信由于</a:t>
            </a:r>
            <a:r>
              <a:rPr lang="en-US" altLang="zh-CN" sz="1200" dirty="0">
                <a:solidFill>
                  <a:schemeClr val="bg1"/>
                </a:solidFill>
                <a:latin typeface="思源黑体 Bold" panose="020B0800000000000000" pitchFamily="34" charset="-122"/>
                <a:ea typeface="思源黑体 Bold" panose="020B0800000000000000" pitchFamily="34" charset="-122"/>
              </a:rPr>
              <a:t>2010</a:t>
            </a:r>
            <a:r>
              <a:rPr lang="zh-CN" altLang="en-US" sz="1200" dirty="0">
                <a:solidFill>
                  <a:schemeClr val="bg1"/>
                </a:solidFill>
                <a:latin typeface="思源黑体 Bold" panose="020B0800000000000000" pitchFamily="34" charset="-122"/>
                <a:ea typeface="思源黑体 Bold" panose="020B0800000000000000" pitchFamily="34" charset="-122"/>
              </a:rPr>
              <a:t>年</a:t>
            </a:r>
            <a:r>
              <a:rPr lang="en-US" altLang="zh-CN" sz="1200" dirty="0">
                <a:solidFill>
                  <a:schemeClr val="bg1"/>
                </a:solidFill>
                <a:latin typeface="思源黑体 Bold" panose="020B0800000000000000" pitchFamily="34" charset="-122"/>
                <a:ea typeface="思源黑体 Bold" panose="020B0800000000000000" pitchFamily="34" charset="-122"/>
              </a:rPr>
              <a:t>10</a:t>
            </a:r>
            <a:r>
              <a:rPr lang="zh-CN" altLang="en-US" sz="1200" dirty="0">
                <a:solidFill>
                  <a:schemeClr val="bg1"/>
                </a:solidFill>
                <a:latin typeface="思源黑体 Bold" panose="020B0800000000000000" pitchFamily="34" charset="-122"/>
                <a:ea typeface="思源黑体 Bold" panose="020B0800000000000000" pitchFamily="34" charset="-122"/>
              </a:rPr>
              <a:t>月筹划启动，由腾讯广州研发中心产品团队打造</a:t>
            </a:r>
            <a:r>
              <a:rPr lang="en-US" altLang="zh-CN" sz="1200" dirty="0">
                <a:solidFill>
                  <a:schemeClr val="bg1"/>
                </a:solidFill>
                <a:latin typeface="思源黑体 Bold" panose="020B0800000000000000" pitchFamily="34" charset="-122"/>
                <a:ea typeface="思源黑体 Bold" panose="020B0800000000000000" pitchFamily="34" charset="-122"/>
              </a:rPr>
              <a:t>.</a:t>
            </a:r>
            <a:r>
              <a:rPr lang="zh-CN" altLang="en-US" sz="1200" dirty="0">
                <a:solidFill>
                  <a:schemeClr val="bg1"/>
                </a:solidFill>
                <a:latin typeface="思源黑体 Bold" panose="020B0800000000000000" pitchFamily="34" charset="-122"/>
                <a:ea typeface="思源黑体 Bold" panose="020B0800000000000000" pitchFamily="34" charset="-122"/>
              </a:rPr>
              <a:t>微信由于</a:t>
            </a:r>
            <a:r>
              <a:rPr lang="en-US" altLang="zh-CN" sz="1200" dirty="0">
                <a:solidFill>
                  <a:schemeClr val="bg1"/>
                </a:solidFill>
                <a:latin typeface="思源黑体 Bold" panose="020B0800000000000000" pitchFamily="34" charset="-122"/>
                <a:ea typeface="思源黑体 Bold" panose="020B0800000000000000" pitchFamily="34" charset="-122"/>
              </a:rPr>
              <a:t>2010</a:t>
            </a:r>
            <a:r>
              <a:rPr lang="zh-CN" altLang="en-US" sz="1200" dirty="0">
                <a:solidFill>
                  <a:schemeClr val="bg1"/>
                </a:solidFill>
                <a:latin typeface="思源黑体 Bold" panose="020B0800000000000000" pitchFamily="34" charset="-122"/>
                <a:ea typeface="思源黑体 Bold" panose="020B0800000000000000" pitchFamily="34" charset="-122"/>
              </a:rPr>
              <a:t>年</a:t>
            </a:r>
            <a:r>
              <a:rPr lang="en-US" altLang="zh-CN" sz="1200" dirty="0">
                <a:solidFill>
                  <a:schemeClr val="bg1"/>
                </a:solidFill>
                <a:latin typeface="思源黑体 Bold" panose="020B0800000000000000" pitchFamily="34" charset="-122"/>
                <a:ea typeface="思源黑体 Bold" panose="020B0800000000000000" pitchFamily="34" charset="-122"/>
              </a:rPr>
              <a:t>10</a:t>
            </a:r>
            <a:r>
              <a:rPr lang="zh-CN" altLang="en-US" sz="1200" dirty="0">
                <a:solidFill>
                  <a:schemeClr val="bg1"/>
                </a:solidFill>
                <a:latin typeface="思源黑体 Bold" panose="020B0800000000000000" pitchFamily="34" charset="-122"/>
                <a:ea typeface="思源黑体 Bold" panose="020B0800000000000000" pitchFamily="34" charset="-122"/>
              </a:rPr>
              <a:t>月筹划启动，由腾讯广州研发中心产品团队打造</a:t>
            </a:r>
          </a:p>
        </p:txBody>
      </p:sp>
      <p:cxnSp>
        <p:nvCxnSpPr>
          <p:cNvPr id="59" name="直接连接符 58"/>
          <p:cNvCxnSpPr/>
          <p:nvPr/>
        </p:nvCxnSpPr>
        <p:spPr>
          <a:xfrm>
            <a:off x="8902179" y="4184846"/>
            <a:ext cx="26516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940400" y="440055"/>
            <a:ext cx="2316480" cy="521970"/>
          </a:xfrm>
          <a:prstGeom prst="rect">
            <a:avLst/>
          </a:prstGeom>
          <a:noFill/>
        </p:spPr>
        <p:txBody>
          <a:bodyPr wrap="none" rtlCol="0">
            <a:spAutoFit/>
          </a:bodyPr>
          <a:lstStyle/>
          <a:p>
            <a:r>
              <a:rPr lang="zh-CN" altLang="en-US" sz="2800" dirty="0">
                <a:solidFill>
                  <a:schemeClr val="tx1">
                    <a:lumMod val="65000"/>
                    <a:lumOff val="35000"/>
                  </a:schemeClr>
                </a:solidFill>
                <a:latin typeface="方正锐正黑_GBK" panose="02000900000000000000" charset="-122"/>
                <a:ea typeface="方正锐正黑_GBK" panose="02000900000000000000" charset="-122"/>
              </a:rPr>
              <a:t>这是一个标题</a:t>
            </a:r>
          </a:p>
        </p:txBody>
      </p:sp>
      <p:graphicFrame>
        <p:nvGraphicFramePr>
          <p:cNvPr id="40" name="图表 39" descr="e7d195523061f1c09e9d68d7cf438b91ef959ecb14fc25d26BBA7F7DBC18E55DFF4014AF651F0BF2569D4B6C1DA7F1A4683A481403BD872FC687266AD13265C1DE7C373772FD8728ABDD69ADD03BFF5BE2862BC891DBB79EF5E2A69869D541EDEE1FF446BED83E2D200353D674F649BB04F0C0C6AC66DFE5EF860F62B0016CB4E5E5EE8CB13CDAD7D7765065DCBCDFAE"/>
          <p:cNvGraphicFramePr/>
          <p:nvPr/>
        </p:nvGraphicFramePr>
        <p:xfrm>
          <a:off x="2556475" y="1129030"/>
          <a:ext cx="7080885" cy="4720590"/>
        </p:xfrm>
        <a:graphic>
          <a:graphicData uri="http://schemas.openxmlformats.org/drawingml/2006/chart">
            <c:chart xmlns:c="http://schemas.openxmlformats.org/drawingml/2006/chart" xmlns:r="http://schemas.openxmlformats.org/officeDocument/2006/relationships" r:id="rId2"/>
          </a:graphicData>
        </a:graphic>
      </p:graphicFrame>
      <p:sp>
        <p:nvSpPr>
          <p:cNvPr id="35" name="矩形 34"/>
          <p:cNvSpPr/>
          <p:nvPr/>
        </p:nvSpPr>
        <p:spPr bwMode="auto">
          <a:xfrm>
            <a:off x="2438884" y="2073984"/>
            <a:ext cx="995680" cy="337185"/>
          </a:xfrm>
          <a:prstGeom prst="rect">
            <a:avLst/>
          </a:prstGeom>
          <a:noFill/>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600" i="0" u="none" strike="noStrike" kern="100" cap="none" spc="0" normalizeH="0" baseline="0" noProof="0">
                <a:ln>
                  <a:noFill/>
                </a:ln>
                <a:solidFill>
                  <a:srgbClr val="44546B"/>
                </a:solidFill>
                <a:effectLst/>
                <a:uLnTx/>
                <a:uFillTx/>
                <a:latin typeface="汉仪旗黑-45S" panose="00020600040101010101" pitchFamily="18" charset="-122"/>
                <a:ea typeface="+mj-ea"/>
                <a:cs typeface="Times New Roman" panose="02020603050405020304" pitchFamily="18" charset="0"/>
                <a:sym typeface="汉仪旗黑-45S" panose="00020600040101010101" pitchFamily="18" charset="-122"/>
              </a:rPr>
              <a:t>数据分析</a:t>
            </a:r>
          </a:p>
        </p:txBody>
      </p:sp>
      <p:sp>
        <p:nvSpPr>
          <p:cNvPr id="38" name="矩形 37"/>
          <p:cNvSpPr/>
          <p:nvPr/>
        </p:nvSpPr>
        <p:spPr bwMode="auto">
          <a:xfrm>
            <a:off x="2438884" y="3731618"/>
            <a:ext cx="995680" cy="337185"/>
          </a:xfrm>
          <a:prstGeom prst="rect">
            <a:avLst/>
          </a:prstGeom>
          <a:noFill/>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600" i="0" u="none" strike="noStrike" kern="100" cap="none" spc="0" normalizeH="0" baseline="0" noProof="0">
                <a:ln>
                  <a:noFill/>
                </a:ln>
                <a:solidFill>
                  <a:srgbClr val="44546B"/>
                </a:solidFill>
                <a:effectLst/>
                <a:uLnTx/>
                <a:uFillTx/>
                <a:latin typeface="汉仪旗黑-45S" panose="00020600040101010101" pitchFamily="18" charset="-122"/>
                <a:ea typeface="+mj-ea"/>
                <a:cs typeface="Times New Roman" panose="02020603050405020304" pitchFamily="18" charset="0"/>
                <a:sym typeface="汉仪旗黑-45S" panose="00020600040101010101" pitchFamily="18" charset="-122"/>
              </a:rPr>
              <a:t>数据分析</a:t>
            </a:r>
          </a:p>
        </p:txBody>
      </p:sp>
      <p:sp>
        <p:nvSpPr>
          <p:cNvPr id="3" name="矩形 2" descr="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
          <p:cNvSpPr/>
          <p:nvPr/>
        </p:nvSpPr>
        <p:spPr>
          <a:xfrm>
            <a:off x="667893" y="2462084"/>
            <a:ext cx="2785837" cy="818515"/>
          </a:xfrm>
          <a:prstGeom prst="rect">
            <a:avLst/>
          </a:prstGeom>
        </p:spPr>
        <p:txBody>
          <a:bodyPr wrap="square">
            <a:spAutoFit/>
          </a:bodyPr>
          <a:lstStyle/>
          <a:p>
            <a:pPr marL="0" marR="0" lvl="0" indent="0" algn="r" defTabSz="685800" rtl="0" eaLnBrk="1" fontAlgn="base" latinLnBrk="0" hangingPunct="1">
              <a:lnSpc>
                <a:spcPct val="150000"/>
              </a:lnSpc>
              <a:spcBef>
                <a:spcPct val="0"/>
              </a:spcBef>
              <a:spcAft>
                <a:spcPct val="0"/>
              </a:spcAft>
              <a:buClrTx/>
              <a:buSzTx/>
              <a:buFontTx/>
              <a:buNone/>
              <a:defRPr/>
            </a:pPr>
            <a:r>
              <a:rPr kumimoji="0" lang="en-US" altLang="zh-CN" sz="1050" b="0" i="0" u="none" strike="noStrike" kern="1200" cap="none" spc="0" normalizeH="0" baseline="0" noProof="0">
                <a:ln>
                  <a:noFill/>
                </a:ln>
                <a:solidFill>
                  <a:schemeClr val="tx1">
                    <a:lumMod val="65000"/>
                    <a:lumOff val="35000"/>
                  </a:schemeClr>
                </a:solidFill>
                <a:effectLst/>
                <a:uLnTx/>
                <a:uFillTx/>
                <a:latin typeface="汉仪旗黑-45S" panose="00020600040101010101" pitchFamily="18" charset="-122"/>
                <a:cs typeface="Arial" panose="020B0604020202090204" pitchFamily="34" charset="0"/>
                <a:sym typeface="汉仪旗黑-45S" panose="00020600040101010101" pitchFamily="18" charset="-122"/>
              </a:rPr>
              <a:t>Lorem ipsum dolor sit amet, consectetuer adipiscing elit. Aenean commodo ligula eget dolor. </a:t>
            </a:r>
          </a:p>
        </p:txBody>
      </p:sp>
      <p:sp>
        <p:nvSpPr>
          <p:cNvPr id="4" name="矩形 3" descr="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
          <p:cNvSpPr/>
          <p:nvPr/>
        </p:nvSpPr>
        <p:spPr>
          <a:xfrm>
            <a:off x="689665" y="4105827"/>
            <a:ext cx="2785837" cy="818515"/>
          </a:xfrm>
          <a:prstGeom prst="rect">
            <a:avLst/>
          </a:prstGeom>
        </p:spPr>
        <p:txBody>
          <a:bodyPr wrap="square">
            <a:spAutoFit/>
          </a:bodyPr>
          <a:lstStyle/>
          <a:p>
            <a:pPr marL="0" marR="0" lvl="0" indent="0" algn="r" defTabSz="685800" rtl="0" eaLnBrk="1" fontAlgn="base" latinLnBrk="0" hangingPunct="1">
              <a:lnSpc>
                <a:spcPct val="150000"/>
              </a:lnSpc>
              <a:spcBef>
                <a:spcPct val="0"/>
              </a:spcBef>
              <a:spcAft>
                <a:spcPct val="0"/>
              </a:spcAft>
              <a:buClrTx/>
              <a:buSzTx/>
              <a:buFontTx/>
              <a:buNone/>
              <a:defRPr/>
            </a:pPr>
            <a:r>
              <a:rPr kumimoji="0" lang="en-US" altLang="zh-CN" sz="1050" b="0" i="0" u="none" strike="noStrike" kern="1200" cap="none" spc="0" normalizeH="0" baseline="0" noProof="0">
                <a:ln>
                  <a:noFill/>
                </a:ln>
                <a:solidFill>
                  <a:schemeClr val="tx1">
                    <a:lumMod val="65000"/>
                    <a:lumOff val="35000"/>
                  </a:schemeClr>
                </a:solidFill>
                <a:effectLst/>
                <a:uLnTx/>
                <a:uFillTx/>
                <a:latin typeface="汉仪旗黑-45S" panose="00020600040101010101" pitchFamily="18" charset="-122"/>
                <a:cs typeface="Arial" panose="020B0604020202090204" pitchFamily="34" charset="0"/>
                <a:sym typeface="汉仪旗黑-45S" panose="00020600040101010101" pitchFamily="18" charset="-122"/>
              </a:rPr>
              <a:t>Lorem ipsum dolor sit amet, consectetuer adipiscing elit. Aenean commodo ligula eget dolor. </a:t>
            </a:r>
          </a:p>
        </p:txBody>
      </p:sp>
      <p:sp>
        <p:nvSpPr>
          <p:cNvPr id="29" name="矩形 28"/>
          <p:cNvSpPr/>
          <p:nvPr/>
        </p:nvSpPr>
        <p:spPr bwMode="auto">
          <a:xfrm flipH="1">
            <a:off x="9218353" y="2073984"/>
            <a:ext cx="995680" cy="337185"/>
          </a:xfrm>
          <a:prstGeom prst="rect">
            <a:avLst/>
          </a:prstGeom>
          <a:noFill/>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600" i="0" u="none" strike="noStrike" kern="100" cap="none" spc="0" normalizeH="0" baseline="0" noProof="0">
                <a:ln>
                  <a:noFill/>
                </a:ln>
                <a:solidFill>
                  <a:srgbClr val="44546B"/>
                </a:solidFill>
                <a:effectLst/>
                <a:uLnTx/>
                <a:uFillTx/>
                <a:latin typeface="汉仪旗黑-45S" panose="00020600040101010101" pitchFamily="18" charset="-122"/>
                <a:ea typeface="+mj-ea"/>
                <a:cs typeface="Times New Roman" panose="02020603050405020304" pitchFamily="18" charset="0"/>
                <a:sym typeface="汉仪旗黑-45S" panose="00020600040101010101" pitchFamily="18" charset="-122"/>
              </a:rPr>
              <a:t>数据分析</a:t>
            </a:r>
          </a:p>
        </p:txBody>
      </p:sp>
      <p:sp>
        <p:nvSpPr>
          <p:cNvPr id="32" name="矩形 31"/>
          <p:cNvSpPr/>
          <p:nvPr/>
        </p:nvSpPr>
        <p:spPr bwMode="auto">
          <a:xfrm flipH="1">
            <a:off x="9218353" y="3731618"/>
            <a:ext cx="995680" cy="337185"/>
          </a:xfrm>
          <a:prstGeom prst="rect">
            <a:avLst/>
          </a:prstGeom>
          <a:noFill/>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600" i="0" u="none" strike="noStrike" kern="100" cap="none" spc="0" normalizeH="0" baseline="0" noProof="0">
                <a:ln>
                  <a:noFill/>
                </a:ln>
                <a:solidFill>
                  <a:srgbClr val="44546B"/>
                </a:solidFill>
                <a:effectLst/>
                <a:uLnTx/>
                <a:uFillTx/>
                <a:latin typeface="汉仪旗黑-45S" panose="00020600040101010101" pitchFamily="18" charset="-122"/>
                <a:ea typeface="+mj-ea"/>
                <a:cs typeface="Times New Roman" panose="02020603050405020304" pitchFamily="18" charset="0"/>
                <a:sym typeface="汉仪旗黑-45S" panose="00020600040101010101" pitchFamily="18" charset="-122"/>
              </a:rPr>
              <a:t>数据分析</a:t>
            </a:r>
          </a:p>
        </p:txBody>
      </p:sp>
      <p:sp>
        <p:nvSpPr>
          <p:cNvPr id="5" name="矩形 4" descr="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
          <p:cNvSpPr/>
          <p:nvPr/>
        </p:nvSpPr>
        <p:spPr>
          <a:xfrm>
            <a:off x="8824468" y="2462084"/>
            <a:ext cx="2785837" cy="818515"/>
          </a:xfrm>
          <a:prstGeom prst="rect">
            <a:avLst/>
          </a:prstGeom>
        </p:spPr>
        <p:txBody>
          <a:bodyPr wrap="square">
            <a:spAutoFit/>
          </a:bodyPr>
          <a:lstStyle/>
          <a:p>
            <a:pPr marL="0" marR="0" lvl="0" indent="0" defTabSz="685800" rtl="0" eaLnBrk="1" fontAlgn="base" latinLnBrk="0" hangingPunct="1">
              <a:lnSpc>
                <a:spcPct val="150000"/>
              </a:lnSpc>
              <a:spcBef>
                <a:spcPct val="0"/>
              </a:spcBef>
              <a:spcAft>
                <a:spcPct val="0"/>
              </a:spcAft>
              <a:buClrTx/>
              <a:buSzTx/>
              <a:buFontTx/>
              <a:buNone/>
              <a:defRPr/>
            </a:pPr>
            <a:r>
              <a:rPr kumimoji="0" lang="en-US" altLang="zh-CN" sz="1050" b="0" i="0" u="none" strike="noStrike" kern="1200" cap="none" spc="0" normalizeH="0" baseline="0" noProof="0">
                <a:ln>
                  <a:noFill/>
                </a:ln>
                <a:solidFill>
                  <a:schemeClr val="tx1">
                    <a:lumMod val="65000"/>
                    <a:lumOff val="35000"/>
                  </a:schemeClr>
                </a:solidFill>
                <a:effectLst/>
                <a:uLnTx/>
                <a:uFillTx/>
                <a:latin typeface="汉仪旗黑-45S" panose="00020600040101010101" pitchFamily="18" charset="-122"/>
                <a:cs typeface="Arial" panose="020B0604020202090204" pitchFamily="34" charset="0"/>
                <a:sym typeface="汉仪旗黑-45S" panose="00020600040101010101" pitchFamily="18" charset="-122"/>
              </a:rPr>
              <a:t>Lorem ipsum dolor sit amet, consectetuer adipiscing elit. Aenean commodo ligula eget dolor. </a:t>
            </a:r>
          </a:p>
        </p:txBody>
      </p:sp>
      <p:sp>
        <p:nvSpPr>
          <p:cNvPr id="7" name="矩形 6" descr="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
          <p:cNvSpPr/>
          <p:nvPr/>
        </p:nvSpPr>
        <p:spPr>
          <a:xfrm>
            <a:off x="8857125" y="4138484"/>
            <a:ext cx="2785837" cy="818515"/>
          </a:xfrm>
          <a:prstGeom prst="rect">
            <a:avLst/>
          </a:prstGeom>
        </p:spPr>
        <p:txBody>
          <a:bodyPr wrap="square">
            <a:spAutoFit/>
          </a:bodyPr>
          <a:lstStyle/>
          <a:p>
            <a:pPr marL="0" marR="0" lvl="0" indent="0" defTabSz="685800" rtl="0" eaLnBrk="1" fontAlgn="base" latinLnBrk="0" hangingPunct="1">
              <a:lnSpc>
                <a:spcPct val="150000"/>
              </a:lnSpc>
              <a:spcBef>
                <a:spcPct val="0"/>
              </a:spcBef>
              <a:spcAft>
                <a:spcPct val="0"/>
              </a:spcAft>
              <a:buClrTx/>
              <a:buSzTx/>
              <a:buFontTx/>
              <a:buNone/>
              <a:defRPr/>
            </a:pPr>
            <a:r>
              <a:rPr kumimoji="0" lang="en-US" altLang="zh-CN" sz="1050" b="0" i="0" u="none" strike="noStrike" kern="1200" cap="none" spc="0" normalizeH="0" baseline="0" noProof="0">
                <a:ln>
                  <a:noFill/>
                </a:ln>
                <a:solidFill>
                  <a:schemeClr val="tx1">
                    <a:lumMod val="65000"/>
                    <a:lumOff val="35000"/>
                  </a:schemeClr>
                </a:solidFill>
                <a:effectLst/>
                <a:uLnTx/>
                <a:uFillTx/>
                <a:latin typeface="汉仪旗黑-45S" panose="00020600040101010101" pitchFamily="18" charset="-122"/>
                <a:cs typeface="Arial" panose="020B0604020202090204" pitchFamily="34" charset="0"/>
                <a:sym typeface="汉仪旗黑-45S" panose="00020600040101010101" pitchFamily="18" charset="-122"/>
              </a:rPr>
              <a:t>Lorem ipsum dolor sit amet, consectetuer adipiscing elit. Aenean commodo ligula eget dolor. </a:t>
            </a:r>
          </a:p>
        </p:txBody>
      </p:sp>
      <p:pic>
        <p:nvPicPr>
          <p:cNvPr id="8" name="图片 7" descr="202891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75925" y="3209925"/>
            <a:ext cx="726440" cy="726440"/>
          </a:xfrm>
          <a:prstGeom prst="rect">
            <a:avLst/>
          </a:prstGeom>
        </p:spPr>
      </p:pic>
      <p:cxnSp>
        <p:nvCxnSpPr>
          <p:cNvPr id="10" name="直接箭头连接符 9"/>
          <p:cNvCxnSpPr/>
          <p:nvPr/>
        </p:nvCxnSpPr>
        <p:spPr>
          <a:xfrm flipH="1">
            <a:off x="2491705" y="2445385"/>
            <a:ext cx="1960245" cy="0"/>
          </a:xfrm>
          <a:prstGeom prst="straightConnector1">
            <a:avLst/>
          </a:prstGeom>
          <a:ln>
            <a:solidFill>
              <a:srgbClr val="FA8F55"/>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2556475" y="4132580"/>
            <a:ext cx="1960245" cy="0"/>
          </a:xfrm>
          <a:prstGeom prst="straightConnector1">
            <a:avLst/>
          </a:prstGeom>
          <a:ln>
            <a:solidFill>
              <a:srgbClr val="FA8F55"/>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7602185" y="2461895"/>
            <a:ext cx="2202815" cy="0"/>
          </a:xfrm>
          <a:prstGeom prst="straightConnector1">
            <a:avLst/>
          </a:prstGeom>
          <a:ln>
            <a:solidFill>
              <a:srgbClr val="FA8F55"/>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7576150" y="4139565"/>
            <a:ext cx="2202815" cy="0"/>
          </a:xfrm>
          <a:prstGeom prst="straightConnector1">
            <a:avLst/>
          </a:prstGeom>
          <a:ln>
            <a:solidFill>
              <a:srgbClr val="FA8F55"/>
            </a:solidFill>
            <a:tailEnd type="arrow"/>
          </a:ln>
        </p:spPr>
        <p:style>
          <a:lnRef idx="1">
            <a:schemeClr val="accent1"/>
          </a:lnRef>
          <a:fillRef idx="0">
            <a:schemeClr val="accent1"/>
          </a:fillRef>
          <a:effectRef idx="0">
            <a:schemeClr val="accent1"/>
          </a:effectRef>
          <a:fontRef idx="minor">
            <a:schemeClr val="tx1"/>
          </a:fontRef>
        </p:style>
      </p:cxnSp>
      <p:grpSp>
        <p:nvGrpSpPr>
          <p:cNvPr id="34" name="组合 33">
            <a:extLst>
              <a:ext uri="{FF2B5EF4-FFF2-40B4-BE49-F238E27FC236}">
                <a16:creationId xmlns:a16="http://schemas.microsoft.com/office/drawing/2014/main" id="{2FC454CA-0A6B-4DD4-AE75-B3CF20914E53}"/>
              </a:ext>
            </a:extLst>
          </p:cNvPr>
          <p:cNvGrpSpPr/>
          <p:nvPr/>
        </p:nvGrpSpPr>
        <p:grpSpPr>
          <a:xfrm>
            <a:off x="333340" y="414020"/>
            <a:ext cx="600710" cy="436245"/>
            <a:chOff x="333340" y="414020"/>
            <a:chExt cx="600710" cy="436245"/>
          </a:xfrm>
        </p:grpSpPr>
        <p:sp>
          <p:nvSpPr>
            <p:cNvPr id="36" name="菱形 35">
              <a:extLst>
                <a:ext uri="{FF2B5EF4-FFF2-40B4-BE49-F238E27FC236}">
                  <a16:creationId xmlns:a16="http://schemas.microsoft.com/office/drawing/2014/main" id="{ECF66D55-0FBF-42EC-87F9-3B9B5859509F}"/>
                </a:ext>
              </a:extLst>
            </p:cNvPr>
            <p:cNvSpPr/>
            <p:nvPr/>
          </p:nvSpPr>
          <p:spPr>
            <a:xfrm>
              <a:off x="450815" y="414020"/>
              <a:ext cx="483235" cy="436245"/>
            </a:xfrm>
            <a:prstGeom prst="diamond">
              <a:avLst/>
            </a:prstGeom>
            <a:solidFill>
              <a:srgbClr val="C17715">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菱形 36">
              <a:extLst>
                <a:ext uri="{FF2B5EF4-FFF2-40B4-BE49-F238E27FC236}">
                  <a16:creationId xmlns:a16="http://schemas.microsoft.com/office/drawing/2014/main" id="{4C1608C7-AB17-4FD2-9E96-7FA590ED1BC3}"/>
                </a:ext>
              </a:extLst>
            </p:cNvPr>
            <p:cNvSpPr/>
            <p:nvPr/>
          </p:nvSpPr>
          <p:spPr>
            <a:xfrm>
              <a:off x="333340" y="414020"/>
              <a:ext cx="483235" cy="436245"/>
            </a:xfrm>
            <a:prstGeom prst="diamond">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表 2"/>
          <p:cNvGraphicFramePr/>
          <p:nvPr/>
        </p:nvGraphicFramePr>
        <p:xfrm>
          <a:off x="335564" y="1743870"/>
          <a:ext cx="11522074" cy="3751059"/>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1"/>
          <p:cNvSpPr/>
          <p:nvPr/>
        </p:nvSpPr>
        <p:spPr>
          <a:xfrm>
            <a:off x="1056288" y="5579088"/>
            <a:ext cx="6370320" cy="755015"/>
          </a:xfrm>
          <a:prstGeom prst="rect">
            <a:avLst/>
          </a:prstGeom>
        </p:spPr>
        <p:txBody>
          <a:bodyPr wrap="square">
            <a:spAutoFit/>
          </a:bodyPr>
          <a:lstStyle/>
          <a:p>
            <a:pPr defTabSz="412750" eaLnBrk="0" fontAlgn="base" hangingPunct="0">
              <a:lnSpc>
                <a:spcPct val="180000"/>
              </a:lnSpc>
              <a:spcBef>
                <a:spcPct val="0"/>
              </a:spcBef>
              <a:spcAft>
                <a:spcPct val="0"/>
              </a:spcAft>
              <a:defRPr/>
            </a:pPr>
            <a:r>
              <a:rPr lang="en-US" sz="800" dirty="0">
                <a:solidFill>
                  <a:schemeClr val="bg1"/>
                </a:solidFill>
                <a:ea typeface="Open Sans" charset="0"/>
                <a:cs typeface="Open Sans" charset="0"/>
                <a:sym typeface="Poppins" charset="0"/>
              </a:rPr>
              <a:t>Body Text Demo</a:t>
            </a:r>
          </a:p>
          <a:p>
            <a:pPr defTabSz="412750" eaLnBrk="0" fontAlgn="base" hangingPunct="0">
              <a:lnSpc>
                <a:spcPct val="180000"/>
              </a:lnSpc>
              <a:spcBef>
                <a:spcPct val="0"/>
              </a:spcBef>
              <a:spcAft>
                <a:spcPct val="0"/>
              </a:spcAft>
              <a:defRPr/>
            </a:pPr>
            <a:r>
              <a:rPr lang="en-US" sz="800" dirty="0">
                <a:solidFill>
                  <a:schemeClr val="bg1"/>
                </a:solidFill>
                <a:ea typeface="Open Sans" charset="0"/>
                <a:cs typeface="Open Sans" charset="0"/>
                <a:sym typeface="Poppins" charset="0"/>
              </a:rPr>
              <a:t>Lorem ipsum dolor sit </a:t>
            </a:r>
            <a:r>
              <a:rPr lang="en-US" sz="800" dirty="0" err="1">
                <a:solidFill>
                  <a:schemeClr val="bg1"/>
                </a:solidFill>
                <a:ea typeface="Open Sans" charset="0"/>
                <a:cs typeface="Open Sans" charset="0"/>
                <a:sym typeface="Poppins" charset="0"/>
              </a:rPr>
              <a:t>amet</a:t>
            </a:r>
            <a:r>
              <a:rPr lang="en-US" sz="800" dirty="0">
                <a:solidFill>
                  <a:schemeClr val="bg1"/>
                </a:solidFill>
                <a:ea typeface="Open Sans" charset="0"/>
                <a:cs typeface="Open Sans" charset="0"/>
                <a:sym typeface="Poppins" charset="0"/>
              </a:rPr>
              <a:t>, </a:t>
            </a:r>
            <a:r>
              <a:rPr lang="en-US" sz="800" dirty="0" err="1">
                <a:solidFill>
                  <a:schemeClr val="bg1"/>
                </a:solidFill>
                <a:ea typeface="Open Sans" charset="0"/>
                <a:cs typeface="Open Sans" charset="0"/>
                <a:sym typeface="Poppins" charset="0"/>
              </a:rPr>
              <a:t>consectetur</a:t>
            </a:r>
            <a:r>
              <a:rPr lang="en-US" sz="800" dirty="0">
                <a:solidFill>
                  <a:schemeClr val="bg1"/>
                </a:solidFill>
                <a:ea typeface="Open Sans" charset="0"/>
                <a:cs typeface="Open Sans" charset="0"/>
                <a:sym typeface="Poppins" charset="0"/>
              </a:rPr>
              <a:t> </a:t>
            </a:r>
            <a:r>
              <a:rPr lang="en-US" sz="800" dirty="0" err="1">
                <a:solidFill>
                  <a:schemeClr val="bg1"/>
                </a:solidFill>
                <a:ea typeface="Open Sans" charset="0"/>
                <a:cs typeface="Open Sans" charset="0"/>
                <a:sym typeface="Poppins" charset="0"/>
              </a:rPr>
              <a:t>adipiscing</a:t>
            </a:r>
            <a:r>
              <a:rPr lang="en-US" sz="800" dirty="0">
                <a:solidFill>
                  <a:schemeClr val="bg1"/>
                </a:solidFill>
                <a:ea typeface="Open Sans" charset="0"/>
                <a:cs typeface="Open Sans" charset="0"/>
                <a:sym typeface="Poppins" charset="0"/>
              </a:rPr>
              <a:t> </a:t>
            </a:r>
            <a:r>
              <a:rPr lang="en-US" sz="800" dirty="0" err="1">
                <a:solidFill>
                  <a:schemeClr val="bg1"/>
                </a:solidFill>
                <a:ea typeface="Open Sans" charset="0"/>
                <a:cs typeface="Open Sans" charset="0"/>
                <a:sym typeface="Poppins" charset="0"/>
              </a:rPr>
              <a:t>elit</a:t>
            </a:r>
            <a:r>
              <a:rPr lang="en-US" sz="800" dirty="0">
                <a:solidFill>
                  <a:schemeClr val="bg1"/>
                </a:solidFill>
                <a:ea typeface="Open Sans" charset="0"/>
                <a:cs typeface="Open Sans" charset="0"/>
                <a:sym typeface="Poppins" charset="0"/>
              </a:rPr>
              <a:t>, sed do </a:t>
            </a:r>
            <a:r>
              <a:rPr lang="en-US" sz="800" dirty="0" err="1">
                <a:solidFill>
                  <a:schemeClr val="bg1"/>
                </a:solidFill>
                <a:ea typeface="Open Sans" charset="0"/>
                <a:cs typeface="Open Sans" charset="0"/>
                <a:sym typeface="Poppins" charset="0"/>
              </a:rPr>
              <a:t>eiusmod</a:t>
            </a:r>
            <a:r>
              <a:rPr lang="en-US" sz="800" dirty="0">
                <a:solidFill>
                  <a:schemeClr val="bg1"/>
                </a:solidFill>
                <a:ea typeface="Open Sans" charset="0"/>
                <a:cs typeface="Open Sans" charset="0"/>
                <a:sym typeface="Poppins" charset="0"/>
              </a:rPr>
              <a:t> </a:t>
            </a:r>
            <a:r>
              <a:rPr lang="en-US" sz="800" dirty="0" err="1">
                <a:solidFill>
                  <a:schemeClr val="bg1"/>
                </a:solidFill>
                <a:ea typeface="Open Sans" charset="0"/>
                <a:cs typeface="Open Sans" charset="0"/>
                <a:sym typeface="Poppins" charset="0"/>
              </a:rPr>
              <a:t>tempor</a:t>
            </a:r>
            <a:r>
              <a:rPr lang="en-US" sz="800" dirty="0">
                <a:solidFill>
                  <a:schemeClr val="bg1"/>
                </a:solidFill>
                <a:ea typeface="Open Sans" charset="0"/>
                <a:cs typeface="Open Sans" charset="0"/>
                <a:sym typeface="Poppins" charset="0"/>
              </a:rPr>
              <a:t> </a:t>
            </a:r>
            <a:r>
              <a:rPr lang="en-US" sz="800" dirty="0" err="1">
                <a:solidFill>
                  <a:schemeClr val="bg1"/>
                </a:solidFill>
                <a:ea typeface="Open Sans" charset="0"/>
                <a:cs typeface="Open Sans" charset="0"/>
                <a:sym typeface="Poppins" charset="0"/>
              </a:rPr>
              <a:t>incididunt</a:t>
            </a:r>
            <a:r>
              <a:rPr lang="en-US" sz="800" dirty="0">
                <a:solidFill>
                  <a:schemeClr val="bg1"/>
                </a:solidFill>
                <a:ea typeface="Open Sans" charset="0"/>
                <a:cs typeface="Open Sans" charset="0"/>
                <a:sym typeface="Poppins" charset="0"/>
              </a:rPr>
              <a:t> </a:t>
            </a:r>
            <a:r>
              <a:rPr lang="en-US" sz="800" dirty="0" err="1">
                <a:solidFill>
                  <a:schemeClr val="bg1"/>
                </a:solidFill>
                <a:ea typeface="Open Sans" charset="0"/>
                <a:cs typeface="Open Sans" charset="0"/>
                <a:sym typeface="Poppins" charset="0"/>
              </a:rPr>
              <a:t>ut</a:t>
            </a:r>
            <a:r>
              <a:rPr lang="en-US" sz="800" dirty="0">
                <a:solidFill>
                  <a:schemeClr val="bg1"/>
                </a:solidFill>
                <a:ea typeface="Open Sans" charset="0"/>
                <a:cs typeface="Open Sans" charset="0"/>
                <a:sym typeface="Poppins" charset="0"/>
              </a:rPr>
              <a:t> </a:t>
            </a:r>
            <a:r>
              <a:rPr lang="en-US" sz="800" dirty="0" err="1">
                <a:solidFill>
                  <a:schemeClr val="bg1"/>
                </a:solidFill>
                <a:ea typeface="Open Sans" charset="0"/>
                <a:cs typeface="Open Sans" charset="0"/>
                <a:sym typeface="Poppins" charset="0"/>
              </a:rPr>
              <a:t>labore</a:t>
            </a:r>
            <a:r>
              <a:rPr lang="en-US" sz="800" dirty="0">
                <a:solidFill>
                  <a:schemeClr val="bg1"/>
                </a:solidFill>
                <a:ea typeface="Open Sans" charset="0"/>
                <a:cs typeface="Open Sans" charset="0"/>
                <a:sym typeface="Poppins" charset="0"/>
              </a:rPr>
              <a:t> et dolore magna </a:t>
            </a:r>
            <a:r>
              <a:rPr lang="en-US" sz="800" dirty="0" err="1">
                <a:solidFill>
                  <a:schemeClr val="bg1"/>
                </a:solidFill>
                <a:ea typeface="Open Sans" charset="0"/>
                <a:cs typeface="Open Sans" charset="0"/>
                <a:sym typeface="Poppins" charset="0"/>
              </a:rPr>
              <a:t>aliqua</a:t>
            </a:r>
            <a:r>
              <a:rPr lang="en-US" sz="800" dirty="0">
                <a:solidFill>
                  <a:schemeClr val="bg1"/>
                </a:solidFill>
                <a:ea typeface="Open Sans" charset="0"/>
                <a:cs typeface="Open Sans" charset="0"/>
                <a:sym typeface="Poppins" charset="0"/>
              </a:rPr>
              <a:t>. </a:t>
            </a:r>
            <a:r>
              <a:rPr lang="en-US" altLang="zh-CN" sz="800" dirty="0">
                <a:solidFill>
                  <a:schemeClr val="bg1"/>
                </a:solidFill>
                <a:ea typeface="Open Sans" charset="0"/>
                <a:cs typeface="Open Sans" charset="0"/>
                <a:sym typeface="Poppins" charset="0"/>
              </a:rPr>
              <a:t>Lorem ipsum dolor sit </a:t>
            </a:r>
            <a:r>
              <a:rPr lang="en-US" altLang="zh-CN" sz="800" dirty="0" err="1">
                <a:solidFill>
                  <a:schemeClr val="bg1"/>
                </a:solidFill>
                <a:ea typeface="Open Sans" charset="0"/>
                <a:cs typeface="Open Sans" charset="0"/>
                <a:sym typeface="Poppins" charset="0"/>
              </a:rPr>
              <a:t>amet</a:t>
            </a:r>
            <a:r>
              <a:rPr lang="en-US" altLang="zh-CN" sz="800" dirty="0">
                <a:solidFill>
                  <a:schemeClr val="bg1"/>
                </a:solidFill>
                <a:ea typeface="Open Sans" charset="0"/>
                <a:cs typeface="Open Sans" charset="0"/>
                <a:sym typeface="Poppins" charset="0"/>
              </a:rPr>
              <a:t>, </a:t>
            </a:r>
            <a:r>
              <a:rPr lang="en-US" altLang="zh-CN" sz="800" dirty="0" err="1">
                <a:solidFill>
                  <a:schemeClr val="bg1"/>
                </a:solidFill>
                <a:ea typeface="Open Sans" charset="0"/>
                <a:cs typeface="Open Sans" charset="0"/>
                <a:sym typeface="Poppins" charset="0"/>
              </a:rPr>
              <a:t>consectetur</a:t>
            </a:r>
            <a:r>
              <a:rPr lang="en-US" altLang="zh-CN" sz="800" dirty="0">
                <a:solidFill>
                  <a:schemeClr val="bg1"/>
                </a:solidFill>
                <a:ea typeface="Open Sans" charset="0"/>
                <a:cs typeface="Open Sans" charset="0"/>
                <a:sym typeface="Poppins" charset="0"/>
              </a:rPr>
              <a:t> </a:t>
            </a:r>
            <a:r>
              <a:rPr lang="en-US" altLang="zh-CN" sz="800" dirty="0" err="1">
                <a:solidFill>
                  <a:schemeClr val="bg1"/>
                </a:solidFill>
                <a:ea typeface="Open Sans" charset="0"/>
                <a:cs typeface="Open Sans" charset="0"/>
                <a:sym typeface="Poppins" charset="0"/>
              </a:rPr>
              <a:t>adipiscing</a:t>
            </a:r>
            <a:r>
              <a:rPr lang="en-US" altLang="zh-CN" sz="800" dirty="0">
                <a:solidFill>
                  <a:schemeClr val="bg1"/>
                </a:solidFill>
                <a:ea typeface="Open Sans" charset="0"/>
                <a:cs typeface="Open Sans" charset="0"/>
                <a:sym typeface="Poppins" charset="0"/>
              </a:rPr>
              <a:t> </a:t>
            </a:r>
            <a:r>
              <a:rPr lang="en-US" altLang="zh-CN" sz="800" dirty="0" err="1">
                <a:solidFill>
                  <a:schemeClr val="bg1"/>
                </a:solidFill>
                <a:ea typeface="Open Sans" charset="0"/>
                <a:cs typeface="Open Sans" charset="0"/>
                <a:sym typeface="Poppins" charset="0"/>
              </a:rPr>
              <a:t>elit</a:t>
            </a:r>
            <a:r>
              <a:rPr lang="en-US" altLang="zh-CN" sz="800" dirty="0">
                <a:solidFill>
                  <a:schemeClr val="bg1"/>
                </a:solidFill>
                <a:ea typeface="Open Sans" charset="0"/>
                <a:cs typeface="Open Sans" charset="0"/>
                <a:sym typeface="Poppins" charset="0"/>
              </a:rPr>
              <a:t>, sed do </a:t>
            </a:r>
            <a:r>
              <a:rPr lang="en-US" altLang="zh-CN" sz="800" dirty="0" err="1">
                <a:solidFill>
                  <a:schemeClr val="bg1"/>
                </a:solidFill>
                <a:ea typeface="Open Sans" charset="0"/>
                <a:cs typeface="Open Sans" charset="0"/>
                <a:sym typeface="Poppins" charset="0"/>
              </a:rPr>
              <a:t>eiusmod</a:t>
            </a:r>
            <a:r>
              <a:rPr lang="en-US" altLang="zh-CN" sz="800" dirty="0">
                <a:solidFill>
                  <a:schemeClr val="bg1"/>
                </a:solidFill>
                <a:ea typeface="Open Sans" charset="0"/>
                <a:cs typeface="Open Sans" charset="0"/>
                <a:sym typeface="Poppins" charset="0"/>
              </a:rPr>
              <a:t> </a:t>
            </a:r>
            <a:r>
              <a:rPr lang="en-US" altLang="zh-CN" sz="800" dirty="0" err="1">
                <a:solidFill>
                  <a:schemeClr val="bg1"/>
                </a:solidFill>
                <a:ea typeface="Open Sans" charset="0"/>
                <a:cs typeface="Open Sans" charset="0"/>
                <a:sym typeface="Poppins" charset="0"/>
              </a:rPr>
              <a:t>tempor</a:t>
            </a:r>
            <a:r>
              <a:rPr lang="en-US" altLang="zh-CN" sz="800" dirty="0">
                <a:solidFill>
                  <a:schemeClr val="bg1"/>
                </a:solidFill>
                <a:ea typeface="Open Sans" charset="0"/>
                <a:cs typeface="Open Sans" charset="0"/>
                <a:sym typeface="Poppins" charset="0"/>
              </a:rPr>
              <a:t> </a:t>
            </a:r>
            <a:r>
              <a:rPr lang="en-US" altLang="zh-CN" sz="800" dirty="0" err="1">
                <a:solidFill>
                  <a:schemeClr val="bg1"/>
                </a:solidFill>
                <a:ea typeface="Open Sans" charset="0"/>
                <a:cs typeface="Open Sans" charset="0"/>
                <a:sym typeface="Poppins" charset="0"/>
              </a:rPr>
              <a:t>incididunt</a:t>
            </a:r>
            <a:r>
              <a:rPr lang="en-US" altLang="zh-CN" sz="800" dirty="0">
                <a:solidFill>
                  <a:schemeClr val="bg1"/>
                </a:solidFill>
                <a:ea typeface="Open Sans" charset="0"/>
                <a:cs typeface="Open Sans" charset="0"/>
                <a:sym typeface="Poppins" charset="0"/>
              </a:rPr>
              <a:t> </a:t>
            </a:r>
            <a:r>
              <a:rPr lang="en-US" altLang="zh-CN" sz="800" dirty="0" err="1">
                <a:solidFill>
                  <a:schemeClr val="bg1"/>
                </a:solidFill>
                <a:ea typeface="Open Sans" charset="0"/>
                <a:cs typeface="Open Sans" charset="0"/>
                <a:sym typeface="Poppins" charset="0"/>
              </a:rPr>
              <a:t>ut</a:t>
            </a:r>
            <a:endParaRPr lang="en-US" sz="800" dirty="0">
              <a:solidFill>
                <a:schemeClr val="bg1"/>
              </a:solidFill>
              <a:ea typeface="Open Sans" charset="0"/>
              <a:cs typeface="Open Sans" charset="0"/>
              <a:sym typeface="Poppins" charset="0"/>
            </a:endParaRPr>
          </a:p>
        </p:txBody>
      </p:sp>
      <p:sp>
        <p:nvSpPr>
          <p:cNvPr id="62" name="文本框 61"/>
          <p:cNvSpPr txBox="1"/>
          <p:nvPr/>
        </p:nvSpPr>
        <p:spPr>
          <a:xfrm>
            <a:off x="940400" y="440055"/>
            <a:ext cx="2316480" cy="521970"/>
          </a:xfrm>
          <a:prstGeom prst="rect">
            <a:avLst/>
          </a:prstGeom>
          <a:noFill/>
        </p:spPr>
        <p:txBody>
          <a:bodyPr wrap="none" rtlCol="0">
            <a:spAutoFit/>
          </a:bodyPr>
          <a:lstStyle/>
          <a:p>
            <a:r>
              <a:rPr lang="zh-CN" altLang="en-US" sz="2800" dirty="0">
                <a:solidFill>
                  <a:schemeClr val="tx1">
                    <a:lumMod val="65000"/>
                    <a:lumOff val="35000"/>
                  </a:schemeClr>
                </a:solidFill>
                <a:latin typeface="方正锐正黑_GBK" panose="02000900000000000000" charset="-122"/>
                <a:ea typeface="方正锐正黑_GBK" panose="02000900000000000000" charset="-122"/>
              </a:rPr>
              <a:t>这是一个标题</a:t>
            </a:r>
          </a:p>
        </p:txBody>
      </p:sp>
      <p:grpSp>
        <p:nvGrpSpPr>
          <p:cNvPr id="8" name="组合 7">
            <a:extLst>
              <a:ext uri="{FF2B5EF4-FFF2-40B4-BE49-F238E27FC236}">
                <a16:creationId xmlns:a16="http://schemas.microsoft.com/office/drawing/2014/main" id="{F2677D43-AA04-4FB3-8234-96C1417B2ADD}"/>
              </a:ext>
            </a:extLst>
          </p:cNvPr>
          <p:cNvGrpSpPr/>
          <p:nvPr/>
        </p:nvGrpSpPr>
        <p:grpSpPr>
          <a:xfrm>
            <a:off x="333340" y="414020"/>
            <a:ext cx="600710" cy="436245"/>
            <a:chOff x="333340" y="414020"/>
            <a:chExt cx="600710" cy="436245"/>
          </a:xfrm>
        </p:grpSpPr>
        <p:sp>
          <p:nvSpPr>
            <p:cNvPr id="9" name="菱形 8">
              <a:extLst>
                <a:ext uri="{FF2B5EF4-FFF2-40B4-BE49-F238E27FC236}">
                  <a16:creationId xmlns:a16="http://schemas.microsoft.com/office/drawing/2014/main" id="{A5066EC8-D0EC-4F2E-BDD4-02293CB8D808}"/>
                </a:ext>
              </a:extLst>
            </p:cNvPr>
            <p:cNvSpPr/>
            <p:nvPr/>
          </p:nvSpPr>
          <p:spPr>
            <a:xfrm>
              <a:off x="450815" y="414020"/>
              <a:ext cx="483235" cy="436245"/>
            </a:xfrm>
            <a:prstGeom prst="diamond">
              <a:avLst/>
            </a:prstGeom>
            <a:solidFill>
              <a:srgbClr val="C17715">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菱形 9">
              <a:extLst>
                <a:ext uri="{FF2B5EF4-FFF2-40B4-BE49-F238E27FC236}">
                  <a16:creationId xmlns:a16="http://schemas.microsoft.com/office/drawing/2014/main" id="{C6605C9D-DA0B-484E-B51A-29FFBD06A655}"/>
                </a:ext>
              </a:extLst>
            </p:cNvPr>
            <p:cNvSpPr/>
            <p:nvPr/>
          </p:nvSpPr>
          <p:spPr>
            <a:xfrm>
              <a:off x="333340" y="414020"/>
              <a:ext cx="483235" cy="436245"/>
            </a:xfrm>
            <a:prstGeom prst="diamond">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640-7"/>
          <p:cNvPicPr>
            <a:picLocks noChangeAspect="1"/>
          </p:cNvPicPr>
          <p:nvPr/>
        </p:nvPicPr>
        <p:blipFill>
          <a:blip r:embed="rId2"/>
          <a:stretch>
            <a:fillRect/>
          </a:stretch>
        </p:blipFill>
        <p:spPr>
          <a:xfrm>
            <a:off x="-40040" y="-892810"/>
            <a:ext cx="12521565" cy="9144000"/>
          </a:xfrm>
          <a:prstGeom prst="rect">
            <a:avLst/>
          </a:prstGeom>
        </p:spPr>
      </p:pic>
      <p:sp>
        <p:nvSpPr>
          <p:cNvPr id="4" name="矩形 3"/>
          <p:cNvSpPr/>
          <p:nvPr/>
        </p:nvSpPr>
        <p:spPr>
          <a:xfrm>
            <a:off x="600" y="-892175"/>
            <a:ext cx="12522200" cy="9142730"/>
          </a:xfrm>
          <a:prstGeom prst="rect">
            <a:avLst/>
          </a:prstGeom>
          <a:solidFill>
            <a:schemeClr val="tx1">
              <a:lumMod val="75000"/>
              <a:lumOff val="25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835625" y="2781935"/>
            <a:ext cx="5220335" cy="1198880"/>
          </a:xfrm>
          <a:prstGeom prst="rect">
            <a:avLst/>
          </a:prstGeom>
          <a:noFill/>
          <a:effectLst>
            <a:glow rad="127000">
              <a:schemeClr val="accent1">
                <a:alpha val="54000"/>
              </a:schemeClr>
            </a:glow>
            <a:outerShdw blurRad="50800" dist="38100" dir="2700000" algn="tl" rotWithShape="0">
              <a:prstClr val="black">
                <a:alpha val="40000"/>
              </a:prstClr>
            </a:outerShdw>
          </a:effectLst>
        </p:spPr>
        <p:txBody>
          <a:bodyPr wrap="square" rtlCol="0">
            <a:spAutoFit/>
          </a:bodyPr>
          <a:lstStyle/>
          <a:p>
            <a:r>
              <a:rPr lang="zh-CN" altLang="en-US" sz="7200" b="1">
                <a:solidFill>
                  <a:schemeClr val="bg1"/>
                </a:solidFill>
                <a:latin typeface="黑体" panose="02010609060101010101" charset="-122"/>
                <a:ea typeface="黑体" panose="02010609060101010101" charset="-122"/>
              </a:rPr>
              <a:t>谢谢观看</a:t>
            </a:r>
          </a:p>
        </p:txBody>
      </p:sp>
      <p:pic>
        <p:nvPicPr>
          <p:cNvPr id="24" name="图片 23" descr="xmu-logo"/>
          <p:cNvPicPr>
            <a:picLocks noChangeAspect="1"/>
          </p:cNvPicPr>
          <p:nvPr/>
        </p:nvPicPr>
        <p:blipFill>
          <a:blip r:embed="rId3"/>
          <a:stretch>
            <a:fillRect/>
          </a:stretch>
        </p:blipFill>
        <p:spPr>
          <a:xfrm>
            <a:off x="11000070" y="363855"/>
            <a:ext cx="812165" cy="812165"/>
          </a:xfrm>
          <a:prstGeom prst="rect">
            <a:avLst/>
          </a:prstGeom>
        </p:spPr>
      </p:pic>
      <p:sp>
        <p:nvSpPr>
          <p:cNvPr id="13" name="等腰三角形 12"/>
          <p:cNvSpPr/>
          <p:nvPr/>
        </p:nvSpPr>
        <p:spPr>
          <a:xfrm rot="10800000">
            <a:off x="2230720" y="-892810"/>
            <a:ext cx="7078980" cy="4309110"/>
          </a:xfrm>
          <a:prstGeom prst="triangle">
            <a:avLst/>
          </a:prstGeom>
          <a:solidFill>
            <a:srgbClr val="F8AC63">
              <a:alpha val="26000"/>
            </a:srgbClr>
          </a:solidFill>
          <a:ln>
            <a:noFill/>
          </a:ln>
          <a:effectLst>
            <a:outerShdw blurRad="50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等腰三角形 14"/>
          <p:cNvSpPr/>
          <p:nvPr/>
        </p:nvSpPr>
        <p:spPr>
          <a:xfrm rot="10800000">
            <a:off x="1842100" y="-1184910"/>
            <a:ext cx="7078980" cy="4309110"/>
          </a:xfrm>
          <a:prstGeom prst="triangle">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矩形 26"/>
          <p:cNvSpPr/>
          <p:nvPr/>
        </p:nvSpPr>
        <p:spPr>
          <a:xfrm>
            <a:off x="952759" y="3981691"/>
            <a:ext cx="5103157" cy="575945"/>
          </a:xfrm>
          <a:prstGeom prst="rect">
            <a:avLst/>
          </a:prstGeom>
        </p:spPr>
        <p:txBody>
          <a:bodyPr wrap="square">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a:ln>
                  <a:noFill/>
                </a:ln>
                <a:solidFill>
                  <a:schemeClr val="bg1"/>
                </a:solidFill>
                <a:effectLst/>
                <a:uLnTx/>
                <a:uFillTx/>
                <a:latin typeface="汉仪旗黑-45S" panose="00020600040101010101" pitchFamily="18" charset="-122"/>
                <a:ea typeface="微软雅黑 Light" panose="020B0502040204020203" charset="-122"/>
                <a:cs typeface="Arial" panose="020B0604020202090204" pitchFamily="34" charset="0"/>
                <a:sym typeface="汉仪旗黑-45S" panose="00020600040101010101" pitchFamily="18" charset="-122"/>
              </a:rPr>
              <a:t>Lorem ipsum dolor sit amet, consectetuer adipiscing elit. Aenean commodo ligula eget dolorLorem ipsum dolor sit amet, consectetuer adipiscing elit. </a:t>
            </a:r>
          </a:p>
        </p:txBody>
      </p:sp>
      <p:sp>
        <p:nvSpPr>
          <p:cNvPr id="3" name="矩形 2"/>
          <p:cNvSpPr/>
          <p:nvPr/>
        </p:nvSpPr>
        <p:spPr>
          <a:xfrm>
            <a:off x="952684" y="4836795"/>
            <a:ext cx="2019300" cy="460375"/>
          </a:xfrm>
          <a:prstGeom prst="rect">
            <a:avLst/>
          </a:prstGeom>
        </p:spPr>
        <p:txBody>
          <a:bodyPr wrap="none">
            <a:spAutoFit/>
          </a:bodyPr>
          <a:lstStyle/>
          <a:p>
            <a:r>
              <a:rPr lang="zh-CN" altLang="en-US" sz="2400" b="1" dirty="0">
                <a:solidFill>
                  <a:srgbClr val="FFFFFF"/>
                </a:solidFill>
                <a:latin typeface="黑体" panose="02010609060101010101" charset="-122"/>
                <a:ea typeface="黑体" panose="02010609060101010101" charset="-122"/>
              </a:rPr>
              <a:t>汇报人：小夏</a:t>
            </a:r>
          </a:p>
        </p:txBody>
      </p:sp>
      <p:sp>
        <p:nvSpPr>
          <p:cNvPr id="7" name="等腰三角形 6"/>
          <p:cNvSpPr/>
          <p:nvPr/>
        </p:nvSpPr>
        <p:spPr>
          <a:xfrm>
            <a:off x="5113620" y="4326255"/>
            <a:ext cx="7078980" cy="4309110"/>
          </a:xfrm>
          <a:prstGeom prst="triangle">
            <a:avLst/>
          </a:prstGeom>
          <a:solidFill>
            <a:srgbClr val="C17715">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a:off x="5587965" y="4471035"/>
            <a:ext cx="7078980" cy="4309110"/>
          </a:xfrm>
          <a:prstGeom prst="triangle">
            <a:avLst/>
          </a:prstGeom>
          <a:solidFill>
            <a:srgbClr val="C17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7618"/>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7618"/>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COLOR_TYPE" val="1"/>
  <p:tag name="KSO_WM_TEMPLATE_THUMBS_INDEX" val="1、5、6、8、9、10、11、14、17"/>
  <p:tag name="KSO_WM_TAG_VERSION" val="1.0"/>
  <p:tag name="KSO_WM_BEAUTIFY_FLAG" val="#wm#"/>
  <p:tag name="KSO_WM_TEMPLATE_CATEGORY" val="custom"/>
  <p:tag name="KSO_WM_TEMPLATE_INDEX" val="20207618"/>
  <p:tag name="KSO_WM_TEMPLATE_MASTER_TYPE" val="1"/>
</p:tagLst>
</file>

<file path=ppt/tags/tag7.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7*i*1"/>
  <p:tag name="KSO_WM_UNIT_LAYERLEVEL" val="1"/>
  <p:tag name="KSO_WM_TAG_VERSION" val="1.0"/>
  <p:tag name="KSO_WM_BEAUTIFY_FLAG" val="#wm#"/>
  <p:tag name="KSO_WM_SLIDE_BACKGROUND_TYPE" val="navigation"/>
  <p:tag name="KSO_WM_SLIDE_BK_DARK_LIGHT" val="2"/>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8"/>
</p:tagLst>
</file>

<file path=ppt/tags/tag153.xml><?xml version="1.0" encoding="utf-8"?>
<p:tagLst xmlns:a="http://schemas.openxmlformats.org/drawingml/2006/main" xmlns:r="http://schemas.openxmlformats.org/officeDocument/2006/relationships" xmlns:p="http://schemas.openxmlformats.org/presentationml/2006/main">
  <p:tag name="KSO_WM_SLIDE_ID" val="custom20207618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7618"/>
  <p:tag name="KSO_WM_SLIDE_LAYOUT" val="a_l"/>
  <p:tag name="KSO_WM_SLIDE_LAYOUT_CNT" val="1_1"/>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5"/>
  <p:tag name="KSO_WM_UNIT_ID" val="custom20207618_4*l_h_i*1_1_5"/>
  <p:tag name="KSO_WM_TEMPLATE_CATEGORY" val="custom"/>
  <p:tag name="KSO_WM_TEMPLATE_INDEX" val="20207618"/>
  <p:tag name="KSO_WM_UNIT_LAYERLEVEL" val="1_1_1"/>
  <p:tag name="KSO_WM_TAG_VERSION" val="1.0"/>
  <p:tag name="KSO_WM_BEAUTIFY_FLAG" val="#wm#"/>
  <p:tag name="KSO_WM_UNIT_USESOURCEFORMAT_APPLY" val="1"/>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7618_4*i*5"/>
  <p:tag name="KSO_WM_TEMPLATE_CATEGORY" val="custom"/>
  <p:tag name="KSO_WM_TEMPLATE_INDEX" val="20207618"/>
  <p:tag name="KSO_WM_UNIT_LAYERLEVEL" val="1"/>
  <p:tag name="KSO_WM_TAG_VERSION" val="1.0"/>
  <p:tag name="KSO_WM_BEAUTIFY_FLAG" val="#wm#"/>
  <p:tag name="KSO_WM_UNIT_USESOURCEFORMAT_APPLY" val="1"/>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7"/>
  <p:tag name="KSO_WM_UNIT_ID" val="custom20207618_4*l_h_i*1_1_7"/>
  <p:tag name="KSO_WM_TEMPLATE_CATEGORY" val="custom"/>
  <p:tag name="KSO_WM_TEMPLATE_INDEX" val="20207618"/>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6"/>
  <p:tag name="KSO_WM_UNIT_ID" val="custom20207618_4*l_h_i*1_1_6"/>
  <p:tag name="KSO_WM_TEMPLATE_CATEGORY" val="custom"/>
  <p:tag name="KSO_WM_TEMPLATE_INDEX" val="202076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custom20207618_4*l_h_i*1_1_4"/>
  <p:tag name="KSO_WM_TEMPLATE_CATEGORY" val="custom"/>
  <p:tag name="KSO_WM_TEMPLATE_INDEX" val="20207618"/>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7618_4*l_h_i*1_1_3"/>
  <p:tag name="KSO_WM_TEMPLATE_CATEGORY" val="custom"/>
  <p:tag name="KSO_WM_TEMPLATE_INDEX" val="202076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6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输入标题"/>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custom20207618_4*l_h_a*1_1_1"/>
  <p:tag name="KSO_WM_TEMPLATE_CATEGORY" val="custom"/>
  <p:tag name="KSO_WM_TEMPLATE_INDEX" val="20207618"/>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7618_4*l_h_i*1_1_1"/>
  <p:tag name="KSO_WM_TEMPLATE_CATEGORY" val="custom"/>
  <p:tag name="KSO_WM_TEMPLATE_INDEX" val="20207618"/>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7618_4*l_h_i*1_1_2"/>
  <p:tag name="KSO_WM_TEMPLATE_CATEGORY" val="custom"/>
  <p:tag name="KSO_WM_TEMPLATE_INDEX" val="20207618"/>
  <p:tag name="KSO_WM_UNIT_LAYERLEVEL" val="1_1_1"/>
  <p:tag name="KSO_WM_TAG_VERSION" val="1.0"/>
  <p:tag name="KSO_WM_BEAUTIFY_FLAG" val="#wm#"/>
  <p:tag name="KSO_WM_UNIT_USESOURCEFORMAT_APPLY" val="1"/>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7618_4*i*1"/>
  <p:tag name="KSO_WM_TEMPLATE_CATEGORY" val="custom"/>
  <p:tag name="KSO_WM_TEMPLATE_INDEX" val="20207618"/>
  <p:tag name="KSO_WM_UNIT_LAYERLEVEL" val="1"/>
  <p:tag name="KSO_WM_TAG_VERSION" val="1.0"/>
  <p:tag name="KSO_WM_BEAUTIFY_FLAG" val="#wm#"/>
  <p:tag name="KSO_WM_UNIT_USESOURCEFORMAT_APPLY" val="1"/>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07618_4*i*4"/>
  <p:tag name="KSO_WM_TEMPLATE_CATEGORY" val="custom"/>
  <p:tag name="KSO_WM_TEMPLATE_INDEX" val="20207618"/>
  <p:tag name="KSO_WM_UNIT_LAYERLEVEL" val="1"/>
  <p:tag name="KSO_WM_TAG_VERSION" val="1.0"/>
  <p:tag name="KSO_WM_BEAUTIFY_FLAG" val="#wm#"/>
  <p:tag name="KSO_WM_UNIT_USESOURCEFORMAT_APPLY" val="1"/>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6"/>
  <p:tag name="KSO_WM_UNIT_ID" val="custom20207618_4*l_h_i*1_2_6"/>
  <p:tag name="KSO_WM_TEMPLATE_CATEGORY" val="custom"/>
  <p:tag name="KSO_WM_TEMPLATE_INDEX" val="20207618"/>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5"/>
  <p:tag name="KSO_WM_UNIT_ID" val="custom20207618_4*l_h_i*1_2_5"/>
  <p:tag name="KSO_WM_TEMPLATE_CATEGORY" val="custom"/>
  <p:tag name="KSO_WM_TEMPLATE_INDEX" val="202076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custom20207618_4*l_h_i*1_2_4"/>
  <p:tag name="KSO_WM_TEMPLATE_CATEGORY" val="custom"/>
  <p:tag name="KSO_WM_TEMPLATE_INDEX" val="20207618"/>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07618_4*l_h_i*1_2_3"/>
  <p:tag name="KSO_WM_TEMPLATE_CATEGORY" val="custom"/>
  <p:tag name="KSO_WM_TEMPLATE_INDEX" val="202076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输入标题"/>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custom20207618_4*l_h_a*1_2_1"/>
  <p:tag name="KSO_WM_TEMPLATE_CATEGORY" val="custom"/>
  <p:tag name="KSO_WM_TEMPLATE_INDEX" val="20207618"/>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7618_4*l_h_i*1_2_1"/>
  <p:tag name="KSO_WM_TEMPLATE_CATEGORY" val="custom"/>
  <p:tag name="KSO_WM_TEMPLATE_INDEX" val="20207618"/>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7618_4*l_h_i*1_2_2"/>
  <p:tag name="KSO_WM_TEMPLATE_CATEGORY" val="custom"/>
  <p:tag name="KSO_WM_TEMPLATE_INDEX" val="20207618"/>
  <p:tag name="KSO_WM_UNIT_LAYERLEVEL" val="1_1_1"/>
  <p:tag name="KSO_WM_TAG_VERSION" val="1.0"/>
  <p:tag name="KSO_WM_BEAUTIFY_FLAG" val="#wm#"/>
  <p:tag name="KSO_WM_UNIT_USESOURCEFORMAT_APPLY" val="1"/>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7618_4*i*7"/>
  <p:tag name="KSO_WM_TEMPLATE_CATEGORY" val="custom"/>
  <p:tag name="KSO_WM_TEMPLATE_INDEX" val="20207618"/>
  <p:tag name="KSO_WM_UNIT_LAYERLEVEL" val="1"/>
  <p:tag name="KSO_WM_TAG_VERSION" val="1.0"/>
  <p:tag name="KSO_WM_BEAUTIFY_FLAG" val="#wm#"/>
  <p:tag name="KSO_WM_UNIT_USESOURCEFORMAT_APPLY" val="1"/>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07618_4*i*3"/>
  <p:tag name="KSO_WM_TEMPLATE_CATEGORY" val="custom"/>
  <p:tag name="KSO_WM_TEMPLATE_INDEX" val="20207618"/>
  <p:tag name="KSO_WM_UNIT_LAYERLEVEL" val="1"/>
  <p:tag name="KSO_WM_TAG_VERSION" val="1.0"/>
  <p:tag name="KSO_WM_BEAUTIFY_FLAG" val="#wm#"/>
  <p:tag name="KSO_WM_UNIT_USESOURCEFORMAT_APPLY" val="1"/>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5"/>
  <p:tag name="KSO_WM_UNIT_ID" val="custom20207618_4*l_h_i*1_3_5"/>
  <p:tag name="KSO_WM_TEMPLATE_CATEGORY" val="custom"/>
  <p:tag name="KSO_WM_TEMPLATE_INDEX" val="20207618"/>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ID" val="custom20207618_4*l_h_i*1_3_4"/>
  <p:tag name="KSO_WM_TEMPLATE_CATEGORY" val="custom"/>
  <p:tag name="KSO_WM_TEMPLATE_INDEX" val="202076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custom20207618_4*l_h_i*1_3_3"/>
  <p:tag name="KSO_WM_TEMPLATE_CATEGORY" val="custom"/>
  <p:tag name="KSO_WM_TEMPLATE_INDEX" val="20207618"/>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7618_4*l_h_i*1_3_2"/>
  <p:tag name="KSO_WM_TEMPLATE_CATEGORY" val="custom"/>
  <p:tag name="KSO_WM_TEMPLATE_INDEX" val="202076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7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输入标题"/>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custom20207618_4*l_h_a*1_3_1"/>
  <p:tag name="KSO_WM_TEMPLATE_CATEGORY" val="custom"/>
  <p:tag name="KSO_WM_TEMPLATE_INDEX" val="20207618"/>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7618_4*l_h_i*1_3_1"/>
  <p:tag name="KSO_WM_TEMPLATE_CATEGORY" val="custom"/>
  <p:tag name="KSO_WM_TEMPLATE_INDEX" val="20207618"/>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6"/>
  <p:tag name="KSO_WM_UNIT_ID" val="custom20207618_4*l_h_i*1_3_6"/>
  <p:tag name="KSO_WM_TEMPLATE_CATEGORY" val="custom"/>
  <p:tag name="KSO_WM_TEMPLATE_INDEX" val="20207618"/>
  <p:tag name="KSO_WM_UNIT_LAYERLEVEL" val="1_1_1"/>
  <p:tag name="KSO_WM_TAG_VERSION" val="1.0"/>
  <p:tag name="KSO_WM_BEAUTIFY_FLAG" val="#wm#"/>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7618_4*i*6"/>
  <p:tag name="KSO_WM_TEMPLATE_CATEGORY" val="custom"/>
  <p:tag name="KSO_WM_TEMPLATE_INDEX" val="20207618"/>
  <p:tag name="KSO_WM_UNIT_LAYERLEVEL" val="1"/>
  <p:tag name="KSO_WM_TAG_VERSION" val="1.0"/>
  <p:tag name="KSO_WM_BEAUTIFY_FLAG" val="#wm#"/>
  <p:tag name="KSO_WM_UNIT_USESOURCEFORMAT_APPLY" val="1"/>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7618_4*i*2"/>
  <p:tag name="KSO_WM_TEMPLATE_CATEGORY" val="custom"/>
  <p:tag name="KSO_WM_TEMPLATE_INDEX" val="20207618"/>
  <p:tag name="KSO_WM_UNIT_LAYERLEVEL" val="1"/>
  <p:tag name="KSO_WM_TAG_VERSION" val="1.0"/>
  <p:tag name="KSO_WM_BEAUTIFY_FLAG" val="#wm#"/>
  <p:tag name="KSO_WM_UNIT_USESOURCEFORMAT_APPLY" val="1"/>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5"/>
  <p:tag name="KSO_WM_UNIT_ID" val="custom20207618_4*l_h_i*1_4_5"/>
  <p:tag name="KSO_WM_TEMPLATE_CATEGORY" val="custom"/>
  <p:tag name="KSO_WM_TEMPLATE_INDEX" val="20207618"/>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4"/>
  <p:tag name="KSO_WM_UNIT_ID" val="custom20207618_4*l_h_i*1_4_4"/>
  <p:tag name="KSO_WM_TEMPLATE_CATEGORY" val="custom"/>
  <p:tag name="KSO_WM_TEMPLATE_INDEX" val="202076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custom20207618_4*l_h_i*1_4_3"/>
  <p:tag name="KSO_WM_TEMPLATE_CATEGORY" val="custom"/>
  <p:tag name="KSO_WM_TEMPLATE_INDEX" val="20207618"/>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7618_4*l_h_i*1_4_2"/>
  <p:tag name="KSO_WM_TEMPLATE_CATEGORY" val="custom"/>
  <p:tag name="KSO_WM_TEMPLATE_INDEX" val="202076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8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输入标题"/>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custom20207618_4*l_h_a*1_4_1"/>
  <p:tag name="KSO_WM_TEMPLATE_CATEGORY" val="custom"/>
  <p:tag name="KSO_WM_TEMPLATE_INDEX" val="20207618"/>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7618_4*l_h_i*1_4_1"/>
  <p:tag name="KSO_WM_TEMPLATE_CATEGORY" val="custom"/>
  <p:tag name="KSO_WM_TEMPLATE_INDEX" val="20207618"/>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6"/>
  <p:tag name="KSO_WM_UNIT_ID" val="custom20207618_4*l_h_i*1_4_6"/>
  <p:tag name="KSO_WM_TEMPLATE_CATEGORY" val="custom"/>
  <p:tag name="KSO_WM_TEMPLATE_INDEX" val="20207618"/>
  <p:tag name="KSO_WM_UNIT_LAYERLEVEL" val="1_1_1"/>
  <p:tag name="KSO_WM_TAG_VERSION" val="1.0"/>
  <p:tag name="KSO_WM_BEAUTIFY_FLAG" val="#wm#"/>
  <p:tag name="KSO_WM_UNIT_USESOURCEFORMAT_APPLY" val="1"/>
</p:tagLst>
</file>

<file path=ppt/tags/tag190.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7618_4*a*1"/>
  <p:tag name="KSO_WM_TEMPLATE_CATEGORY" val="custom"/>
  <p:tag name="KSO_WM_TEMPLATE_INDEX" val="20207618"/>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8"/>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8"/>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20207618">
      <a:dk1>
        <a:sysClr val="windowText" lastClr="000000"/>
      </a:dk1>
      <a:lt1>
        <a:sysClr val="window" lastClr="FFFFFF"/>
      </a:lt1>
      <a:dk2>
        <a:srgbClr val="CA3030"/>
      </a:dk2>
      <a:lt2>
        <a:srgbClr val="FFFFFF"/>
      </a:lt2>
      <a:accent1>
        <a:srgbClr val="CA3030"/>
      </a:accent1>
      <a:accent2>
        <a:srgbClr val="D55146"/>
      </a:accent2>
      <a:accent3>
        <a:srgbClr val="DF735C"/>
      </a:accent3>
      <a:accent4>
        <a:srgbClr val="EA9471"/>
      </a:accent4>
      <a:accent5>
        <a:srgbClr val="F4B687"/>
      </a:accent5>
      <a:accent6>
        <a:srgbClr val="FFD79D"/>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988</Words>
  <Application>Microsoft Office PowerPoint</Application>
  <PresentationFormat>宽屏</PresentationFormat>
  <Paragraphs>86</Paragraphs>
  <Slides>13</Slides>
  <Notes>1</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13</vt:i4>
      </vt:variant>
    </vt:vector>
  </HeadingPairs>
  <TitlesOfParts>
    <vt:vector size="26" baseType="lpstr">
      <vt:lpstr>黑体</vt:lpstr>
      <vt:lpstr>Calibri Light</vt:lpstr>
      <vt:lpstr>思源黑体 CN Light</vt:lpstr>
      <vt:lpstr>思源黑体 Bold</vt:lpstr>
      <vt:lpstr>Calibri</vt:lpstr>
      <vt:lpstr>Arial Bold</vt:lpstr>
      <vt:lpstr>汉仪旗黑-45S</vt:lpstr>
      <vt:lpstr>Arial</vt:lpstr>
      <vt:lpstr>楷体</vt:lpstr>
      <vt:lpstr>方正锐正黑_GBK</vt:lpstr>
      <vt:lpstr>思源黑体 CN Bold</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liyunhan</dc:creator>
  <cp:lastModifiedBy>Lu Shiying</cp:lastModifiedBy>
  <cp:revision>16</cp:revision>
  <dcterms:created xsi:type="dcterms:W3CDTF">2022-04-01T09:38:53Z</dcterms:created>
  <dcterms:modified xsi:type="dcterms:W3CDTF">2022-04-08T09:00:43Z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2052-4.1.2.6545</vt:lpwstr>
  </property>
</Properties>
</file>