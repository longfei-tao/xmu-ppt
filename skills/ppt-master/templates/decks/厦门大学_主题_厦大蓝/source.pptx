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ink/ink1.xml" ContentType="application/inkml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72" r:id="rId9"/>
    <p:sldId id="261" r:id="rId10"/>
    <p:sldId id="264" r:id="rId11"/>
    <p:sldId id="273" r:id="rId12"/>
    <p:sldId id="278" r:id="rId13"/>
    <p:sldId id="263" r:id="rId14"/>
    <p:sldId id="279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1C3"/>
    <a:srgbClr val="C9D1E8"/>
    <a:srgbClr val="99A5CF"/>
    <a:srgbClr val="9DB4FB"/>
    <a:srgbClr val="8D9294"/>
    <a:srgbClr val="293234"/>
    <a:srgbClr val="E0D9E3"/>
    <a:srgbClr val="E1E1E3"/>
    <a:srgbClr val="EFEFF1"/>
    <a:srgbClr val="6E7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552" y="72"/>
      </p:cViewPr>
      <p:guideLst>
        <p:guide orient="horz" pos="2160"/>
        <p:guide pos="3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EC-40EB-952A-AC1C9B3F79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EC-40EB-952A-AC1C9B3F79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EC-40EB-952A-AC1C9B3F79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80770115"/>
        <c:axId val="789471528"/>
      </c:barChart>
      <c:catAx>
        <c:axId val="98077011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9471528"/>
        <c:crosses val="autoZero"/>
        <c:auto val="1"/>
        <c:lblAlgn val="ctr"/>
        <c:lblOffset val="100"/>
        <c:noMultiLvlLbl val="0"/>
      </c:catAx>
      <c:valAx>
        <c:axId val="789471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807701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cm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2.84167" units="1/cm"/>
        </inkml:channelProperties>
      </inkml:inkSource>
      <inkml:timestamp xml:id="ts0" timeString="2022-03-23T22:06: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12515,'0'0'3808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2022/4/14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3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16.jpe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21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26.jpe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 cstate="email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-907542" y="2185988"/>
            <a:ext cx="4977384" cy="177546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pPr algn="r"/>
            <a:r>
              <a:rPr lang="zh-CN" alt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厦门大学</a:t>
            </a:r>
            <a:br>
              <a:rPr lang="zh-CN" alt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</a:br>
            <a:r>
              <a:rPr lang="en-US" altLang="zh-CN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PPT</a:t>
            </a:r>
            <a:r>
              <a:rPr lang="zh-CN" altLang="en-US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模板</a:t>
            </a:r>
            <a:endParaRPr lang="zh-CN" altLang="en-US" dirty="0">
              <a:solidFill>
                <a:schemeClr val="tx2">
                  <a:lumMod val="50000"/>
                  <a:lumOff val="5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393065" y="4097020"/>
            <a:ext cx="4566285" cy="43815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z="2000" dirty="0">
                <a:solidFill>
                  <a:srgbClr val="99A5CF"/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单击此处编辑副标题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93535" y="30175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91830" y="6061710"/>
            <a:ext cx="3307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汇报人：</a:t>
            </a:r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xxx      </a:t>
            </a:r>
            <a:r>
              <a:rPr lang="zh-CN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指导老师：</a:t>
            </a:r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xxx</a:t>
            </a:r>
          </a:p>
        </p:txBody>
      </p:sp>
      <p:pic>
        <p:nvPicPr>
          <p:cNvPr id="13" name="图片 12" descr="微信图片_2022031014132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62550" y="698500"/>
            <a:ext cx="6436360" cy="51479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直接连接符 15"/>
          <p:cNvCxnSpPr>
            <a:cxnSpLocks/>
          </p:cNvCxnSpPr>
          <p:nvPr/>
        </p:nvCxnSpPr>
        <p:spPr>
          <a:xfrm>
            <a:off x="878840" y="2050415"/>
            <a:ext cx="2989263" cy="0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276850" y="796925"/>
            <a:ext cx="6207760" cy="4970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斜纹 14"/>
          <p:cNvSpPr/>
          <p:nvPr/>
        </p:nvSpPr>
        <p:spPr>
          <a:xfrm rot="5400000">
            <a:off x="8362315" y="72390"/>
            <a:ext cx="3902075" cy="3757295"/>
          </a:xfrm>
          <a:prstGeom prst="diagStripe">
            <a:avLst>
              <a:gd name="adj" fmla="val 76204"/>
            </a:avLst>
          </a:prstGeom>
          <a:blipFill rotWithShape="1">
            <a:blip r:embed="rId7"/>
            <a:tile tx="0" ty="0" sx="100000" sy="100000" flip="none" algn="tl"/>
          </a:blip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0" y="158750"/>
            <a:ext cx="3122295" cy="5200650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vert="horz" wrap="square" rtlCol="0">
            <a:spAutoFit/>
          </a:bodyPr>
          <a:lstStyle/>
          <a:p>
            <a:r>
              <a:rPr lang="en-US" altLang="zh-CN" sz="16600">
                <a:gradFill>
                  <a:gsLst>
                    <a:gs pos="100000">
                      <a:srgbClr val="F9F8CA"/>
                    </a:gs>
                    <a:gs pos="6000">
                      <a:srgbClr val="4EAADD"/>
                    </a:gs>
                  </a:gsLst>
                  <a:lin scaled="1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r>
              <a:rPr lang="zh-CN" altLang="en-US" sz="16600">
                <a:solidFill>
                  <a:srgbClr val="CFDFF7"/>
                </a:solidFill>
                <a:latin typeface="等线 Light" panose="02010600030101010101" charset="-122"/>
                <a:ea typeface="等线 Light" panose="02010600030101010101" charset="-122"/>
              </a:rPr>
              <a:t>目</a:t>
            </a:r>
          </a:p>
          <a:p>
            <a:r>
              <a:rPr lang="zh-CN" altLang="en-US" sz="16600">
                <a:solidFill>
                  <a:srgbClr val="CFDFF7"/>
                </a:solidFill>
                <a:latin typeface="等线 Light" panose="02010600030101010101" charset="-122"/>
                <a:ea typeface="等线 Light" panose="02010600030101010101" charset="-122"/>
              </a:rPr>
              <a:t>录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4976495" y="1015365"/>
            <a:ext cx="955675" cy="955675"/>
          </a:xfrm>
          <a:prstGeom prst="ellipse">
            <a:avLst/>
          </a:prstGeom>
          <a:blipFill rotWithShape="1">
            <a:blip r:embed="rId3">
              <a:alphaModFix amt="73000"/>
            </a:blip>
          </a:blipFill>
          <a:ln>
            <a:noFill/>
          </a:ln>
          <a:effectLst>
            <a:innerShdw blurRad="63500" dist="50800" dir="21240000">
              <a:prstClr val="black">
                <a:alpha val="50000"/>
              </a:prstClr>
            </a:innerShdw>
            <a:reflection blurRad="6350" stA="49000" endA="300" endPos="19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01590" y="1170305"/>
            <a:ext cx="704850" cy="64516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01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5810885" y="2237105"/>
            <a:ext cx="955675" cy="955675"/>
          </a:xfrm>
          <a:prstGeom prst="ellipse">
            <a:avLst/>
          </a:prstGeom>
          <a:blipFill rotWithShape="1">
            <a:blip r:embed="rId3">
              <a:alphaModFix amt="73000"/>
            </a:blip>
          </a:blip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reflection blurRad="6350" stA="49000" endA="300" endPos="19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935980" y="2392045"/>
            <a:ext cx="704850" cy="64516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02</a:t>
            </a:r>
          </a:p>
        </p:txBody>
      </p:sp>
      <p:sp>
        <p:nvSpPr>
          <p:cNvPr id="17" name="椭圆 16"/>
          <p:cNvSpPr/>
          <p:nvPr userDrawn="1"/>
        </p:nvSpPr>
        <p:spPr>
          <a:xfrm>
            <a:off x="6720205" y="3504248"/>
            <a:ext cx="955675" cy="955675"/>
          </a:xfrm>
          <a:prstGeom prst="ellipse">
            <a:avLst/>
          </a:prstGeom>
          <a:blipFill rotWithShape="1">
            <a:blip r:embed="rId3">
              <a:alphaModFix amt="73000"/>
            </a:blip>
          </a:blip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reflection blurRad="6350" stA="49000" endA="300" endPos="19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6845300" y="3659505"/>
            <a:ext cx="704850" cy="64516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03</a:t>
            </a:r>
          </a:p>
        </p:txBody>
      </p:sp>
      <p:sp>
        <p:nvSpPr>
          <p:cNvPr id="19" name="椭圆 18"/>
          <p:cNvSpPr/>
          <p:nvPr userDrawn="1"/>
        </p:nvSpPr>
        <p:spPr>
          <a:xfrm>
            <a:off x="7557770" y="4771390"/>
            <a:ext cx="955675" cy="955675"/>
          </a:xfrm>
          <a:prstGeom prst="ellipse">
            <a:avLst/>
          </a:prstGeom>
          <a:blipFill rotWithShape="1">
            <a:blip r:embed="rId3">
              <a:alphaModFix amt="73000"/>
            </a:blip>
          </a:blip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reflection blurRad="6350" stA="49000" endA="300" endPos="19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682865" y="4926330"/>
            <a:ext cx="704850" cy="64516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04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6263640" y="1240155"/>
            <a:ext cx="2618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7C9CCD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6971030" y="2426970"/>
            <a:ext cx="2618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7C9CCD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7959090" y="3712845"/>
            <a:ext cx="2618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7C9CBE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8882380" y="4998720"/>
            <a:ext cx="2618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7C9CBE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</p:txBody>
      </p:sp>
      <p:pic>
        <p:nvPicPr>
          <p:cNvPr id="9" name="图片 8" descr="微信图片_2022031014115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6" r="-96"/>
          <a:stretch>
            <a:fillRect/>
          </a:stretch>
        </p:blipFill>
        <p:spPr>
          <a:xfrm>
            <a:off x="-1250315" y="0"/>
            <a:ext cx="9450070" cy="6858635"/>
          </a:xfrm>
          <a:prstGeom prst="triangle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4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203101412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65" y="407035"/>
            <a:ext cx="9064625" cy="604393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2" name="文本框 11"/>
          <p:cNvSpPr txBox="1"/>
          <p:nvPr/>
        </p:nvSpPr>
        <p:spPr>
          <a:xfrm>
            <a:off x="9624695" y="3954780"/>
            <a:ext cx="2037080" cy="2353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</a:t>
            </a:r>
            <a:r>
              <a:rPr lang="zh-CN" altLang="en-US" dirty="0">
                <a:solidFill>
                  <a:srgbClr val="8D9294"/>
                </a:solidFill>
                <a:sym typeface="+mn-ea"/>
              </a:rPr>
              <a:t>。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11755120" y="5112385"/>
            <a:ext cx="0" cy="1196340"/>
          </a:xfrm>
          <a:prstGeom prst="line">
            <a:avLst/>
          </a:prstGeom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0175" y="324485"/>
            <a:ext cx="9239885" cy="6228080"/>
          </a:xfrm>
          <a:prstGeom prst="rect">
            <a:avLst/>
          </a:prstGeom>
          <a:noFill/>
          <a:ln w="28575" cmpd="dbl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-71120" y="-222885"/>
            <a:ext cx="30734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>
                <a:solidFill>
                  <a:schemeClr val="bg1"/>
                </a:solidFill>
              </a:rPr>
              <a:t>01.</a:t>
            </a:r>
          </a:p>
        </p:txBody>
      </p:sp>
      <p:sp>
        <p:nvSpPr>
          <p:cNvPr id="15" name="矩形 14"/>
          <p:cNvSpPr/>
          <p:nvPr/>
        </p:nvSpPr>
        <p:spPr>
          <a:xfrm>
            <a:off x="6014085" y="1544955"/>
            <a:ext cx="5741035" cy="568325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5391785" y="1016635"/>
            <a:ext cx="6642100" cy="9753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>
              <a:defRPr sz="4800" b="0" u="sng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6AAB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08400" y="37599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pPr lvl="0"/>
            <a:r>
              <a:rPr lang="zh-CN" altLang="en-US">
                <a:latin typeface="等线 Light" panose="02010600030101010101" charset="-122"/>
                <a:ea typeface="等线 Light" panose="02010600030101010101" charset="-122"/>
              </a:rPr>
              <a:t>单击此处编辑标题样式</a:t>
            </a:r>
          </a:p>
        </p:txBody>
      </p:sp>
      <p:sp>
        <p:nvSpPr>
          <p:cNvPr id="8" name="剪去单角的矩形 7"/>
          <p:cNvSpPr/>
          <p:nvPr userDrawn="1"/>
        </p:nvSpPr>
        <p:spPr>
          <a:xfrm>
            <a:off x="7220585" y="0"/>
            <a:ext cx="4719320" cy="6858000"/>
          </a:xfrm>
          <a:prstGeom prst="snip1Rect">
            <a:avLst>
              <a:gd name="adj" fmla="val 0"/>
            </a:avLst>
          </a:prstGeom>
          <a:blipFill rotWithShape="1">
            <a:blip r:embed="rId4"/>
            <a:tile tx="361950" ty="-12700" sx="99000" sy="100000" flip="none" algn="ctr"/>
          </a:blip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泪滴形 14"/>
          <p:cNvSpPr/>
          <p:nvPr userDrawn="1"/>
        </p:nvSpPr>
        <p:spPr>
          <a:xfrm rot="5400000">
            <a:off x="2106295" y="2071370"/>
            <a:ext cx="1372235" cy="1372235"/>
          </a:xfrm>
          <a:prstGeom prst="teardrop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泪滴形 15"/>
          <p:cNvSpPr/>
          <p:nvPr userDrawn="1"/>
        </p:nvSpPr>
        <p:spPr>
          <a:xfrm rot="16200000">
            <a:off x="3592830" y="3543935"/>
            <a:ext cx="1372235" cy="1362075"/>
          </a:xfrm>
          <a:prstGeom prst="teardrop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泪滴形 16"/>
          <p:cNvSpPr/>
          <p:nvPr userDrawn="1"/>
        </p:nvSpPr>
        <p:spPr>
          <a:xfrm>
            <a:off x="2106930" y="3549015"/>
            <a:ext cx="1372235" cy="1362075"/>
          </a:xfrm>
          <a:prstGeom prst="teardrop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泪滴形 17"/>
          <p:cNvSpPr/>
          <p:nvPr userDrawn="1"/>
        </p:nvSpPr>
        <p:spPr>
          <a:xfrm rot="10800000">
            <a:off x="3597910" y="2051050"/>
            <a:ext cx="1304925" cy="1372235"/>
          </a:xfrm>
          <a:prstGeom prst="teardrop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144135" y="2199005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  <a:p>
            <a:pPr lvl="0" algn="l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文本</a:t>
            </a:r>
          </a:p>
        </p:txBody>
      </p:sp>
      <p:pic>
        <p:nvPicPr>
          <p:cNvPr id="21" name="图片 20" descr="32303038313138363b32303039303531303bd0b4d7d6b0e5"/>
          <p:cNvPicPr>
            <a:picLocks noChangeAspect="1"/>
          </p:cNvPicPr>
          <p:nvPr userDrawn="1"/>
        </p:nvPicPr>
        <p:blipFill>
          <a:blip r:embed="rId5" cstate="email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1090" y="2300605"/>
            <a:ext cx="872490" cy="872490"/>
          </a:xfrm>
          <a:prstGeom prst="rect">
            <a:avLst/>
          </a:prstGeom>
        </p:spPr>
      </p:pic>
      <p:pic>
        <p:nvPicPr>
          <p:cNvPr id="22" name="图片 21" descr="32303038313138363b32303039303530383bd0c5cfa2"/>
          <p:cNvPicPr>
            <a:picLocks noChangeAspect="1"/>
          </p:cNvPicPr>
          <p:nvPr userDrawn="1"/>
        </p:nvPicPr>
        <p:blipFill>
          <a:blip r:embed="rId7" cstate="email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7945" y="2365375"/>
            <a:ext cx="744855" cy="744855"/>
          </a:xfrm>
          <a:prstGeom prst="rect">
            <a:avLst/>
          </a:prstGeom>
        </p:spPr>
      </p:pic>
      <p:pic>
        <p:nvPicPr>
          <p:cNvPr id="23" name="图片 22" descr="32303038313138353b32303039303630363bb7d6d7d3"/>
          <p:cNvPicPr>
            <a:picLocks noChangeAspect="1"/>
          </p:cNvPicPr>
          <p:nvPr userDrawn="1"/>
        </p:nvPicPr>
        <p:blipFill>
          <a:blip r:embed="rId9" cstate="email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71090" y="3767455"/>
            <a:ext cx="914400" cy="914400"/>
          </a:xfrm>
          <a:prstGeom prst="rect">
            <a:avLst/>
          </a:prstGeom>
        </p:spPr>
      </p:pic>
      <p:pic>
        <p:nvPicPr>
          <p:cNvPr id="24" name="图片 23" descr="32303038313138353b32303039303631303bcbc4cff3cfdecdbc"/>
          <p:cNvPicPr>
            <a:picLocks noChangeAspect="1"/>
          </p:cNvPicPr>
          <p:nvPr userDrawn="1"/>
        </p:nvPicPr>
        <p:blipFill>
          <a:blip r:embed="rId11" cstate="email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2065" y="3767455"/>
            <a:ext cx="914400" cy="914400"/>
          </a:xfrm>
          <a:prstGeom prst="rect">
            <a:avLst/>
          </a:prstGeom>
        </p:spPr>
      </p:pic>
      <p:sp>
        <p:nvSpPr>
          <p:cNvPr id="25" name="文本框 24"/>
          <p:cNvSpPr txBox="1"/>
          <p:nvPr userDrawn="1"/>
        </p:nvSpPr>
        <p:spPr>
          <a:xfrm>
            <a:off x="5201285" y="3767455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  <a:p>
            <a:pPr lvl="0" algn="l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文本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424180" y="2300605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  <a:p>
            <a:pPr lvl="0" algn="r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文本</a:t>
            </a:r>
          </a:p>
        </p:txBody>
      </p:sp>
      <p:sp>
        <p:nvSpPr>
          <p:cNvPr id="27" name="文本框 26"/>
          <p:cNvSpPr txBox="1"/>
          <p:nvPr userDrawn="1"/>
        </p:nvSpPr>
        <p:spPr>
          <a:xfrm>
            <a:off x="497840" y="3902075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</a:p>
          <a:p>
            <a:pPr lvl="0" algn="r"/>
            <a:r>
              <a:rPr lang="zh-CN" altLang="en-US" sz="16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文本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6412230"/>
            <a:ext cx="7025640" cy="21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斜纹 37"/>
          <p:cNvSpPr/>
          <p:nvPr/>
        </p:nvSpPr>
        <p:spPr>
          <a:xfrm rot="16200000" flipH="1" flipV="1">
            <a:off x="10836910" y="-20955"/>
            <a:ext cx="1081405" cy="1125220"/>
          </a:xfrm>
          <a:prstGeom prst="diagStripe">
            <a:avLst>
              <a:gd name="adj" fmla="val 53791"/>
            </a:avLst>
          </a:prstGeom>
          <a:solidFill>
            <a:schemeClr val="bg1">
              <a:alpha val="89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35000">
              <a:srgbClr val="77A0D3"/>
            </a:gs>
            <a:gs pos="0">
              <a:srgbClr val="6295CA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635" y="3371850"/>
            <a:ext cx="12192000" cy="315468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微信图片_20220310141129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106670" cy="6858000"/>
          </a:xfrm>
          <a:prstGeom prst="trapezoid">
            <a:avLst>
              <a:gd name="adj" fmla="val 0"/>
            </a:avLst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7" name="文本框 6"/>
          <p:cNvSpPr txBox="1"/>
          <p:nvPr/>
        </p:nvSpPr>
        <p:spPr>
          <a:xfrm>
            <a:off x="4057650" y="471170"/>
            <a:ext cx="49682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kern="3200" spc="310" dirty="0">
                <a:solidFill>
                  <a:schemeClr val="bg1"/>
                </a:solidFill>
                <a:uFillTx/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  <p:graphicFrame>
        <p:nvGraphicFramePr>
          <p:cNvPr id="13" name="图表 12"/>
          <p:cNvGraphicFramePr/>
          <p:nvPr/>
        </p:nvGraphicFramePr>
        <p:xfrm>
          <a:off x="5366385" y="3553460"/>
          <a:ext cx="5781675" cy="2973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5366385" y="1329055"/>
            <a:ext cx="6202680" cy="1962150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sz="1780" dirty="0">
                <a:solidFill>
                  <a:schemeClr val="bg1"/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</a:t>
            </a:r>
          </a:p>
          <a:p>
            <a:pPr marL="0" indent="0">
              <a:buNone/>
            </a:pPr>
            <a:endParaRPr lang="zh-CN" altLang="en-US" sz="178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8" name="斜纹 37"/>
          <p:cNvSpPr/>
          <p:nvPr/>
        </p:nvSpPr>
        <p:spPr>
          <a:xfrm rot="16200000">
            <a:off x="-90805" y="5620385"/>
            <a:ext cx="1328420" cy="1146810"/>
          </a:xfrm>
          <a:prstGeom prst="diagStrip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L 形 2"/>
          <p:cNvSpPr/>
          <p:nvPr/>
        </p:nvSpPr>
        <p:spPr>
          <a:xfrm flipH="1" flipV="1">
            <a:off x="11148060" y="289560"/>
            <a:ext cx="820420" cy="838835"/>
          </a:xfrm>
          <a:prstGeom prst="corner">
            <a:avLst>
              <a:gd name="adj1" fmla="val 10448"/>
              <a:gd name="adj2" fmla="val 10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微信图片_202203101413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" y="512445"/>
            <a:ext cx="8750935" cy="583438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134110" y="5275580"/>
            <a:ext cx="6048375" cy="47879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1755120" y="5112385"/>
            <a:ext cx="0" cy="1196340"/>
          </a:xfrm>
          <a:prstGeom prst="line">
            <a:avLst/>
          </a:prstGeom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014085" y="1544955"/>
            <a:ext cx="5741035" cy="568325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custDataLst>
              <p:tags r:id="rId3"/>
            </p:custDataLst>
          </p:nvPr>
        </p:nvSpPr>
        <p:spPr>
          <a:xfrm>
            <a:off x="5300345" y="1016635"/>
            <a:ext cx="6642100" cy="9753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>
              <a:defRPr sz="4800" b="0" u="sng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  <p:sp>
        <p:nvSpPr>
          <p:cNvPr id="2" name="矩形 1"/>
          <p:cNvSpPr/>
          <p:nvPr/>
        </p:nvSpPr>
        <p:spPr>
          <a:xfrm>
            <a:off x="69215" y="365760"/>
            <a:ext cx="8997315" cy="6125845"/>
          </a:xfrm>
          <a:prstGeom prst="rect">
            <a:avLst/>
          </a:prstGeom>
          <a:noFill/>
          <a:ln w="28575" cmpd="dbl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-71120" y="-222885"/>
            <a:ext cx="30734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>
                <a:solidFill>
                  <a:schemeClr val="bg1"/>
                </a:solidFill>
              </a:rPr>
              <a:t>02.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C69121-140B-489E-B48B-0648F582CB17}"/>
              </a:ext>
            </a:extLst>
          </p:cNvPr>
          <p:cNvSpPr txBox="1"/>
          <p:nvPr/>
        </p:nvSpPr>
        <p:spPr>
          <a:xfrm>
            <a:off x="9624695" y="3954780"/>
            <a:ext cx="2037080" cy="2353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</a:t>
            </a:r>
            <a:r>
              <a:rPr lang="zh-CN" altLang="en-US" dirty="0">
                <a:solidFill>
                  <a:srgbClr val="8D9294"/>
                </a:solidFill>
                <a:sym typeface="+mn-ea"/>
              </a:rPr>
              <a:t>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9492615" y="3910965"/>
            <a:ext cx="1450340" cy="14897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595110" y="3910330"/>
            <a:ext cx="1450340" cy="14897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804285" y="3910330"/>
            <a:ext cx="1450340" cy="14897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20140" y="3910965"/>
            <a:ext cx="1450340" cy="14897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-101600" y="-45085"/>
            <a:ext cx="12293600" cy="3955415"/>
          </a:xfrm>
          <a:prstGeom prst="rect">
            <a:avLst/>
          </a:prstGeom>
          <a:blipFill rotWithShape="1">
            <a:blip r:embed="rId3"/>
          </a:blipFill>
          <a:effectLst>
            <a:outerShdw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20090" y="796925"/>
            <a:ext cx="2029460" cy="2029460"/>
          </a:xfrm>
          <a:prstGeom prst="ellipse">
            <a:avLst/>
          </a:prstGeom>
          <a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14725" y="796925"/>
            <a:ext cx="2029460" cy="2029460"/>
          </a:xfrm>
          <a:prstGeom prst="ellipse">
            <a:avLst/>
          </a:prstGeom>
          <a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309360" y="796925"/>
            <a:ext cx="2029460" cy="202946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103995" y="796925"/>
            <a:ext cx="2029460" cy="2029460"/>
          </a:xfrm>
          <a:prstGeom prst="ellipse">
            <a:avLst/>
          </a:prstGeom>
          <a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6820" y="4001135"/>
            <a:ext cx="1237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kern="3200" spc="310" dirty="0">
                <a:solidFill>
                  <a:schemeClr val="tx2">
                    <a:lumMod val="75000"/>
                    <a:lumOff val="25000"/>
                  </a:schemeClr>
                </a:solidFill>
                <a:uFillTx/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910965" y="4061460"/>
            <a:ext cx="1237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kern="3200" spc="310" dirty="0">
                <a:solidFill>
                  <a:schemeClr val="tx2">
                    <a:lumMod val="75000"/>
                    <a:lumOff val="25000"/>
                  </a:schemeClr>
                </a:solidFill>
                <a:uFillTx/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6701790" y="4061460"/>
            <a:ext cx="1237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kern="3200" spc="310" dirty="0">
                <a:solidFill>
                  <a:schemeClr val="tx2">
                    <a:lumMod val="75000"/>
                    <a:lumOff val="25000"/>
                  </a:schemeClr>
                </a:solidFill>
                <a:uFillTx/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9599295" y="4062095"/>
            <a:ext cx="1237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kern="3200" spc="310" dirty="0">
                <a:solidFill>
                  <a:schemeClr val="tx2">
                    <a:lumMod val="75000"/>
                    <a:lumOff val="25000"/>
                  </a:schemeClr>
                </a:solidFill>
                <a:uFillTx/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单击此处编辑</a:t>
            </a:r>
            <a:endParaRPr lang="zh-CN" altLang="en-US" dirty="0"/>
          </a:p>
        </p:txBody>
      </p:sp>
      <p:sp>
        <p:nvSpPr>
          <p:cNvPr id="25" name="半闭框 24"/>
          <p:cNvSpPr/>
          <p:nvPr/>
        </p:nvSpPr>
        <p:spPr>
          <a:xfrm>
            <a:off x="-121920" y="-66040"/>
            <a:ext cx="790575" cy="922655"/>
          </a:xfrm>
          <a:prstGeom prst="halfFram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半闭框 25"/>
          <p:cNvSpPr/>
          <p:nvPr/>
        </p:nvSpPr>
        <p:spPr>
          <a:xfrm flipH="1" flipV="1">
            <a:off x="11522075" y="3250565"/>
            <a:ext cx="669925" cy="750570"/>
          </a:xfrm>
          <a:prstGeom prst="halfFrame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/>
              <p14:cNvContentPartPr/>
              <p14:nvPr/>
            </p14:nvContentPartPr>
            <p14:xfrm>
              <a:off x="-726395" y="464534"/>
              <a:ext cx="36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-726395" y="464534"/>
                <a:ext cx="360" cy="360"/>
              </a:xfrm>
              <a:prstGeom prst="rect"/>
            </p:spPr>
          </p:pic>
        </mc:Fallback>
      </mc:AlternateContent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A9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4650" y="268605"/>
            <a:ext cx="11471910" cy="63195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05815" y="516255"/>
            <a:ext cx="8204835" cy="3529330"/>
          </a:xfrm>
          <a:prstGeom prst="rect">
            <a:avLst/>
          </a:prstGeom>
          <a:blipFill rotWithShape="1">
            <a:blip r:embed="rId3"/>
            <a:tile tx="12700" ty="254000" sx="99000" sy="100000" flip="none" algn="l"/>
          </a:blip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19565" y="515620"/>
            <a:ext cx="2252345" cy="3529965"/>
          </a:xfrm>
          <a:prstGeom prst="rect">
            <a:avLst/>
          </a:prstGeom>
          <a:blipFill rotWithShape="1">
            <a:blip r:embed="rId3"/>
            <a:tile tx="-25400" ty="266700" sx="99000" sy="100000" flip="none" algn="r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2190" y="4281170"/>
            <a:ext cx="10168255" cy="17106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8D9294"/>
                </a:solidFill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，单击此处添加文本，单击此处添加文本，单击此处添加文本，单击此处添加文本，单击此处添加文本。</a:t>
            </a:r>
            <a:endParaRPr lang="zh-CN" altLang="en-US" kern="3200" spc="310" dirty="0">
              <a:solidFill>
                <a:srgbClr val="8D9294"/>
              </a:solidFill>
              <a:uFillTx/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</p:txBody>
      </p:sp>
      <p:sp>
        <p:nvSpPr>
          <p:cNvPr id="10" name="半闭框 9"/>
          <p:cNvSpPr/>
          <p:nvPr/>
        </p:nvSpPr>
        <p:spPr>
          <a:xfrm>
            <a:off x="0" y="0"/>
            <a:ext cx="1499870" cy="1398905"/>
          </a:xfrm>
          <a:prstGeom prst="halfFrame">
            <a:avLst>
              <a:gd name="adj1" fmla="val 23150"/>
              <a:gd name="adj2" fmla="val 30413"/>
            </a:avLst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半闭框 10"/>
          <p:cNvSpPr/>
          <p:nvPr/>
        </p:nvSpPr>
        <p:spPr>
          <a:xfrm rot="10800000">
            <a:off x="10692130" y="5459095"/>
            <a:ext cx="1499870" cy="1398905"/>
          </a:xfrm>
          <a:prstGeom prst="halfFrame">
            <a:avLst>
              <a:gd name="adj1" fmla="val 23150"/>
              <a:gd name="adj2" fmla="val 30413"/>
            </a:avLst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203101412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25" y="499110"/>
            <a:ext cx="8787765" cy="585978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11755120" y="5112385"/>
            <a:ext cx="0" cy="1196340"/>
          </a:xfrm>
          <a:prstGeom prst="line">
            <a:avLst/>
          </a:prstGeom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014085" y="1544955"/>
            <a:ext cx="5741035" cy="5683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5300345" y="1016635"/>
            <a:ext cx="6642100" cy="9753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>
              <a:defRPr sz="4800" b="0" u="sng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  <p:sp>
        <p:nvSpPr>
          <p:cNvPr id="2" name="矩形 1"/>
          <p:cNvSpPr/>
          <p:nvPr/>
        </p:nvSpPr>
        <p:spPr>
          <a:xfrm>
            <a:off x="130175" y="324485"/>
            <a:ext cx="9088755" cy="6228080"/>
          </a:xfrm>
          <a:prstGeom prst="rect">
            <a:avLst/>
          </a:prstGeom>
          <a:noFill/>
          <a:ln w="28575" cmpd="dbl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-71120" y="-222885"/>
            <a:ext cx="30734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>
                <a:solidFill>
                  <a:schemeClr val="bg1"/>
                </a:solidFill>
              </a:rPr>
              <a:t>03.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9A9FAA-A8C3-43BC-B9F4-8E4B9AD72ED6}"/>
              </a:ext>
            </a:extLst>
          </p:cNvPr>
          <p:cNvSpPr txBox="1"/>
          <p:nvPr/>
        </p:nvSpPr>
        <p:spPr>
          <a:xfrm>
            <a:off x="9624695" y="3954780"/>
            <a:ext cx="2037080" cy="2353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</a:t>
            </a:r>
            <a:r>
              <a:rPr lang="zh-CN" altLang="en-US" dirty="0">
                <a:solidFill>
                  <a:srgbClr val="8D9294"/>
                </a:solidFill>
                <a:sym typeface="+mn-ea"/>
              </a:rPr>
              <a:t>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39490"/>
            <a:ext cx="10969200" cy="705600"/>
          </a:xfrm>
        </p:spPr>
        <p:txBody>
          <a:bodyPr/>
          <a:lstStyle/>
          <a:p>
            <a:r>
              <a:rPr lang="zh-CN" altLang="en-US" sz="4000" dirty="0">
                <a:latin typeface="等线 Light" panose="02010600030101010101" charset="-122"/>
                <a:ea typeface="等线 Light" panose="02010600030101010101" charset="-122"/>
              </a:rPr>
              <a:t>单击此处添加标题</a:t>
            </a:r>
          </a:p>
        </p:txBody>
      </p:sp>
      <p:sp>
        <p:nvSpPr>
          <p:cNvPr id="4" name="矩形 3"/>
          <p:cNvSpPr/>
          <p:nvPr/>
        </p:nvSpPr>
        <p:spPr>
          <a:xfrm>
            <a:off x="7344410" y="1313180"/>
            <a:ext cx="3985260" cy="4622165"/>
          </a:xfrm>
          <a:prstGeom prst="rect">
            <a:avLst/>
          </a:prstGeom>
          <a:blipFill rotWithShape="1">
            <a:blip r:embed="rId3"/>
            <a:tile tx="1270000" ty="22860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半闭框 24"/>
          <p:cNvSpPr/>
          <p:nvPr/>
        </p:nvSpPr>
        <p:spPr>
          <a:xfrm>
            <a:off x="7263765" y="1252220"/>
            <a:ext cx="567690" cy="659130"/>
          </a:xfrm>
          <a:prstGeom prst="halfFram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微信图片_2022031014120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330" y="4231640"/>
            <a:ext cx="2209800" cy="17037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9320000">
            <a:off x="2216150" y="5722620"/>
            <a:ext cx="911225" cy="198120"/>
          </a:xfrm>
          <a:prstGeom prst="rect">
            <a:avLst/>
          </a:prstGeom>
          <a:solidFill>
            <a:schemeClr val="bg1">
              <a:alpha val="65000"/>
            </a:schemeClr>
          </a:solidFill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2936240" y="4231640"/>
            <a:ext cx="4102100" cy="239585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44170" y="3976370"/>
            <a:ext cx="6400165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内容占位符 16">
            <a:extLst>
              <a:ext uri="{FF2B5EF4-FFF2-40B4-BE49-F238E27FC236}">
                <a16:creationId xmlns:a16="http://schemas.microsoft.com/office/drawing/2014/main" id="{34AB53EF-1B9E-44C9-99D3-B192205A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4" y="1490664"/>
            <a:ext cx="6289176" cy="2293726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sz="178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D9E3">
            <a:alpha val="4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149590" y="678180"/>
            <a:ext cx="2799715" cy="4513580"/>
          </a:xfrm>
          <a:prstGeom prst="rect">
            <a:avLst/>
          </a:prstGeom>
          <a:noFill/>
          <a:ln>
            <a:solidFill>
              <a:srgbClr val="C2C1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75220" y="2344420"/>
            <a:ext cx="2799715" cy="3926205"/>
          </a:xfrm>
          <a:prstGeom prst="rect">
            <a:avLst/>
          </a:prstGeom>
          <a:noFill/>
          <a:ln>
            <a:solidFill>
              <a:srgbClr val="6E72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单击此处添加标题</a:t>
            </a:r>
          </a:p>
        </p:txBody>
      </p:sp>
      <p:pic>
        <p:nvPicPr>
          <p:cNvPr id="7" name="内容占位符 6" descr="微信图片_20220310141235"/>
          <p:cNvPicPr>
            <a:picLocks noGrp="1" noChangeAspect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28025" y="966470"/>
            <a:ext cx="2865755" cy="49250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5" name="半闭框 24"/>
          <p:cNvSpPr/>
          <p:nvPr/>
        </p:nvSpPr>
        <p:spPr>
          <a:xfrm rot="10800000">
            <a:off x="10698480" y="5303520"/>
            <a:ext cx="567690" cy="659130"/>
          </a:xfrm>
          <a:prstGeom prst="halfFrame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 descr="微信图片_2022031014124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220" y="4064000"/>
            <a:ext cx="1450340" cy="25806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 rot="2460000">
            <a:off x="7165340" y="6384925"/>
            <a:ext cx="911225" cy="198120"/>
          </a:xfrm>
          <a:prstGeom prst="rect">
            <a:avLst/>
          </a:prstGeom>
          <a:solidFill>
            <a:schemeClr val="bg1">
              <a:alpha val="65000"/>
            </a:schemeClr>
          </a:solidFill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435610" y="1384300"/>
            <a:ext cx="2332990" cy="5715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16">
            <a:extLst>
              <a:ext uri="{FF2B5EF4-FFF2-40B4-BE49-F238E27FC236}">
                <a16:creationId xmlns:a16="http://schemas.microsoft.com/office/drawing/2014/main" id="{53ED4E12-FA4E-4D66-9309-471D684C83A1}"/>
              </a:ext>
            </a:extLst>
          </p:cNvPr>
          <p:cNvSpPr txBox="1">
            <a:spLocks/>
          </p:cNvSpPr>
          <p:nvPr/>
        </p:nvSpPr>
        <p:spPr>
          <a:xfrm>
            <a:off x="608400" y="1682312"/>
            <a:ext cx="6289176" cy="4059689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vert="horz" lIns="90000" tIns="46800" rIns="90000" bIns="46800" rtlCol="0">
            <a:normAutofit fontScale="750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78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78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78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78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78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78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780" dirty="0">
                <a:solidFill>
                  <a:schemeClr val="bg1">
                    <a:lumMod val="50000"/>
                  </a:schemeClr>
                </a:solidFill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  <a:p>
            <a:pPr marL="0" indent="0">
              <a:buNone/>
            </a:pPr>
            <a:endParaRPr lang="zh-CN" altLang="en-US" sz="178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78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微信图片_202203101413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50" y="424815"/>
            <a:ext cx="8999220" cy="600837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14" name="直接连接符 13"/>
          <p:cNvCxnSpPr/>
          <p:nvPr/>
        </p:nvCxnSpPr>
        <p:spPr>
          <a:xfrm>
            <a:off x="11755120" y="5112385"/>
            <a:ext cx="0" cy="1196340"/>
          </a:xfrm>
          <a:prstGeom prst="line">
            <a:avLst/>
          </a:prstGeom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014085" y="1544955"/>
            <a:ext cx="5741035" cy="568325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5300345" y="1016635"/>
            <a:ext cx="6642100" cy="9753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>
              <a:defRPr sz="4800" b="0" u="sng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  <p:sp>
        <p:nvSpPr>
          <p:cNvPr id="2" name="矩形 1"/>
          <p:cNvSpPr/>
          <p:nvPr/>
        </p:nvSpPr>
        <p:spPr>
          <a:xfrm>
            <a:off x="130175" y="304165"/>
            <a:ext cx="9250680" cy="6248400"/>
          </a:xfrm>
          <a:prstGeom prst="rect">
            <a:avLst/>
          </a:prstGeom>
          <a:noFill/>
          <a:ln w="28575" cmpd="dbl">
            <a:solidFill>
              <a:schemeClr val="tx2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-71120" y="-222885"/>
            <a:ext cx="30734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>
                <a:solidFill>
                  <a:schemeClr val="bg1"/>
                </a:solidFill>
              </a:rPr>
              <a:t>04.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3FD71A-4E9B-42AB-B9B7-6D61F44BFEF8}"/>
              </a:ext>
            </a:extLst>
          </p:cNvPr>
          <p:cNvSpPr txBox="1"/>
          <p:nvPr/>
        </p:nvSpPr>
        <p:spPr>
          <a:xfrm>
            <a:off x="9624695" y="3954780"/>
            <a:ext cx="2037080" cy="2353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单击此处添加文本，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8D9294"/>
                </a:solidFill>
                <a:sym typeface="+mn-ea"/>
              </a:rPr>
              <a:t>单击此处添加文本</a:t>
            </a:r>
            <a:r>
              <a:rPr lang="zh-CN" altLang="en-US" dirty="0">
                <a:solidFill>
                  <a:srgbClr val="8D9294"/>
                </a:solidFill>
                <a:sym typeface="+mn-ea"/>
              </a:rPr>
              <a:t>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>
            <a:alphaModFix amt="9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561465" y="623570"/>
            <a:ext cx="4188460" cy="3225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561465" y="4100830"/>
            <a:ext cx="4157345" cy="247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7" name="矩形 36"/>
          <p:cNvSpPr/>
          <p:nvPr/>
        </p:nvSpPr>
        <p:spPr>
          <a:xfrm>
            <a:off x="429895" y="623570"/>
            <a:ext cx="882650" cy="32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29895" y="4100830"/>
            <a:ext cx="882650" cy="2477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912485" y="623570"/>
            <a:ext cx="5954395" cy="5949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fontAlgn="auto">
              <a:lnSpc>
                <a:spcPct val="150000"/>
              </a:lnSpc>
              <a:buNone/>
            </a:pP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4035" y="1206500"/>
            <a:ext cx="675005" cy="2060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/>
              <a:t> </a:t>
            </a:r>
            <a:r>
              <a:rPr lang="en-US" altLang="zh-CN" sz="32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观</a:t>
            </a:r>
            <a:r>
              <a:rPr lang="en-US" altLang="zh-CN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点</a:t>
            </a:r>
            <a:r>
              <a:rPr lang="en-US" altLang="zh-CN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34035" y="4309110"/>
            <a:ext cx="675005" cy="20605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/>
              <a:t> 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观</a:t>
            </a:r>
            <a:r>
              <a:rPr lang="en-US" altLang="zh-CN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点</a:t>
            </a:r>
            <a:r>
              <a:rPr lang="en-US" altLang="zh-CN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r>
              <a:rPr lang="zh-CN" altLang="en-US" sz="3200" b="1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42036" y="940308"/>
            <a:ext cx="3027317" cy="172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fontAlgn="auto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</p:txBody>
      </p:sp>
      <p:sp>
        <p:nvSpPr>
          <p:cNvPr id="11" name="流程图: 合并 10"/>
          <p:cNvSpPr/>
          <p:nvPr/>
        </p:nvSpPr>
        <p:spPr>
          <a:xfrm>
            <a:off x="11241405" y="5932805"/>
            <a:ext cx="408940" cy="436880"/>
          </a:xfrm>
          <a:prstGeom prst="flowChartMerg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75045" y="781050"/>
            <a:ext cx="5649595" cy="5669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63065" y="709930"/>
            <a:ext cx="3994785" cy="30327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658620" y="4208780"/>
            <a:ext cx="3994785" cy="22428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D82D7F-E844-4FA9-A592-EEC0C16E087D}"/>
              </a:ext>
            </a:extLst>
          </p:cNvPr>
          <p:cNvSpPr txBox="1"/>
          <p:nvPr/>
        </p:nvSpPr>
        <p:spPr>
          <a:xfrm>
            <a:off x="2294436" y="4309110"/>
            <a:ext cx="3027317" cy="172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fontAlgn="auto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4D453B4-BA2D-4568-94FA-514F5FD749D7}"/>
              </a:ext>
            </a:extLst>
          </p:cNvPr>
          <p:cNvSpPr txBox="1"/>
          <p:nvPr/>
        </p:nvSpPr>
        <p:spPr>
          <a:xfrm>
            <a:off x="6385741" y="1184265"/>
            <a:ext cx="5148036" cy="5050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200" dirty="0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200" dirty="0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  <a:endParaRPr lang="en-US" altLang="zh-CN" sz="1200" dirty="0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  <a:p>
            <a:pPr marL="0" indent="0" algn="ctr" fontAlgn="auto">
              <a:lnSpc>
                <a:spcPct val="150000"/>
              </a:lnSpc>
              <a:buNone/>
            </a:pPr>
            <a:endParaRPr lang="zh-CN" altLang="en-US" sz="1200" dirty="0">
              <a:solidFill>
                <a:schemeClr val="tx2">
                  <a:lumMod val="90000"/>
                  <a:lumOff val="10000"/>
                </a:schemeClr>
              </a:solidFill>
              <a:latin typeface="等线 Light" panose="02010600030101010101" charset="-122"/>
              <a:ea typeface="等线 Light" panose="0201060003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微信图片_2022031014112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90" y="367665"/>
            <a:ext cx="2270760" cy="3997960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6" name="矩形 5"/>
          <p:cNvSpPr/>
          <p:nvPr/>
        </p:nvSpPr>
        <p:spPr>
          <a:xfrm>
            <a:off x="0" y="4768850"/>
            <a:ext cx="12192000" cy="18351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7000" y="4672965"/>
            <a:ext cx="12065000" cy="218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53540" y="5144770"/>
            <a:ext cx="10539095" cy="17125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190500" dist="38100" dir="13500000" sx="101000" sy="101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 flipV="1">
            <a:off x="0" y="0"/>
            <a:ext cx="923925" cy="98298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995205" y="1741079"/>
            <a:ext cx="8868829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  <a:p>
            <a:pPr marL="0" indent="0" algn="l"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单击此处添加文本，单击此处添加文本，单击此处添加文本，单击此处添加文本，单击此处添加文本，单击此处添加文本，单击此处添加文本，单击此处添加文本。单击此处添加文本，单击此处添加文本，单击此处添加文本。</a:t>
            </a:r>
          </a:p>
        </p:txBody>
      </p:sp>
      <p:sp>
        <p:nvSpPr>
          <p:cNvPr id="12" name="标题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2098040" y="532765"/>
            <a:ext cx="6642100" cy="97536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ctr">
              <a:defRPr sz="4800" b="0" u="sng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单击此处编辑标题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EAEAED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微信图片_202203101412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84810"/>
            <a:ext cx="12192000" cy="8128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867410" y="644525"/>
            <a:ext cx="10457815" cy="60699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6400" y="2411025"/>
            <a:ext cx="9799200" cy="160154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汉仪书宋二简" panose="02010600000101010101" charset="-122"/>
                <a:ea typeface="汉仪书宋二简" panose="02010600000101010101" charset="-122"/>
              </a:defRPr>
            </a:lvl1pPr>
          </a:lstStyle>
          <a:p>
            <a:r>
              <a:rPr lang="en-US" altLang="zh-CN" sz="8800" b="0" dirty="0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  <a:cs typeface="+mn-lt"/>
              </a:rPr>
              <a:t>THANKS</a:t>
            </a:r>
          </a:p>
        </p:txBody>
      </p:sp>
      <p:sp>
        <p:nvSpPr>
          <p:cNvPr id="3" name="矩形 2"/>
          <p:cNvSpPr/>
          <p:nvPr/>
        </p:nvSpPr>
        <p:spPr>
          <a:xfrm>
            <a:off x="1029970" y="849630"/>
            <a:ext cx="10132695" cy="5659755"/>
          </a:xfrm>
          <a:prstGeom prst="rect">
            <a:avLst/>
          </a:prstGeom>
          <a:noFill/>
          <a:ln w="22225" cmpd="sng">
            <a:solidFill>
              <a:schemeClr val="accent4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斜纹 1"/>
          <p:cNvSpPr/>
          <p:nvPr/>
        </p:nvSpPr>
        <p:spPr>
          <a:xfrm flipH="1" flipV="1">
            <a:off x="9116695" y="4012565"/>
            <a:ext cx="3075305" cy="3730625"/>
          </a:xfrm>
          <a:prstGeom prst="diagStripe">
            <a:avLst>
              <a:gd name="adj" fmla="val 70326"/>
            </a:avLst>
          </a:prstGeom>
          <a:pattFill prst="pct25">
            <a:fgClr>
              <a:schemeClr val="tx2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62C2E1-DA78-433E-8D72-088C5D35342B}"/>
              </a:ext>
            </a:extLst>
          </p:cNvPr>
          <p:cNvSpPr txBox="1"/>
          <p:nvPr/>
        </p:nvSpPr>
        <p:spPr>
          <a:xfrm>
            <a:off x="4442460" y="4519860"/>
            <a:ext cx="3307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汇报人：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指导老师：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1124</Words>
  <Application>Microsoft Office PowerPoint</Application>
  <PresentationFormat>宽屏</PresentationFormat>
  <Paragraphs>87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 Light</vt:lpstr>
      <vt:lpstr>Arial</vt:lpstr>
      <vt:lpstr>微软雅黑</vt:lpstr>
      <vt:lpstr>等线</vt:lpstr>
      <vt:lpstr>Wingdings</vt:lpstr>
      <vt:lpstr>汉仪书宋二简</vt:lpstr>
      <vt:lpstr>方正粗黑宋简体</vt:lpstr>
      <vt:lpstr>Office 主题​​</vt:lpstr>
      <vt:lpstr>厦门大学 PPT模板</vt:lpstr>
      <vt:lpstr>PowerPoint 演示文稿</vt:lpstr>
      <vt:lpstr>PowerPoint 演示文稿</vt:lpstr>
      <vt:lpstr>单击此处编辑标题样式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单击此处添加标题</vt:lpstr>
      <vt:lpstr>单击此处添加标题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86139</dc:creator>
  <cp:lastModifiedBy>Lu Shiying</cp:lastModifiedBy>
  <cp:revision>160</cp:revision>
  <dcterms:created xsi:type="dcterms:W3CDTF">2019-06-19T02:08:00Z</dcterms:created>
  <dcterms:modified xsi:type="dcterms:W3CDTF">2022-04-14T02:09:07Z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29569A5B98BE4B19BAF07ECC107C9A17</vt:lpwstr>
  </property>
</Properties>
</file>