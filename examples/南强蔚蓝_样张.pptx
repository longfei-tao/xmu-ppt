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  <Relationship Id="rId3" Type="http://schemas.openxmlformats.org/officeDocument/2006/relationships/image" Target="../media/image_7c94763dee102e41.pn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c9693db42813b.png"/>
  <Relationship Id="rId3" Type="http://schemas.openxmlformats.org/officeDocument/2006/relationships/image" Target="../media/image_7c94763dee102e41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76250"/>
            <a:ext cx="1047750" cy="3048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973" y="3095625"/>
            <a:ext cx="2338954" cy="376237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91540" y="1720215"/>
            <a:ext cx="729081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学术汇报论文答辩模板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2020" y="3169920"/>
            <a:ext cx="343034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6585CC"/>
                </a:solidFill>
                <a:latin typeface="方正兰亭黑"/>
                <a:ea typeface="Microsoft YaHei"/>
                <a:cs typeface="方正兰亭黑"/>
              </a:rPr>
              <a:t>——学院 / 专业 / 班级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3450" y="5172075"/>
            <a:ext cx="12435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汇报人：XXX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0118" y="5657374"/>
            <a:ext cx="1140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spc="150" dirty="0">
                <a:solidFill>
                  <a:srgbClr val="4661CC"/>
                </a:solidFill>
                <a:latin typeface="Manrope"/>
                <a:ea typeface="Microsoft YaHei"/>
                <a:cs typeface="Manrope"/>
              </a:rPr>
              <a:t>2026 年 10 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9165" y="5982652"/>
            <a:ext cx="6240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厦门大学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4572000" y="3333750"/>
            <a:ext cx="7620000" cy="9525"/>
          </a:xfrm>
          <a:custGeom>
            <a:avLst/>
            <a:gdLst/>
            <a:ahLst/>
            <a:cxnLst/>
            <a:rect l="l" t="t" r="r" b="b"/>
            <a:pathLst>
              <a:path w="7620000" h="9525">
                <a:moveTo>
                  <a:pt x="0" y="0"/>
                </a:moveTo>
                <a:lnTo>
                  <a:pt x="7620000" y="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7150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9050">
            <a:solidFill>
              <a:srgbClr val="FFFFFF">
                <a:alpha val="85000"/>
              </a:srgbClr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0590" y="3834765"/>
            <a:ext cx="3533851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选题背景与意义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0115" y="4534852"/>
            <a:ext cx="1627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spc="225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PART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37760" y="177546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从临床问题到研究问题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30140" y="2567940"/>
            <a:ext cx="16452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1.1 研究背景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38712" y="2945606"/>
            <a:ext cx="21088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术后营养不良的发生率与结局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30140" y="3901440"/>
            <a:ext cx="16452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1.2 研究问题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38712" y="4279106"/>
            <a:ext cx="17887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现有营养管理方案的缺口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30140" y="5187315"/>
            <a:ext cx="16452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1.3 研究目标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38712" y="5564981"/>
            <a:ext cx="19488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构建可执行的营养管理路径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80110" y="2718435"/>
            <a:ext cx="1847393" cy="1158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3450" y="3743325"/>
            <a:ext cx="12014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spc="300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CONTENT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14900" y="1866900"/>
            <a:ext cx="5690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84520" y="1884045"/>
            <a:ext cx="25700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选题背景与意义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99760" y="2327910"/>
            <a:ext cx="7132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研究缘起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43900" y="1866900"/>
            <a:ext cx="5690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13520" y="1884045"/>
            <a:ext cx="25700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研究方法与过程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28760" y="2327910"/>
            <a:ext cx="8839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设计与实施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14900" y="3676650"/>
            <a:ext cx="5690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84520" y="3693795"/>
            <a:ext cx="25700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研究成果与展示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99760" y="4137660"/>
            <a:ext cx="7132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结果呈现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3900" y="3676650"/>
            <a:ext cx="5690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13520" y="3693795"/>
            <a:ext cx="25700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论文总结与启示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28760" y="4137660"/>
            <a:ext cx="8839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585CC"/>
                </a:solidFill>
                <a:latin typeface="微软雅黑"/>
                <a:ea typeface="Microsoft YaHei"/>
                <a:cs typeface="微软雅黑"/>
              </a:rPr>
              <a:t>反思与展望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52500" y="5334000"/>
            <a:ext cx="10287000" cy="190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12495" y="726758"/>
            <a:ext cx="337322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研究背景与意义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76700" y="904875"/>
            <a:ext cx="9726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spc="150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PART 01</a:t>
            </a:r>
          </a:p>
        </p:txBody>
      </p:sp>
      <p:sp>
        <p:nvSpPr>
          <p:cNvPr id="6" name="Rectangle 6"/>
          <p:cNvSpPr/>
          <p:nvPr/>
        </p:nvSpPr>
        <p:spPr>
          <a:xfrm>
            <a:off x="952500" y="1619250"/>
            <a:ext cx="10287000" cy="4191000"/>
          </a:xfrm>
          <a:prstGeom prst="roundRect">
            <a:avLst>
              <a:gd name="adj" fmla="val 6364"/>
            </a:avLst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34687" y="3702368"/>
            <a:ext cx="27226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E93C8"/>
                </a:solidFill>
                <a:latin typeface="微软雅黑"/>
                <a:ea typeface="Microsoft YaHei"/>
                <a:cs typeface="微软雅黑"/>
              </a:rPr>
              <a:t>在此放置图表、图片或分栏内容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9165" y="6173152"/>
            <a:ext cx="18412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第一部分 · 选题背景与意义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53663" y="6173152"/>
            <a:ext cx="199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661CC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2CAFF"/>
              </a:gs>
              <a:gs pos="45000">
                <a:srgbClr val="CEDCFF"/>
              </a:gs>
              <a:gs pos="100000">
                <a:srgbClr val="FAEEFF"/>
              </a:gs>
            </a:gsLst>
            <a:lin ang="270000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00050"/>
            <a:ext cx="1047750" cy="3048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973" y="3095625"/>
            <a:ext cx="2338954" cy="376237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93445" y="2641282"/>
            <a:ext cx="706297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4661CC"/>
                </a:solidFill>
                <a:latin typeface="方正兰亭黑"/>
                <a:ea typeface="Microsoft YaHei"/>
                <a:cs typeface="方正兰亭黑"/>
              </a:rPr>
              <a:t>恳请各位老师批评指正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3925" y="3662362"/>
            <a:ext cx="127276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spc="150" dirty="0">
                <a:solidFill>
                  <a:srgbClr val="6585CC"/>
                </a:solidFill>
                <a:latin typeface="Manrope"/>
                <a:ea typeface="Manrope"/>
                <a:cs typeface="Manrope"/>
              </a:rPr>
              <a:t>THANKS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5355" y="4426268"/>
            <a:ext cx="14456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厦门大学 ·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9165" y="6173152"/>
            <a:ext cx="1721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661CC"/>
                </a:solidFill>
                <a:latin typeface="微软雅黑"/>
                <a:ea typeface="Microsoft YaHei"/>
                <a:cs typeface="微软雅黑"/>
              </a:rPr>
              <a:t>厦门大学 · 2026 年 10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2026-10-30T02:33:52Z</dcterms:created>
  <dcterms:modified xsi:type="dcterms:W3CDTF">2026-10-30T02:33:52Z</dcterms:modified>
  <cp:category/>
  <cp:contentStatus/>
</cp:coreProperties>
</file>